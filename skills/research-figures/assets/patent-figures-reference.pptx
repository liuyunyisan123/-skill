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5668963" cy="74072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992" y="-1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A95D3-A833-34CB-5AD7-0DBA0ED33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21" y="1212256"/>
            <a:ext cx="4251722" cy="2578829"/>
          </a:xfrm>
        </p:spPr>
        <p:txBody>
          <a:bodyPr anchor="b"/>
          <a:lstStyle>
            <a:lvl1pPr algn="ctr"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2F4AA7-2AF7-0E06-A23D-B597B1A0B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21" y="3890535"/>
            <a:ext cx="4251722" cy="1788376"/>
          </a:xfrm>
        </p:spPr>
        <p:txBody>
          <a:bodyPr/>
          <a:lstStyle>
            <a:lvl1pPr marL="0" indent="0" algn="ctr">
              <a:buNone/>
              <a:defRPr sz="1116"/>
            </a:lvl1pPr>
            <a:lvl2pPr marL="212598" indent="0" algn="ctr">
              <a:buNone/>
              <a:defRPr sz="930"/>
            </a:lvl2pPr>
            <a:lvl3pPr marL="425196" indent="0" algn="ctr">
              <a:buNone/>
              <a:defRPr sz="837"/>
            </a:lvl3pPr>
            <a:lvl4pPr marL="637794" indent="0" algn="ctr">
              <a:buNone/>
              <a:defRPr sz="744"/>
            </a:lvl4pPr>
            <a:lvl5pPr marL="850392" indent="0" algn="ctr">
              <a:buNone/>
              <a:defRPr sz="744"/>
            </a:lvl5pPr>
            <a:lvl6pPr marL="1062990" indent="0" algn="ctr">
              <a:buNone/>
              <a:defRPr sz="744"/>
            </a:lvl6pPr>
            <a:lvl7pPr marL="1275588" indent="0" algn="ctr">
              <a:buNone/>
              <a:defRPr sz="744"/>
            </a:lvl7pPr>
            <a:lvl8pPr marL="1488186" indent="0" algn="ctr">
              <a:buNone/>
              <a:defRPr sz="744"/>
            </a:lvl8pPr>
            <a:lvl9pPr marL="1700784" indent="0" algn="ctr">
              <a:buNone/>
              <a:defRPr sz="744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BABF29-2D37-9C72-505E-EFDC61E3C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E425B-4626-BDB4-9D72-32379B28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F64DD7-072E-38E1-18DA-17355EE6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30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EF161-54F2-CF20-7DFC-C1F89C8B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DA4CD-5760-EF19-C205-66F79D0CC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2883F9-C0FD-68B6-E83F-73B69128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549C8-1C2F-2EFB-208B-25312747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A3544E-1673-AE5B-46D0-B22605B6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00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782FC-399F-FD8C-0E46-1DC37F8F5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89" y="1846677"/>
            <a:ext cx="4889481" cy="308122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FF061-E9DD-E4A7-624E-F5EFA84EB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789" y="4957047"/>
            <a:ext cx="4889481" cy="1620341"/>
          </a:xfrm>
        </p:spPr>
        <p:txBody>
          <a:bodyPr/>
          <a:lstStyle>
            <a:lvl1pPr marL="0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1pPr>
            <a:lvl2pPr marL="212598" indent="0">
              <a:buNone/>
              <a:defRPr sz="930">
                <a:solidFill>
                  <a:schemeClr val="tx1">
                    <a:tint val="75000"/>
                  </a:schemeClr>
                </a:solidFill>
              </a:defRPr>
            </a:lvl2pPr>
            <a:lvl3pPr marL="425196" indent="0">
              <a:buNone/>
              <a:defRPr sz="837">
                <a:solidFill>
                  <a:schemeClr val="tx1">
                    <a:tint val="75000"/>
                  </a:schemeClr>
                </a:solidFill>
              </a:defRPr>
            </a:lvl3pPr>
            <a:lvl4pPr marL="637794" indent="0">
              <a:buNone/>
              <a:defRPr sz="744">
                <a:solidFill>
                  <a:schemeClr val="tx1">
                    <a:tint val="75000"/>
                  </a:schemeClr>
                </a:solidFill>
              </a:defRPr>
            </a:lvl4pPr>
            <a:lvl5pPr marL="850392" indent="0">
              <a:buNone/>
              <a:defRPr sz="744">
                <a:solidFill>
                  <a:schemeClr val="tx1">
                    <a:tint val="75000"/>
                  </a:schemeClr>
                </a:solidFill>
              </a:defRPr>
            </a:lvl5pPr>
            <a:lvl6pPr marL="1062990" indent="0">
              <a:buNone/>
              <a:defRPr sz="744">
                <a:solidFill>
                  <a:schemeClr val="tx1">
                    <a:tint val="75000"/>
                  </a:schemeClr>
                </a:solidFill>
              </a:defRPr>
            </a:lvl6pPr>
            <a:lvl7pPr marL="1275588" indent="0">
              <a:buNone/>
              <a:defRPr sz="744">
                <a:solidFill>
                  <a:schemeClr val="tx1">
                    <a:tint val="75000"/>
                  </a:schemeClr>
                </a:solidFill>
              </a:defRPr>
            </a:lvl7pPr>
            <a:lvl8pPr marL="1488186" indent="0">
              <a:buNone/>
              <a:defRPr sz="744">
                <a:solidFill>
                  <a:schemeClr val="tx1">
                    <a:tint val="75000"/>
                  </a:schemeClr>
                </a:solidFill>
              </a:defRPr>
            </a:lvl8pPr>
            <a:lvl9pPr marL="1700784" indent="0">
              <a:buNone/>
              <a:defRPr sz="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C50E8-C87F-3FB2-FF8B-35546C73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6E30D-9163-9ABD-7A18-EFE50A00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AAAEB-E7DC-54F6-5324-1E41A263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81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980B-E808-88F3-AD84-86CDE744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6796CA-CC0E-3152-5517-D02892E769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9742" y="1971844"/>
            <a:ext cx="2409309" cy="46998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DC9112-8F1C-08D6-7A71-1E632B174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69914" y="1971844"/>
            <a:ext cx="2409309" cy="46998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27BA76-2274-510B-5DE8-2C946229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160F02-E175-1E09-1D06-FEDC9E18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DAB2AD-8A6C-CFA6-100E-F7601668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43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38745-6A8B-2430-25C8-5FA8C0C0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80" y="394370"/>
            <a:ext cx="4889481" cy="143173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A3D131-66A1-F4A5-C422-39DC90BDE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481" y="1815812"/>
            <a:ext cx="2398237" cy="889901"/>
          </a:xfrm>
        </p:spPr>
        <p:txBody>
          <a:bodyPr anchor="b"/>
          <a:lstStyle>
            <a:lvl1pPr marL="0" indent="0">
              <a:buNone/>
              <a:defRPr sz="1116" b="1"/>
            </a:lvl1pPr>
            <a:lvl2pPr marL="212598" indent="0">
              <a:buNone/>
              <a:defRPr sz="930" b="1"/>
            </a:lvl2pPr>
            <a:lvl3pPr marL="425196" indent="0">
              <a:buNone/>
              <a:defRPr sz="837" b="1"/>
            </a:lvl3pPr>
            <a:lvl4pPr marL="637794" indent="0">
              <a:buNone/>
              <a:defRPr sz="744" b="1"/>
            </a:lvl4pPr>
            <a:lvl5pPr marL="850392" indent="0">
              <a:buNone/>
              <a:defRPr sz="744" b="1"/>
            </a:lvl5pPr>
            <a:lvl6pPr marL="1062990" indent="0">
              <a:buNone/>
              <a:defRPr sz="744" b="1"/>
            </a:lvl6pPr>
            <a:lvl7pPr marL="1275588" indent="0">
              <a:buNone/>
              <a:defRPr sz="744" b="1"/>
            </a:lvl7pPr>
            <a:lvl8pPr marL="1488186" indent="0">
              <a:buNone/>
              <a:defRPr sz="744" b="1"/>
            </a:lvl8pPr>
            <a:lvl9pPr marL="1700784" indent="0">
              <a:buNone/>
              <a:defRPr sz="7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E8E2CB-544C-1332-4F7B-8136389C2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481" y="2705713"/>
            <a:ext cx="2398237" cy="39796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F6D2A1-E6BA-CE2E-957A-259DA5CA2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69912" y="1815812"/>
            <a:ext cx="2410048" cy="889901"/>
          </a:xfrm>
        </p:spPr>
        <p:txBody>
          <a:bodyPr anchor="b"/>
          <a:lstStyle>
            <a:lvl1pPr marL="0" indent="0">
              <a:buNone/>
              <a:defRPr sz="1116" b="1"/>
            </a:lvl1pPr>
            <a:lvl2pPr marL="212598" indent="0">
              <a:buNone/>
              <a:defRPr sz="930" b="1"/>
            </a:lvl2pPr>
            <a:lvl3pPr marL="425196" indent="0">
              <a:buNone/>
              <a:defRPr sz="837" b="1"/>
            </a:lvl3pPr>
            <a:lvl4pPr marL="637794" indent="0">
              <a:buNone/>
              <a:defRPr sz="744" b="1"/>
            </a:lvl4pPr>
            <a:lvl5pPr marL="850392" indent="0">
              <a:buNone/>
              <a:defRPr sz="744" b="1"/>
            </a:lvl5pPr>
            <a:lvl6pPr marL="1062990" indent="0">
              <a:buNone/>
              <a:defRPr sz="744" b="1"/>
            </a:lvl6pPr>
            <a:lvl7pPr marL="1275588" indent="0">
              <a:buNone/>
              <a:defRPr sz="744" b="1"/>
            </a:lvl7pPr>
            <a:lvl8pPr marL="1488186" indent="0">
              <a:buNone/>
              <a:defRPr sz="744" b="1"/>
            </a:lvl8pPr>
            <a:lvl9pPr marL="1700784" indent="0">
              <a:buNone/>
              <a:defRPr sz="7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595037-146F-08A4-A613-DB555DC95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69912" y="2705713"/>
            <a:ext cx="2410048" cy="39796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A859EF-6C01-D69B-3145-5F9798C0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0D9537-6E3E-C765-D20C-02B0260B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372E89-B69D-C605-94D2-4EE54D65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76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20A1B-D7DF-0B4F-F5B8-3504E3480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22127F-56A8-DCAF-14FB-76A2C251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3A3070-3218-5C91-4429-177521C6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DECDC0-6111-5B51-6B82-661E2F06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8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A52C1A-6669-A1E8-EAD6-3D8B692A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AB4738-FB34-B9D5-6801-343B1515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E201FD-9A79-1B14-1129-8D1D8748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74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F3512-7723-9513-8FD0-B5835549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80" y="493818"/>
            <a:ext cx="1828388" cy="1728364"/>
          </a:xfrm>
        </p:spPr>
        <p:txBody>
          <a:bodyPr anchor="b"/>
          <a:lstStyle>
            <a:lvl1pPr>
              <a:defRPr sz="148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E6DE7-E366-76B1-8BCE-02E7F79F8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048" y="1066512"/>
            <a:ext cx="2869913" cy="5263966"/>
          </a:xfrm>
        </p:spPr>
        <p:txBody>
          <a:bodyPr/>
          <a:lstStyle>
            <a:lvl1pPr>
              <a:defRPr sz="1488"/>
            </a:lvl1pPr>
            <a:lvl2pPr>
              <a:defRPr sz="1302"/>
            </a:lvl2pPr>
            <a:lvl3pPr>
              <a:defRPr sz="1116"/>
            </a:lvl3pPr>
            <a:lvl4pPr>
              <a:defRPr sz="930"/>
            </a:lvl4pPr>
            <a:lvl5pPr>
              <a:defRPr sz="930"/>
            </a:lvl5pPr>
            <a:lvl6pPr>
              <a:defRPr sz="930"/>
            </a:lvl6pPr>
            <a:lvl7pPr>
              <a:defRPr sz="930"/>
            </a:lvl7pPr>
            <a:lvl8pPr>
              <a:defRPr sz="930"/>
            </a:lvl8pPr>
            <a:lvl9pPr>
              <a:defRPr sz="9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9B935B-9FEB-E625-935E-391FD76F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0480" y="2222182"/>
            <a:ext cx="1828388" cy="4116868"/>
          </a:xfrm>
        </p:spPr>
        <p:txBody>
          <a:bodyPr/>
          <a:lstStyle>
            <a:lvl1pPr marL="0" indent="0">
              <a:buNone/>
              <a:defRPr sz="744"/>
            </a:lvl1pPr>
            <a:lvl2pPr marL="212598" indent="0">
              <a:buNone/>
              <a:defRPr sz="651"/>
            </a:lvl2pPr>
            <a:lvl3pPr marL="425196" indent="0">
              <a:buNone/>
              <a:defRPr sz="558"/>
            </a:lvl3pPr>
            <a:lvl4pPr marL="637794" indent="0">
              <a:buNone/>
              <a:defRPr sz="465"/>
            </a:lvl4pPr>
            <a:lvl5pPr marL="850392" indent="0">
              <a:buNone/>
              <a:defRPr sz="465"/>
            </a:lvl5pPr>
            <a:lvl6pPr marL="1062990" indent="0">
              <a:buNone/>
              <a:defRPr sz="465"/>
            </a:lvl6pPr>
            <a:lvl7pPr marL="1275588" indent="0">
              <a:buNone/>
              <a:defRPr sz="465"/>
            </a:lvl7pPr>
            <a:lvl8pPr marL="1488186" indent="0">
              <a:buNone/>
              <a:defRPr sz="465"/>
            </a:lvl8pPr>
            <a:lvl9pPr marL="1700784" indent="0">
              <a:buNone/>
              <a:defRPr sz="4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10BF24-A0EF-ED45-1392-BCAAF571E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B40410-D2B6-2BE6-91CA-A1217D78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C570B7-D70F-E013-5060-63631BE3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98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0020A-C1BE-4E94-9A2C-7185A69F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80" y="493818"/>
            <a:ext cx="1828388" cy="1728364"/>
          </a:xfrm>
        </p:spPr>
        <p:txBody>
          <a:bodyPr anchor="b"/>
          <a:lstStyle>
            <a:lvl1pPr>
              <a:defRPr sz="148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6ACD61-29C5-7F0E-3156-75FC2E43A7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410048" y="1066512"/>
            <a:ext cx="2869913" cy="5263966"/>
          </a:xfrm>
        </p:spPr>
        <p:txBody>
          <a:bodyPr/>
          <a:lstStyle>
            <a:lvl1pPr marL="0" indent="0">
              <a:buNone/>
              <a:defRPr sz="1488"/>
            </a:lvl1pPr>
            <a:lvl2pPr marL="212598" indent="0">
              <a:buNone/>
              <a:defRPr sz="1302"/>
            </a:lvl2pPr>
            <a:lvl3pPr marL="425196" indent="0">
              <a:buNone/>
              <a:defRPr sz="1116"/>
            </a:lvl3pPr>
            <a:lvl4pPr marL="637794" indent="0">
              <a:buNone/>
              <a:defRPr sz="930"/>
            </a:lvl4pPr>
            <a:lvl5pPr marL="850392" indent="0">
              <a:buNone/>
              <a:defRPr sz="930"/>
            </a:lvl5pPr>
            <a:lvl6pPr marL="1062990" indent="0">
              <a:buNone/>
              <a:defRPr sz="930"/>
            </a:lvl6pPr>
            <a:lvl7pPr marL="1275588" indent="0">
              <a:buNone/>
              <a:defRPr sz="930"/>
            </a:lvl7pPr>
            <a:lvl8pPr marL="1488186" indent="0">
              <a:buNone/>
              <a:defRPr sz="930"/>
            </a:lvl8pPr>
            <a:lvl9pPr marL="1700784" indent="0">
              <a:buNone/>
              <a:defRPr sz="93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8F360A-8618-7BA4-9709-72CDCEBE8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0480" y="2222182"/>
            <a:ext cx="1828388" cy="4116868"/>
          </a:xfrm>
        </p:spPr>
        <p:txBody>
          <a:bodyPr/>
          <a:lstStyle>
            <a:lvl1pPr marL="0" indent="0">
              <a:buNone/>
              <a:defRPr sz="744"/>
            </a:lvl1pPr>
            <a:lvl2pPr marL="212598" indent="0">
              <a:buNone/>
              <a:defRPr sz="651"/>
            </a:lvl2pPr>
            <a:lvl3pPr marL="425196" indent="0">
              <a:buNone/>
              <a:defRPr sz="558"/>
            </a:lvl3pPr>
            <a:lvl4pPr marL="637794" indent="0">
              <a:buNone/>
              <a:defRPr sz="465"/>
            </a:lvl4pPr>
            <a:lvl5pPr marL="850392" indent="0">
              <a:buNone/>
              <a:defRPr sz="465"/>
            </a:lvl5pPr>
            <a:lvl6pPr marL="1062990" indent="0">
              <a:buNone/>
              <a:defRPr sz="465"/>
            </a:lvl6pPr>
            <a:lvl7pPr marL="1275588" indent="0">
              <a:buNone/>
              <a:defRPr sz="465"/>
            </a:lvl7pPr>
            <a:lvl8pPr marL="1488186" indent="0">
              <a:buNone/>
              <a:defRPr sz="465"/>
            </a:lvl8pPr>
            <a:lvl9pPr marL="1700784" indent="0">
              <a:buNone/>
              <a:defRPr sz="4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2EAAB3-4DAE-5231-5494-E9FDE5E9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18873-2A03-3D01-17F4-BAAB349C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063A18-B816-0877-4C65-32E3977C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16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52B99-E354-3E01-1CF8-4CC3F5282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7F2537-4FBF-C1C0-33E1-9D430DA19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53CB87-1385-77B1-360C-B5943ECBA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AC3123-9858-FDF5-8772-D17BB4F0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7B7D88-908F-387A-DDA8-9C5097D0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18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D3F03E-E8D7-FF38-8BC1-F2CA5EA95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056852" y="394369"/>
            <a:ext cx="1222370" cy="627732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B0190E-2A19-9E45-E782-0E0D12F51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9741" y="394369"/>
            <a:ext cx="3596248" cy="627732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2FE14C-A770-3DBC-90C4-ADEBCC90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145CA-BB2D-EBA8-7CA0-E288A2A2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1BF7F-D5AE-D628-8526-00DE02C0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76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734666-0806-388E-B997-A34CCBB5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742" y="394370"/>
            <a:ext cx="4889481" cy="143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B7994F-2204-434D-735B-971D7107B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742" y="1971844"/>
            <a:ext cx="4889481" cy="4699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CFF3F9-B086-0A38-A916-5D39D16C1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9742" y="6865448"/>
            <a:ext cx="1275517" cy="394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0D853-CF56-4776-BC10-4DDF94F77B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AD67B-F3F0-035A-D461-A8402E658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77845" y="6865448"/>
            <a:ext cx="1913275" cy="394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1D5184-19C7-4B69-7183-59700DADA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03706" y="6865448"/>
            <a:ext cx="1275517" cy="394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22099-93B8-433F-A8C9-7C6F37C55D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6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5196" rtl="0" eaLnBrk="1" latinLnBrk="0" hangingPunct="1">
        <a:lnSpc>
          <a:spcPct val="90000"/>
        </a:lnSpc>
        <a:spcBef>
          <a:spcPct val="0"/>
        </a:spcBef>
        <a:buNone/>
        <a:defRPr sz="2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299" indent="-106299" algn="l" defTabSz="425196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302" kern="1200">
          <a:solidFill>
            <a:schemeClr val="tx1"/>
          </a:solidFill>
          <a:latin typeface="+mn-lt"/>
          <a:ea typeface="+mn-ea"/>
          <a:cs typeface="+mn-cs"/>
        </a:defRPr>
      </a:lvl1pPr>
      <a:lvl2pPr marL="318897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31495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3pPr>
      <a:lvl4pPr marL="744093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956691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169289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81887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94485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807083" indent="-106299" algn="l" defTabSz="425196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2598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25196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37794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50392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62990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275588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488186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00784" algn="l" defTabSz="425196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id="{1541AC0D-DB84-EBDA-A4CB-3B002741EA2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5668963" cy="566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27AAE-5112-6EA7-7647-1F4979D2D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670551" cy="56689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8D9430-BF2C-D43C-7EA4-CF2926273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374650"/>
            <a:ext cx="4746625" cy="500063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1AF6D-8B31-C5BF-E67B-A5C0928E2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1160463"/>
            <a:ext cx="4746625" cy="500063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592B77-8186-1EA1-0734-BCECAE75C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1946275"/>
            <a:ext cx="4746625" cy="500063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C8321F-D3F7-921B-3699-6106D8381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2730500"/>
            <a:ext cx="4746625" cy="500063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E3C3BB-A0B0-1B9C-FC57-D2B3DC22D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3516313"/>
            <a:ext cx="4746625" cy="500063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8CFDBB-579C-83BF-9182-E7DBE447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4302125"/>
            <a:ext cx="4746625" cy="500063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94CA29-1369-031C-158C-057F1CEA5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539750"/>
            <a:ext cx="19877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EF2C9D-501A-3466-D0B0-86395B33E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544513"/>
            <a:ext cx="15287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获取裂隙组数量、方向及相对期次，设置计算域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0C5C701-8D5C-6775-C295-AA625B53703D}"/>
              </a:ext>
            </a:extLst>
          </p:cNvPr>
          <p:cNvSpPr>
            <a:spLocks/>
          </p:cNvSpPr>
          <p:nvPr/>
        </p:nvSpPr>
        <p:spPr bwMode="auto">
          <a:xfrm>
            <a:off x="2835275" y="900113"/>
            <a:ext cx="0" cy="220663"/>
          </a:xfrm>
          <a:custGeom>
            <a:avLst/>
            <a:gdLst>
              <a:gd name="T0" fmla="*/ 0 h 278"/>
              <a:gd name="T1" fmla="*/ 278 h 27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78">
                <a:moveTo>
                  <a:pt x="0" y="0"/>
                </a:moveTo>
                <a:cubicBezTo>
                  <a:pt x="0" y="98"/>
                  <a:pt x="0" y="191"/>
                  <a:pt x="0" y="278"/>
                </a:cubicBez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32193BCC-7731-B0EB-8F47-E45385423575}"/>
              </a:ext>
            </a:extLst>
          </p:cNvPr>
          <p:cNvSpPr>
            <a:spLocks/>
          </p:cNvSpPr>
          <p:nvPr/>
        </p:nvSpPr>
        <p:spPr bwMode="auto">
          <a:xfrm>
            <a:off x="2809875" y="1066800"/>
            <a:ext cx="52388" cy="53975"/>
          </a:xfrm>
          <a:custGeom>
            <a:avLst/>
            <a:gdLst>
              <a:gd name="T0" fmla="*/ 67 w 67"/>
              <a:gd name="T1" fmla="*/ 0 h 67"/>
              <a:gd name="T2" fmla="*/ 33 w 67"/>
              <a:gd name="T3" fmla="*/ 67 h 67"/>
              <a:gd name="T4" fmla="*/ 0 w 67"/>
              <a:gd name="T5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67">
                <a:moveTo>
                  <a:pt x="67" y="0"/>
                </a:moveTo>
                <a:lnTo>
                  <a:pt x="33" y="67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A6AC07-6FA0-4649-BF71-A99EF42F4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8" y="1325563"/>
            <a:ext cx="19877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S2 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610DCE-A797-045C-94FF-6E7515FEC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38" y="1330325"/>
            <a:ext cx="159861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确定组间基准概率和角度参数，建立终止概率函数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3AA9900-1954-0039-7EBD-7D53EF5E6240}"/>
              </a:ext>
            </a:extLst>
          </p:cNvPr>
          <p:cNvSpPr>
            <a:spLocks/>
          </p:cNvSpPr>
          <p:nvPr/>
        </p:nvSpPr>
        <p:spPr bwMode="auto">
          <a:xfrm>
            <a:off x="2835275" y="1685925"/>
            <a:ext cx="0" cy="220663"/>
          </a:xfrm>
          <a:custGeom>
            <a:avLst/>
            <a:gdLst>
              <a:gd name="T0" fmla="*/ 0 h 278"/>
              <a:gd name="T1" fmla="*/ 278 h 27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78">
                <a:moveTo>
                  <a:pt x="0" y="0"/>
                </a:moveTo>
                <a:cubicBezTo>
                  <a:pt x="0" y="98"/>
                  <a:pt x="0" y="191"/>
                  <a:pt x="0" y="278"/>
                </a:cubicBez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62ADCAA-59EB-6FC5-A5E2-309C1B2618A5}"/>
              </a:ext>
            </a:extLst>
          </p:cNvPr>
          <p:cNvSpPr>
            <a:spLocks/>
          </p:cNvSpPr>
          <p:nvPr/>
        </p:nvSpPr>
        <p:spPr bwMode="auto">
          <a:xfrm>
            <a:off x="2809875" y="1852613"/>
            <a:ext cx="52388" cy="53975"/>
          </a:xfrm>
          <a:custGeom>
            <a:avLst/>
            <a:gdLst>
              <a:gd name="T0" fmla="*/ 67 w 67"/>
              <a:gd name="T1" fmla="*/ 0 h 68"/>
              <a:gd name="T2" fmla="*/ 33 w 67"/>
              <a:gd name="T3" fmla="*/ 68 h 68"/>
              <a:gd name="T4" fmla="*/ 0 w 67"/>
              <a:gd name="T5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68">
                <a:moveTo>
                  <a:pt x="67" y="0"/>
                </a:moveTo>
                <a:lnTo>
                  <a:pt x="33" y="68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884C80-7FA6-AC25-774E-46DCC278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111375"/>
            <a:ext cx="19877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S3 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7C72FC-E63C-41AF-1D35-40C15D74F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2116138"/>
            <a:ext cx="13890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初始化裂隙核，按相对期次依次激活并生长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4720D52-9D50-05C2-3DC8-309590321717}"/>
              </a:ext>
            </a:extLst>
          </p:cNvPr>
          <p:cNvSpPr>
            <a:spLocks/>
          </p:cNvSpPr>
          <p:nvPr/>
        </p:nvSpPr>
        <p:spPr bwMode="auto">
          <a:xfrm>
            <a:off x="2835275" y="2471738"/>
            <a:ext cx="0" cy="220663"/>
          </a:xfrm>
          <a:custGeom>
            <a:avLst/>
            <a:gdLst>
              <a:gd name="T0" fmla="*/ 0 h 278"/>
              <a:gd name="T1" fmla="*/ 278 h 27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78">
                <a:moveTo>
                  <a:pt x="0" y="0"/>
                </a:moveTo>
                <a:cubicBezTo>
                  <a:pt x="0" y="98"/>
                  <a:pt x="0" y="191"/>
                  <a:pt x="0" y="278"/>
                </a:cubicBez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B4FF4E7-FDB6-979E-1D0D-1DBEC8193249}"/>
              </a:ext>
            </a:extLst>
          </p:cNvPr>
          <p:cNvSpPr>
            <a:spLocks/>
          </p:cNvSpPr>
          <p:nvPr/>
        </p:nvSpPr>
        <p:spPr bwMode="auto">
          <a:xfrm>
            <a:off x="2809875" y="2638425"/>
            <a:ext cx="52388" cy="53975"/>
          </a:xfrm>
          <a:custGeom>
            <a:avLst/>
            <a:gdLst>
              <a:gd name="T0" fmla="*/ 67 w 67"/>
              <a:gd name="T1" fmla="*/ 0 h 68"/>
              <a:gd name="T2" fmla="*/ 33 w 67"/>
              <a:gd name="T3" fmla="*/ 68 h 68"/>
              <a:gd name="T4" fmla="*/ 0 w 67"/>
              <a:gd name="T5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68">
                <a:moveTo>
                  <a:pt x="67" y="0"/>
                </a:moveTo>
                <a:lnTo>
                  <a:pt x="33" y="68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D82E2A-3B7F-0D33-0068-E2BC25A0A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925" y="2897188"/>
            <a:ext cx="19877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73097F-01FC-7409-B58B-A3B161952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2901950"/>
            <a:ext cx="132080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检测有效交点，按生长方向由近至远处理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FEEEF6FB-61F8-6853-7C8E-A038170F79FF}"/>
              </a:ext>
            </a:extLst>
          </p:cNvPr>
          <p:cNvSpPr>
            <a:spLocks/>
          </p:cNvSpPr>
          <p:nvPr/>
        </p:nvSpPr>
        <p:spPr bwMode="auto">
          <a:xfrm>
            <a:off x="2835275" y="3255963"/>
            <a:ext cx="0" cy="222250"/>
          </a:xfrm>
          <a:custGeom>
            <a:avLst/>
            <a:gdLst>
              <a:gd name="T0" fmla="*/ 0 h 279"/>
              <a:gd name="T1" fmla="*/ 279 h 2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79">
                <a:moveTo>
                  <a:pt x="0" y="0"/>
                </a:moveTo>
                <a:cubicBezTo>
                  <a:pt x="0" y="99"/>
                  <a:pt x="0" y="192"/>
                  <a:pt x="0" y="279"/>
                </a:cubicBez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4E411B9E-85DE-F2E4-0158-A05C5787031D}"/>
              </a:ext>
            </a:extLst>
          </p:cNvPr>
          <p:cNvSpPr>
            <a:spLocks/>
          </p:cNvSpPr>
          <p:nvPr/>
        </p:nvSpPr>
        <p:spPr bwMode="auto">
          <a:xfrm>
            <a:off x="2809875" y="3424238"/>
            <a:ext cx="52388" cy="53975"/>
          </a:xfrm>
          <a:custGeom>
            <a:avLst/>
            <a:gdLst>
              <a:gd name="T0" fmla="*/ 67 w 67"/>
              <a:gd name="T1" fmla="*/ 0 h 68"/>
              <a:gd name="T2" fmla="*/ 33 w 67"/>
              <a:gd name="T3" fmla="*/ 68 h 68"/>
              <a:gd name="T4" fmla="*/ 0 w 67"/>
              <a:gd name="T5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68">
                <a:moveTo>
                  <a:pt x="67" y="0"/>
                </a:moveTo>
                <a:lnTo>
                  <a:pt x="33" y="68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9BD3E9-A2C2-232B-7882-D849D937E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3597275"/>
            <a:ext cx="27463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S5 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8F19CB-99D3-817D-F017-293C635C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3602038"/>
            <a:ext cx="9731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比较生长步开始时双方总迹长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714BD1-B0C5-8517-9780-D5557B90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3771900"/>
            <a:ext cx="17367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较长时直接穿切；较短或等长时按实际交汇角概率判定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AF9DC3B8-6E8B-7C6C-150C-714F9C15E8F1}"/>
              </a:ext>
            </a:extLst>
          </p:cNvPr>
          <p:cNvSpPr>
            <a:spLocks/>
          </p:cNvSpPr>
          <p:nvPr/>
        </p:nvSpPr>
        <p:spPr bwMode="auto">
          <a:xfrm>
            <a:off x="2835275" y="4041775"/>
            <a:ext cx="0" cy="220663"/>
          </a:xfrm>
          <a:custGeom>
            <a:avLst/>
            <a:gdLst>
              <a:gd name="T0" fmla="*/ 0 h 278"/>
              <a:gd name="T1" fmla="*/ 278 h 27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78">
                <a:moveTo>
                  <a:pt x="0" y="0"/>
                </a:moveTo>
                <a:cubicBezTo>
                  <a:pt x="0" y="99"/>
                  <a:pt x="0" y="192"/>
                  <a:pt x="0" y="278"/>
                </a:cubicBez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EDA390F9-6645-0DAC-6A67-DE6EA4253FC1}"/>
              </a:ext>
            </a:extLst>
          </p:cNvPr>
          <p:cNvSpPr>
            <a:spLocks/>
          </p:cNvSpPr>
          <p:nvPr/>
        </p:nvSpPr>
        <p:spPr bwMode="auto">
          <a:xfrm>
            <a:off x="2809875" y="4210050"/>
            <a:ext cx="52388" cy="52388"/>
          </a:xfrm>
          <a:custGeom>
            <a:avLst/>
            <a:gdLst>
              <a:gd name="T0" fmla="*/ 67 w 67"/>
              <a:gd name="T1" fmla="*/ 0 h 67"/>
              <a:gd name="T2" fmla="*/ 33 w 67"/>
              <a:gd name="T3" fmla="*/ 67 h 67"/>
              <a:gd name="T4" fmla="*/ 0 w 67"/>
              <a:gd name="T5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67">
                <a:moveTo>
                  <a:pt x="67" y="0"/>
                </a:moveTo>
                <a:lnTo>
                  <a:pt x="33" y="67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3F6F6D-8BD8-B364-64BD-3BDCFCCD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4468813"/>
            <a:ext cx="27463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S6 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8AA46C-D627-1871-5494-FB5083F1D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473575"/>
            <a:ext cx="15287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更新端点并完成网络生成，输出裂隙及拓扑统计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36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id="{A1389214-BCA6-6A1F-D255-7DE32B9BE97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5668963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ADF7A5-4E00-AD13-DA16-854A202A0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670550" cy="5210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0ACBDD4-15D4-2BD9-5DD5-4EBE6EF705B9}"/>
              </a:ext>
            </a:extLst>
          </p:cNvPr>
          <p:cNvSpPr>
            <a:spLocks/>
          </p:cNvSpPr>
          <p:nvPr/>
        </p:nvSpPr>
        <p:spPr bwMode="auto">
          <a:xfrm>
            <a:off x="1552575" y="754063"/>
            <a:ext cx="65088" cy="65088"/>
          </a:xfrm>
          <a:custGeom>
            <a:avLst/>
            <a:gdLst>
              <a:gd name="T0" fmla="*/ 41 w 82"/>
              <a:gd name="T1" fmla="*/ 82 h 82"/>
              <a:gd name="T2" fmla="*/ 70 w 82"/>
              <a:gd name="T3" fmla="*/ 70 h 82"/>
              <a:gd name="T4" fmla="*/ 82 w 82"/>
              <a:gd name="T5" fmla="*/ 41 h 82"/>
              <a:gd name="T6" fmla="*/ 70 w 82"/>
              <a:gd name="T7" fmla="*/ 12 h 82"/>
              <a:gd name="T8" fmla="*/ 41 w 82"/>
              <a:gd name="T9" fmla="*/ 0 h 82"/>
              <a:gd name="T10" fmla="*/ 12 w 82"/>
              <a:gd name="T11" fmla="*/ 12 h 82"/>
              <a:gd name="T12" fmla="*/ 0 w 82"/>
              <a:gd name="T13" fmla="*/ 41 h 82"/>
              <a:gd name="T14" fmla="*/ 12 w 82"/>
              <a:gd name="T15" fmla="*/ 70 h 82"/>
              <a:gd name="T16" fmla="*/ 41 w 82"/>
              <a:gd name="T17" fmla="*/ 82 h 82"/>
              <a:gd name="T18" fmla="*/ 41 w 82"/>
              <a:gd name="T19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" h="82">
                <a:moveTo>
                  <a:pt x="41" y="82"/>
                </a:moveTo>
                <a:cubicBezTo>
                  <a:pt x="52" y="82"/>
                  <a:pt x="62" y="78"/>
                  <a:pt x="70" y="70"/>
                </a:cubicBezTo>
                <a:cubicBezTo>
                  <a:pt x="78" y="62"/>
                  <a:pt x="82" y="52"/>
                  <a:pt x="82" y="41"/>
                </a:cubicBezTo>
                <a:cubicBezTo>
                  <a:pt x="82" y="30"/>
                  <a:pt x="78" y="20"/>
                  <a:pt x="70" y="12"/>
                </a:cubicBezTo>
                <a:cubicBezTo>
                  <a:pt x="62" y="4"/>
                  <a:pt x="52" y="0"/>
                  <a:pt x="41" y="0"/>
                </a:cubicBezTo>
                <a:cubicBezTo>
                  <a:pt x="30" y="0"/>
                  <a:pt x="19" y="4"/>
                  <a:pt x="12" y="12"/>
                </a:cubicBezTo>
                <a:cubicBezTo>
                  <a:pt x="4" y="20"/>
                  <a:pt x="0" y="30"/>
                  <a:pt x="0" y="41"/>
                </a:cubicBezTo>
                <a:cubicBezTo>
                  <a:pt x="0" y="52"/>
                  <a:pt x="4" y="62"/>
                  <a:pt x="12" y="70"/>
                </a:cubicBezTo>
                <a:cubicBezTo>
                  <a:pt x="19" y="78"/>
                  <a:pt x="30" y="82"/>
                  <a:pt x="41" y="82"/>
                </a:cubicBezTo>
                <a:lnTo>
                  <a:pt x="41" y="82"/>
                </a:ln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21ED8A62-0E24-57E1-785B-8070D61471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7488" y="647700"/>
            <a:ext cx="193675" cy="277813"/>
          </a:xfrm>
          <a:prstGeom prst="line">
            <a:avLst/>
          </a:pr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BB350-AA9E-AF09-A117-7C15B2D3EE30}"/>
              </a:ext>
            </a:extLst>
          </p:cNvPr>
          <p:cNvSpPr>
            <a:spLocks noEditPoints="1"/>
          </p:cNvSpPr>
          <p:nvPr/>
        </p:nvSpPr>
        <p:spPr bwMode="auto">
          <a:xfrm>
            <a:off x="1035050" y="787400"/>
            <a:ext cx="928688" cy="0"/>
          </a:xfrm>
          <a:custGeom>
            <a:avLst/>
            <a:gdLst>
              <a:gd name="T0" fmla="*/ 11 w 1169"/>
              <a:gd name="T1" fmla="*/ 41 w 1169"/>
              <a:gd name="T2" fmla="*/ 70 w 1169"/>
              <a:gd name="T3" fmla="*/ 100 w 1169"/>
              <a:gd name="T4" fmla="*/ 130 w 1169"/>
              <a:gd name="T5" fmla="*/ 159 w 1169"/>
              <a:gd name="T6" fmla="*/ 189 w 1169"/>
              <a:gd name="T7" fmla="*/ 219 w 1169"/>
              <a:gd name="T8" fmla="*/ 248 w 1169"/>
              <a:gd name="T9" fmla="*/ 278 w 1169"/>
              <a:gd name="T10" fmla="*/ 308 w 1169"/>
              <a:gd name="T11" fmla="*/ 337 w 1169"/>
              <a:gd name="T12" fmla="*/ 367 w 1169"/>
              <a:gd name="T13" fmla="*/ 397 w 1169"/>
              <a:gd name="T14" fmla="*/ 427 w 1169"/>
              <a:gd name="T15" fmla="*/ 456 w 1169"/>
              <a:gd name="T16" fmla="*/ 486 w 1169"/>
              <a:gd name="T17" fmla="*/ 516 w 1169"/>
              <a:gd name="T18" fmla="*/ 545 w 1169"/>
              <a:gd name="T19" fmla="*/ 575 w 1169"/>
              <a:gd name="T20" fmla="*/ 605 w 1169"/>
              <a:gd name="T21" fmla="*/ 634 w 1169"/>
              <a:gd name="T22" fmla="*/ 664 w 1169"/>
              <a:gd name="T23" fmla="*/ 694 w 1169"/>
              <a:gd name="T24" fmla="*/ 723 w 1169"/>
              <a:gd name="T25" fmla="*/ 753 w 1169"/>
              <a:gd name="T26" fmla="*/ 783 w 1169"/>
              <a:gd name="T27" fmla="*/ 812 w 1169"/>
              <a:gd name="T28" fmla="*/ 842 w 1169"/>
              <a:gd name="T29" fmla="*/ 872 w 1169"/>
              <a:gd name="T30" fmla="*/ 901 w 1169"/>
              <a:gd name="T31" fmla="*/ 931 w 1169"/>
              <a:gd name="T32" fmla="*/ 961 w 1169"/>
              <a:gd name="T33" fmla="*/ 990 w 1169"/>
              <a:gd name="T34" fmla="*/ 1020 w 1169"/>
              <a:gd name="T35" fmla="*/ 1050 w 1169"/>
              <a:gd name="T36" fmla="*/ 1079 w 1169"/>
              <a:gd name="T37" fmla="*/ 1109 w 1169"/>
              <a:gd name="T38" fmla="*/ 1139 w 1169"/>
              <a:gd name="T39" fmla="*/ 1169 w 116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  <a:cxn ang="0">
                <a:pos x="T12" y="0"/>
              </a:cxn>
              <a:cxn ang="0">
                <a:pos x="T13" y="0"/>
              </a:cxn>
              <a:cxn ang="0">
                <a:pos x="T14" y="0"/>
              </a:cxn>
              <a:cxn ang="0">
                <a:pos x="T15" y="0"/>
              </a:cxn>
              <a:cxn ang="0">
                <a:pos x="T16" y="0"/>
              </a:cxn>
              <a:cxn ang="0">
                <a:pos x="T17" y="0"/>
              </a:cxn>
              <a:cxn ang="0">
                <a:pos x="T18" y="0"/>
              </a:cxn>
              <a:cxn ang="0">
                <a:pos x="T19" y="0"/>
              </a:cxn>
              <a:cxn ang="0">
                <a:pos x="T20" y="0"/>
              </a:cxn>
              <a:cxn ang="0">
                <a:pos x="T21" y="0"/>
              </a:cxn>
              <a:cxn ang="0">
                <a:pos x="T22" y="0"/>
              </a:cxn>
              <a:cxn ang="0">
                <a:pos x="T23" y="0"/>
              </a:cxn>
              <a:cxn ang="0">
                <a:pos x="T24" y="0"/>
              </a:cxn>
              <a:cxn ang="0">
                <a:pos x="T25" y="0"/>
              </a:cxn>
              <a:cxn ang="0">
                <a:pos x="T26" y="0"/>
              </a:cxn>
              <a:cxn ang="0">
                <a:pos x="T27" y="0"/>
              </a:cxn>
              <a:cxn ang="0">
                <a:pos x="T28" y="0"/>
              </a:cxn>
              <a:cxn ang="0">
                <a:pos x="T29" y="0"/>
              </a:cxn>
              <a:cxn ang="0">
                <a:pos x="T30" y="0"/>
              </a:cxn>
              <a:cxn ang="0">
                <a:pos x="T31" y="0"/>
              </a:cxn>
              <a:cxn ang="0">
                <a:pos x="T32" y="0"/>
              </a:cxn>
              <a:cxn ang="0">
                <a:pos x="T33" y="0"/>
              </a:cxn>
              <a:cxn ang="0">
                <a:pos x="T34" y="0"/>
              </a:cxn>
              <a:cxn ang="0">
                <a:pos x="T35" y="0"/>
              </a:cxn>
              <a:cxn ang="0">
                <a:pos x="T36" y="0"/>
              </a:cxn>
              <a:cxn ang="0">
                <a:pos x="T37" y="0"/>
              </a:cxn>
              <a:cxn ang="0">
                <a:pos x="T38" y="0"/>
              </a:cxn>
              <a:cxn ang="0">
                <a:pos x="T39" y="0"/>
              </a:cxn>
            </a:cxnLst>
            <a:rect l="0" t="0" r="r" b="b"/>
            <a:pathLst>
              <a:path w="1169">
                <a:moveTo>
                  <a:pt x="0" y="0"/>
                </a:moveTo>
                <a:lnTo>
                  <a:pt x="11" y="0"/>
                </a:lnTo>
                <a:moveTo>
                  <a:pt x="29" y="0"/>
                </a:moveTo>
                <a:lnTo>
                  <a:pt x="41" y="0"/>
                </a:lnTo>
                <a:moveTo>
                  <a:pt x="59" y="0"/>
                </a:moveTo>
                <a:lnTo>
                  <a:pt x="70" y="0"/>
                </a:lnTo>
                <a:moveTo>
                  <a:pt x="89" y="0"/>
                </a:moveTo>
                <a:lnTo>
                  <a:pt x="100" y="0"/>
                </a:lnTo>
                <a:moveTo>
                  <a:pt x="119" y="0"/>
                </a:moveTo>
                <a:lnTo>
                  <a:pt x="130" y="0"/>
                </a:lnTo>
                <a:moveTo>
                  <a:pt x="148" y="0"/>
                </a:moveTo>
                <a:lnTo>
                  <a:pt x="159" y="0"/>
                </a:lnTo>
                <a:moveTo>
                  <a:pt x="178" y="0"/>
                </a:moveTo>
                <a:lnTo>
                  <a:pt x="189" y="0"/>
                </a:lnTo>
                <a:moveTo>
                  <a:pt x="208" y="0"/>
                </a:moveTo>
                <a:lnTo>
                  <a:pt x="219" y="0"/>
                </a:lnTo>
                <a:moveTo>
                  <a:pt x="237" y="0"/>
                </a:moveTo>
                <a:lnTo>
                  <a:pt x="248" y="0"/>
                </a:lnTo>
                <a:moveTo>
                  <a:pt x="267" y="0"/>
                </a:moveTo>
                <a:lnTo>
                  <a:pt x="278" y="0"/>
                </a:lnTo>
                <a:moveTo>
                  <a:pt x="297" y="0"/>
                </a:moveTo>
                <a:lnTo>
                  <a:pt x="308" y="0"/>
                </a:lnTo>
                <a:moveTo>
                  <a:pt x="326" y="0"/>
                </a:moveTo>
                <a:lnTo>
                  <a:pt x="337" y="0"/>
                </a:lnTo>
                <a:moveTo>
                  <a:pt x="356" y="0"/>
                </a:moveTo>
                <a:lnTo>
                  <a:pt x="367" y="0"/>
                </a:lnTo>
                <a:moveTo>
                  <a:pt x="386" y="0"/>
                </a:moveTo>
                <a:lnTo>
                  <a:pt x="397" y="0"/>
                </a:lnTo>
                <a:moveTo>
                  <a:pt x="415" y="0"/>
                </a:moveTo>
                <a:lnTo>
                  <a:pt x="427" y="0"/>
                </a:lnTo>
                <a:moveTo>
                  <a:pt x="445" y="0"/>
                </a:moveTo>
                <a:lnTo>
                  <a:pt x="456" y="0"/>
                </a:lnTo>
                <a:moveTo>
                  <a:pt x="475" y="0"/>
                </a:moveTo>
                <a:lnTo>
                  <a:pt x="486" y="0"/>
                </a:lnTo>
                <a:moveTo>
                  <a:pt x="504" y="0"/>
                </a:moveTo>
                <a:lnTo>
                  <a:pt x="516" y="0"/>
                </a:lnTo>
                <a:moveTo>
                  <a:pt x="534" y="0"/>
                </a:moveTo>
                <a:lnTo>
                  <a:pt x="545" y="0"/>
                </a:lnTo>
                <a:moveTo>
                  <a:pt x="564" y="0"/>
                </a:moveTo>
                <a:lnTo>
                  <a:pt x="575" y="0"/>
                </a:lnTo>
                <a:moveTo>
                  <a:pt x="593" y="0"/>
                </a:moveTo>
                <a:lnTo>
                  <a:pt x="605" y="0"/>
                </a:lnTo>
                <a:moveTo>
                  <a:pt x="623" y="0"/>
                </a:moveTo>
                <a:lnTo>
                  <a:pt x="634" y="0"/>
                </a:lnTo>
                <a:moveTo>
                  <a:pt x="653" y="0"/>
                </a:moveTo>
                <a:lnTo>
                  <a:pt x="664" y="0"/>
                </a:lnTo>
                <a:moveTo>
                  <a:pt x="682" y="0"/>
                </a:moveTo>
                <a:lnTo>
                  <a:pt x="694" y="0"/>
                </a:lnTo>
                <a:moveTo>
                  <a:pt x="712" y="0"/>
                </a:moveTo>
                <a:lnTo>
                  <a:pt x="723" y="0"/>
                </a:lnTo>
                <a:moveTo>
                  <a:pt x="742" y="0"/>
                </a:moveTo>
                <a:lnTo>
                  <a:pt x="753" y="0"/>
                </a:lnTo>
                <a:moveTo>
                  <a:pt x="771" y="0"/>
                </a:moveTo>
                <a:lnTo>
                  <a:pt x="783" y="0"/>
                </a:lnTo>
                <a:moveTo>
                  <a:pt x="801" y="0"/>
                </a:moveTo>
                <a:lnTo>
                  <a:pt x="812" y="0"/>
                </a:lnTo>
                <a:moveTo>
                  <a:pt x="831" y="0"/>
                </a:moveTo>
                <a:lnTo>
                  <a:pt x="842" y="0"/>
                </a:lnTo>
                <a:moveTo>
                  <a:pt x="861" y="0"/>
                </a:moveTo>
                <a:lnTo>
                  <a:pt x="872" y="0"/>
                </a:lnTo>
                <a:moveTo>
                  <a:pt x="890" y="0"/>
                </a:moveTo>
                <a:lnTo>
                  <a:pt x="901" y="0"/>
                </a:lnTo>
                <a:moveTo>
                  <a:pt x="920" y="0"/>
                </a:moveTo>
                <a:lnTo>
                  <a:pt x="931" y="0"/>
                </a:lnTo>
                <a:moveTo>
                  <a:pt x="950" y="0"/>
                </a:moveTo>
                <a:lnTo>
                  <a:pt x="961" y="0"/>
                </a:lnTo>
                <a:moveTo>
                  <a:pt x="979" y="0"/>
                </a:moveTo>
                <a:lnTo>
                  <a:pt x="990" y="0"/>
                </a:lnTo>
                <a:moveTo>
                  <a:pt x="1009" y="0"/>
                </a:moveTo>
                <a:lnTo>
                  <a:pt x="1020" y="0"/>
                </a:lnTo>
                <a:moveTo>
                  <a:pt x="1039" y="0"/>
                </a:moveTo>
                <a:lnTo>
                  <a:pt x="1050" y="0"/>
                </a:lnTo>
                <a:moveTo>
                  <a:pt x="1068" y="0"/>
                </a:moveTo>
                <a:lnTo>
                  <a:pt x="1079" y="0"/>
                </a:lnTo>
                <a:moveTo>
                  <a:pt x="1098" y="0"/>
                </a:moveTo>
                <a:lnTo>
                  <a:pt x="1109" y="0"/>
                </a:lnTo>
                <a:moveTo>
                  <a:pt x="1128" y="0"/>
                </a:moveTo>
                <a:lnTo>
                  <a:pt x="1139" y="0"/>
                </a:lnTo>
                <a:moveTo>
                  <a:pt x="1157" y="0"/>
                </a:moveTo>
                <a:lnTo>
                  <a:pt x="1169" y="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A85A63E-05B4-6BED-4315-5DA6FD36C57F}"/>
              </a:ext>
            </a:extLst>
          </p:cNvPr>
          <p:cNvSpPr>
            <a:spLocks noEditPoints="1"/>
          </p:cNvSpPr>
          <p:nvPr/>
        </p:nvSpPr>
        <p:spPr bwMode="auto">
          <a:xfrm>
            <a:off x="1011238" y="787400"/>
            <a:ext cx="960438" cy="0"/>
          </a:xfrm>
          <a:custGeom>
            <a:avLst/>
            <a:gdLst>
              <a:gd name="T0" fmla="*/ 0 w 1208"/>
              <a:gd name="T1" fmla="*/ 89 w 1208"/>
              <a:gd name="T2" fmla="*/ 128 w 1208"/>
              <a:gd name="T3" fmla="*/ 216 w 1208"/>
              <a:gd name="T4" fmla="*/ 255 w 1208"/>
              <a:gd name="T5" fmla="*/ 344 w 1208"/>
              <a:gd name="T6" fmla="*/ 382 w 1208"/>
              <a:gd name="T7" fmla="*/ 471 w 1208"/>
              <a:gd name="T8" fmla="*/ 509 w 1208"/>
              <a:gd name="T9" fmla="*/ 598 w 1208"/>
              <a:gd name="T10" fmla="*/ 636 w 1208"/>
              <a:gd name="T11" fmla="*/ 725 w 1208"/>
              <a:gd name="T12" fmla="*/ 764 w 1208"/>
              <a:gd name="T13" fmla="*/ 852 w 1208"/>
              <a:gd name="T14" fmla="*/ 891 w 1208"/>
              <a:gd name="T15" fmla="*/ 980 w 1208"/>
              <a:gd name="T16" fmla="*/ 1018 w 1208"/>
              <a:gd name="T17" fmla="*/ 1107 w 1208"/>
              <a:gd name="T18" fmla="*/ 1145 w 1208"/>
              <a:gd name="T19" fmla="*/ 1208 w 120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  <a:cxn ang="0">
                <a:pos x="T12" y="0"/>
              </a:cxn>
              <a:cxn ang="0">
                <a:pos x="T13" y="0"/>
              </a:cxn>
              <a:cxn ang="0">
                <a:pos x="T14" y="0"/>
              </a:cxn>
              <a:cxn ang="0">
                <a:pos x="T15" y="0"/>
              </a:cxn>
              <a:cxn ang="0">
                <a:pos x="T16" y="0"/>
              </a:cxn>
              <a:cxn ang="0">
                <a:pos x="T17" y="0"/>
              </a:cxn>
              <a:cxn ang="0">
                <a:pos x="T18" y="0"/>
              </a:cxn>
              <a:cxn ang="0">
                <a:pos x="T19" y="0"/>
              </a:cxn>
            </a:cxnLst>
            <a:rect l="0" t="0" r="r" b="b"/>
            <a:pathLst>
              <a:path w="1208">
                <a:moveTo>
                  <a:pt x="0" y="0"/>
                </a:moveTo>
                <a:lnTo>
                  <a:pt x="89" y="0"/>
                </a:lnTo>
                <a:moveTo>
                  <a:pt x="128" y="0"/>
                </a:moveTo>
                <a:lnTo>
                  <a:pt x="216" y="0"/>
                </a:lnTo>
                <a:moveTo>
                  <a:pt x="255" y="0"/>
                </a:moveTo>
                <a:lnTo>
                  <a:pt x="344" y="0"/>
                </a:lnTo>
                <a:moveTo>
                  <a:pt x="382" y="0"/>
                </a:moveTo>
                <a:lnTo>
                  <a:pt x="471" y="0"/>
                </a:lnTo>
                <a:moveTo>
                  <a:pt x="509" y="0"/>
                </a:moveTo>
                <a:lnTo>
                  <a:pt x="598" y="0"/>
                </a:lnTo>
                <a:moveTo>
                  <a:pt x="636" y="0"/>
                </a:moveTo>
                <a:lnTo>
                  <a:pt x="725" y="0"/>
                </a:lnTo>
                <a:moveTo>
                  <a:pt x="764" y="0"/>
                </a:moveTo>
                <a:lnTo>
                  <a:pt x="852" y="0"/>
                </a:lnTo>
                <a:moveTo>
                  <a:pt x="891" y="0"/>
                </a:moveTo>
                <a:lnTo>
                  <a:pt x="980" y="0"/>
                </a:lnTo>
                <a:moveTo>
                  <a:pt x="1018" y="0"/>
                </a:moveTo>
                <a:lnTo>
                  <a:pt x="1107" y="0"/>
                </a:lnTo>
                <a:moveTo>
                  <a:pt x="1145" y="0"/>
                </a:moveTo>
                <a:lnTo>
                  <a:pt x="1208" y="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F9328F4-3F11-DA93-CCAF-6779E8FB2095}"/>
              </a:ext>
            </a:extLst>
          </p:cNvPr>
          <p:cNvSpPr>
            <a:spLocks/>
          </p:cNvSpPr>
          <p:nvPr/>
        </p:nvSpPr>
        <p:spPr bwMode="auto">
          <a:xfrm>
            <a:off x="1352550" y="787400"/>
            <a:ext cx="96838" cy="0"/>
          </a:xfrm>
          <a:custGeom>
            <a:avLst/>
            <a:gdLst>
              <a:gd name="T0" fmla="*/ 0 w 121"/>
              <a:gd name="T1" fmla="*/ 121 w 121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21">
                <a:moveTo>
                  <a:pt x="0" y="0"/>
                </a:moveTo>
                <a:cubicBezTo>
                  <a:pt x="47" y="0"/>
                  <a:pt x="87" y="0"/>
                  <a:pt x="121" y="0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E21D8A4-8603-64A6-9B01-71165A2397CF}"/>
              </a:ext>
            </a:extLst>
          </p:cNvPr>
          <p:cNvSpPr>
            <a:spLocks/>
          </p:cNvSpPr>
          <p:nvPr/>
        </p:nvSpPr>
        <p:spPr bwMode="auto">
          <a:xfrm>
            <a:off x="1395413" y="760413"/>
            <a:ext cx="53975" cy="53975"/>
          </a:xfrm>
          <a:custGeom>
            <a:avLst/>
            <a:gdLst>
              <a:gd name="T0" fmla="*/ 0 w 68"/>
              <a:gd name="T1" fmla="*/ 0 h 68"/>
              <a:gd name="T2" fmla="*/ 68 w 68"/>
              <a:gd name="T3" fmla="*/ 34 h 68"/>
              <a:gd name="T4" fmla="*/ 0 w 68"/>
              <a:gd name="T5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34"/>
                </a:lnTo>
                <a:lnTo>
                  <a:pt x="0" y="68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2A9520-DD64-999A-E233-EE02158CA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1374775"/>
            <a:ext cx="15709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7BB58-E7BD-D145-3C80-C84A442D6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1377950"/>
            <a:ext cx="50482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较长：直接穿切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BCF3ED8-E410-3755-26AF-8D4D636F98D3}"/>
              </a:ext>
            </a:extLst>
          </p:cNvPr>
          <p:cNvSpPr>
            <a:spLocks/>
          </p:cNvSpPr>
          <p:nvPr/>
        </p:nvSpPr>
        <p:spPr bwMode="auto">
          <a:xfrm>
            <a:off x="3197225" y="754063"/>
            <a:ext cx="65088" cy="65088"/>
          </a:xfrm>
          <a:custGeom>
            <a:avLst/>
            <a:gdLst>
              <a:gd name="T0" fmla="*/ 41 w 82"/>
              <a:gd name="T1" fmla="*/ 82 h 82"/>
              <a:gd name="T2" fmla="*/ 70 w 82"/>
              <a:gd name="T3" fmla="*/ 70 h 82"/>
              <a:gd name="T4" fmla="*/ 82 w 82"/>
              <a:gd name="T5" fmla="*/ 41 h 82"/>
              <a:gd name="T6" fmla="*/ 70 w 82"/>
              <a:gd name="T7" fmla="*/ 12 h 82"/>
              <a:gd name="T8" fmla="*/ 41 w 82"/>
              <a:gd name="T9" fmla="*/ 0 h 82"/>
              <a:gd name="T10" fmla="*/ 12 w 82"/>
              <a:gd name="T11" fmla="*/ 12 h 82"/>
              <a:gd name="T12" fmla="*/ 0 w 82"/>
              <a:gd name="T13" fmla="*/ 41 h 82"/>
              <a:gd name="T14" fmla="*/ 12 w 82"/>
              <a:gd name="T15" fmla="*/ 70 h 82"/>
              <a:gd name="T16" fmla="*/ 41 w 82"/>
              <a:gd name="T17" fmla="*/ 82 h 82"/>
              <a:gd name="T18" fmla="*/ 41 w 82"/>
              <a:gd name="T19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" h="82">
                <a:moveTo>
                  <a:pt x="41" y="82"/>
                </a:moveTo>
                <a:cubicBezTo>
                  <a:pt x="52" y="82"/>
                  <a:pt x="63" y="78"/>
                  <a:pt x="70" y="70"/>
                </a:cubicBezTo>
                <a:cubicBezTo>
                  <a:pt x="78" y="62"/>
                  <a:pt x="82" y="52"/>
                  <a:pt x="82" y="41"/>
                </a:cubicBezTo>
                <a:cubicBezTo>
                  <a:pt x="82" y="30"/>
                  <a:pt x="78" y="20"/>
                  <a:pt x="70" y="12"/>
                </a:cubicBezTo>
                <a:cubicBezTo>
                  <a:pt x="63" y="4"/>
                  <a:pt x="52" y="0"/>
                  <a:pt x="41" y="0"/>
                </a:cubicBezTo>
                <a:cubicBezTo>
                  <a:pt x="30" y="0"/>
                  <a:pt x="20" y="4"/>
                  <a:pt x="12" y="12"/>
                </a:cubicBezTo>
                <a:cubicBezTo>
                  <a:pt x="4" y="20"/>
                  <a:pt x="0" y="30"/>
                  <a:pt x="0" y="41"/>
                </a:cubicBezTo>
                <a:cubicBezTo>
                  <a:pt x="0" y="52"/>
                  <a:pt x="4" y="62"/>
                  <a:pt x="12" y="70"/>
                </a:cubicBezTo>
                <a:cubicBezTo>
                  <a:pt x="20" y="78"/>
                  <a:pt x="30" y="82"/>
                  <a:pt x="41" y="82"/>
                </a:cubicBezTo>
                <a:lnTo>
                  <a:pt x="41" y="82"/>
                </a:ln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19AC972-7A29-10EC-1E4B-A2B03DF9169A}"/>
              </a:ext>
            </a:extLst>
          </p:cNvPr>
          <p:cNvSpPr>
            <a:spLocks/>
          </p:cNvSpPr>
          <p:nvPr/>
        </p:nvSpPr>
        <p:spPr bwMode="auto">
          <a:xfrm>
            <a:off x="3378200" y="733425"/>
            <a:ext cx="9525" cy="53975"/>
          </a:xfrm>
          <a:custGeom>
            <a:avLst/>
            <a:gdLst>
              <a:gd name="T0" fmla="*/ 12 w 12"/>
              <a:gd name="T1" fmla="*/ 68 h 68"/>
              <a:gd name="T2" fmla="*/ 9 w 12"/>
              <a:gd name="T3" fmla="*/ 34 h 68"/>
              <a:gd name="T4" fmla="*/ 0 w 12"/>
              <a:gd name="T5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68">
                <a:moveTo>
                  <a:pt x="12" y="68"/>
                </a:moveTo>
                <a:cubicBezTo>
                  <a:pt x="12" y="57"/>
                  <a:pt x="11" y="45"/>
                  <a:pt x="9" y="34"/>
                </a:cubicBezTo>
                <a:cubicBezTo>
                  <a:pt x="7" y="22"/>
                  <a:pt x="4" y="11"/>
                  <a:pt x="0" y="0"/>
                </a:cubicBez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0DEC3BBB-1FA6-6A1B-B72D-77D4B4160F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1138" y="612775"/>
            <a:ext cx="955675" cy="347663"/>
          </a:xfrm>
          <a:prstGeom prst="line">
            <a:avLst/>
          </a:pr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9CA4633-8BE1-9D1E-7F1A-3F4D15F6F80E}"/>
              </a:ext>
            </a:extLst>
          </p:cNvPr>
          <p:cNvSpPr>
            <a:spLocks noEditPoints="1"/>
          </p:cNvSpPr>
          <p:nvPr/>
        </p:nvSpPr>
        <p:spPr bwMode="auto">
          <a:xfrm>
            <a:off x="2679700" y="787400"/>
            <a:ext cx="928688" cy="0"/>
          </a:xfrm>
          <a:custGeom>
            <a:avLst/>
            <a:gdLst>
              <a:gd name="T0" fmla="*/ 11 w 1169"/>
              <a:gd name="T1" fmla="*/ 41 w 1169"/>
              <a:gd name="T2" fmla="*/ 71 w 1169"/>
              <a:gd name="T3" fmla="*/ 100 w 1169"/>
              <a:gd name="T4" fmla="*/ 130 w 1169"/>
              <a:gd name="T5" fmla="*/ 160 w 1169"/>
              <a:gd name="T6" fmla="*/ 189 w 1169"/>
              <a:gd name="T7" fmla="*/ 219 w 1169"/>
              <a:gd name="T8" fmla="*/ 249 w 1169"/>
              <a:gd name="T9" fmla="*/ 278 w 1169"/>
              <a:gd name="T10" fmla="*/ 308 w 1169"/>
              <a:gd name="T11" fmla="*/ 338 w 1169"/>
              <a:gd name="T12" fmla="*/ 367 w 1169"/>
              <a:gd name="T13" fmla="*/ 397 w 1169"/>
              <a:gd name="T14" fmla="*/ 427 w 1169"/>
              <a:gd name="T15" fmla="*/ 456 w 1169"/>
              <a:gd name="T16" fmla="*/ 486 w 1169"/>
              <a:gd name="T17" fmla="*/ 516 w 1169"/>
              <a:gd name="T18" fmla="*/ 546 w 1169"/>
              <a:gd name="T19" fmla="*/ 575 w 1169"/>
              <a:gd name="T20" fmla="*/ 605 w 1169"/>
              <a:gd name="T21" fmla="*/ 635 w 1169"/>
              <a:gd name="T22" fmla="*/ 664 w 1169"/>
              <a:gd name="T23" fmla="*/ 694 w 1169"/>
              <a:gd name="T24" fmla="*/ 724 w 1169"/>
              <a:gd name="T25" fmla="*/ 753 w 1169"/>
              <a:gd name="T26" fmla="*/ 783 w 1169"/>
              <a:gd name="T27" fmla="*/ 813 w 1169"/>
              <a:gd name="T28" fmla="*/ 842 w 1169"/>
              <a:gd name="T29" fmla="*/ 872 w 1169"/>
              <a:gd name="T30" fmla="*/ 902 w 1169"/>
              <a:gd name="T31" fmla="*/ 931 w 1169"/>
              <a:gd name="T32" fmla="*/ 961 w 1169"/>
              <a:gd name="T33" fmla="*/ 991 w 1169"/>
              <a:gd name="T34" fmla="*/ 1020 w 1169"/>
              <a:gd name="T35" fmla="*/ 1050 w 1169"/>
              <a:gd name="T36" fmla="*/ 1080 w 1169"/>
              <a:gd name="T37" fmla="*/ 1109 w 1169"/>
              <a:gd name="T38" fmla="*/ 1139 w 1169"/>
              <a:gd name="T39" fmla="*/ 1169 w 116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  <a:cxn ang="0">
                <a:pos x="T12" y="0"/>
              </a:cxn>
              <a:cxn ang="0">
                <a:pos x="T13" y="0"/>
              </a:cxn>
              <a:cxn ang="0">
                <a:pos x="T14" y="0"/>
              </a:cxn>
              <a:cxn ang="0">
                <a:pos x="T15" y="0"/>
              </a:cxn>
              <a:cxn ang="0">
                <a:pos x="T16" y="0"/>
              </a:cxn>
              <a:cxn ang="0">
                <a:pos x="T17" y="0"/>
              </a:cxn>
              <a:cxn ang="0">
                <a:pos x="T18" y="0"/>
              </a:cxn>
              <a:cxn ang="0">
                <a:pos x="T19" y="0"/>
              </a:cxn>
              <a:cxn ang="0">
                <a:pos x="T20" y="0"/>
              </a:cxn>
              <a:cxn ang="0">
                <a:pos x="T21" y="0"/>
              </a:cxn>
              <a:cxn ang="0">
                <a:pos x="T22" y="0"/>
              </a:cxn>
              <a:cxn ang="0">
                <a:pos x="T23" y="0"/>
              </a:cxn>
              <a:cxn ang="0">
                <a:pos x="T24" y="0"/>
              </a:cxn>
              <a:cxn ang="0">
                <a:pos x="T25" y="0"/>
              </a:cxn>
              <a:cxn ang="0">
                <a:pos x="T26" y="0"/>
              </a:cxn>
              <a:cxn ang="0">
                <a:pos x="T27" y="0"/>
              </a:cxn>
              <a:cxn ang="0">
                <a:pos x="T28" y="0"/>
              </a:cxn>
              <a:cxn ang="0">
                <a:pos x="T29" y="0"/>
              </a:cxn>
              <a:cxn ang="0">
                <a:pos x="T30" y="0"/>
              </a:cxn>
              <a:cxn ang="0">
                <a:pos x="T31" y="0"/>
              </a:cxn>
              <a:cxn ang="0">
                <a:pos x="T32" y="0"/>
              </a:cxn>
              <a:cxn ang="0">
                <a:pos x="T33" y="0"/>
              </a:cxn>
              <a:cxn ang="0">
                <a:pos x="T34" y="0"/>
              </a:cxn>
              <a:cxn ang="0">
                <a:pos x="T35" y="0"/>
              </a:cxn>
              <a:cxn ang="0">
                <a:pos x="T36" y="0"/>
              </a:cxn>
              <a:cxn ang="0">
                <a:pos x="T37" y="0"/>
              </a:cxn>
              <a:cxn ang="0">
                <a:pos x="T38" y="0"/>
              </a:cxn>
              <a:cxn ang="0">
                <a:pos x="T39" y="0"/>
              </a:cxn>
            </a:cxnLst>
            <a:rect l="0" t="0" r="r" b="b"/>
            <a:pathLst>
              <a:path w="1169">
                <a:moveTo>
                  <a:pt x="0" y="0"/>
                </a:moveTo>
                <a:lnTo>
                  <a:pt x="11" y="0"/>
                </a:lnTo>
                <a:moveTo>
                  <a:pt x="30" y="0"/>
                </a:moveTo>
                <a:lnTo>
                  <a:pt x="41" y="0"/>
                </a:lnTo>
                <a:moveTo>
                  <a:pt x="59" y="0"/>
                </a:moveTo>
                <a:lnTo>
                  <a:pt x="71" y="0"/>
                </a:lnTo>
                <a:moveTo>
                  <a:pt x="89" y="0"/>
                </a:moveTo>
                <a:lnTo>
                  <a:pt x="100" y="0"/>
                </a:lnTo>
                <a:moveTo>
                  <a:pt x="119" y="0"/>
                </a:moveTo>
                <a:lnTo>
                  <a:pt x="130" y="0"/>
                </a:lnTo>
                <a:moveTo>
                  <a:pt x="148" y="0"/>
                </a:moveTo>
                <a:lnTo>
                  <a:pt x="160" y="0"/>
                </a:lnTo>
                <a:moveTo>
                  <a:pt x="178" y="0"/>
                </a:moveTo>
                <a:lnTo>
                  <a:pt x="189" y="0"/>
                </a:lnTo>
                <a:moveTo>
                  <a:pt x="208" y="0"/>
                </a:moveTo>
                <a:lnTo>
                  <a:pt x="219" y="0"/>
                </a:lnTo>
                <a:moveTo>
                  <a:pt x="238" y="0"/>
                </a:moveTo>
                <a:lnTo>
                  <a:pt x="249" y="0"/>
                </a:lnTo>
                <a:moveTo>
                  <a:pt x="267" y="0"/>
                </a:moveTo>
                <a:lnTo>
                  <a:pt x="278" y="0"/>
                </a:lnTo>
                <a:moveTo>
                  <a:pt x="297" y="0"/>
                </a:moveTo>
                <a:lnTo>
                  <a:pt x="308" y="0"/>
                </a:lnTo>
                <a:moveTo>
                  <a:pt x="327" y="0"/>
                </a:moveTo>
                <a:lnTo>
                  <a:pt x="338" y="0"/>
                </a:lnTo>
                <a:moveTo>
                  <a:pt x="356" y="0"/>
                </a:moveTo>
                <a:lnTo>
                  <a:pt x="367" y="0"/>
                </a:lnTo>
                <a:moveTo>
                  <a:pt x="386" y="0"/>
                </a:moveTo>
                <a:lnTo>
                  <a:pt x="397" y="0"/>
                </a:lnTo>
                <a:moveTo>
                  <a:pt x="416" y="0"/>
                </a:moveTo>
                <a:lnTo>
                  <a:pt x="427" y="0"/>
                </a:lnTo>
                <a:moveTo>
                  <a:pt x="445" y="0"/>
                </a:moveTo>
                <a:lnTo>
                  <a:pt x="456" y="0"/>
                </a:lnTo>
                <a:moveTo>
                  <a:pt x="475" y="0"/>
                </a:moveTo>
                <a:lnTo>
                  <a:pt x="486" y="0"/>
                </a:lnTo>
                <a:moveTo>
                  <a:pt x="505" y="0"/>
                </a:moveTo>
                <a:lnTo>
                  <a:pt x="516" y="0"/>
                </a:lnTo>
                <a:moveTo>
                  <a:pt x="534" y="0"/>
                </a:moveTo>
                <a:lnTo>
                  <a:pt x="546" y="0"/>
                </a:lnTo>
                <a:moveTo>
                  <a:pt x="564" y="0"/>
                </a:moveTo>
                <a:lnTo>
                  <a:pt x="575" y="0"/>
                </a:lnTo>
                <a:moveTo>
                  <a:pt x="594" y="0"/>
                </a:moveTo>
                <a:lnTo>
                  <a:pt x="605" y="0"/>
                </a:lnTo>
                <a:moveTo>
                  <a:pt x="623" y="0"/>
                </a:moveTo>
                <a:lnTo>
                  <a:pt x="635" y="0"/>
                </a:lnTo>
                <a:moveTo>
                  <a:pt x="653" y="0"/>
                </a:moveTo>
                <a:lnTo>
                  <a:pt x="664" y="0"/>
                </a:lnTo>
                <a:moveTo>
                  <a:pt x="683" y="0"/>
                </a:moveTo>
                <a:lnTo>
                  <a:pt x="694" y="0"/>
                </a:lnTo>
                <a:moveTo>
                  <a:pt x="712" y="0"/>
                </a:moveTo>
                <a:lnTo>
                  <a:pt x="724" y="0"/>
                </a:lnTo>
                <a:moveTo>
                  <a:pt x="742" y="0"/>
                </a:moveTo>
                <a:lnTo>
                  <a:pt x="753" y="0"/>
                </a:lnTo>
                <a:moveTo>
                  <a:pt x="772" y="0"/>
                </a:moveTo>
                <a:lnTo>
                  <a:pt x="783" y="0"/>
                </a:lnTo>
                <a:moveTo>
                  <a:pt x="801" y="0"/>
                </a:moveTo>
                <a:lnTo>
                  <a:pt x="813" y="0"/>
                </a:lnTo>
                <a:moveTo>
                  <a:pt x="831" y="0"/>
                </a:moveTo>
                <a:lnTo>
                  <a:pt x="842" y="0"/>
                </a:lnTo>
                <a:moveTo>
                  <a:pt x="861" y="0"/>
                </a:moveTo>
                <a:lnTo>
                  <a:pt x="872" y="0"/>
                </a:lnTo>
                <a:moveTo>
                  <a:pt x="890" y="0"/>
                </a:moveTo>
                <a:lnTo>
                  <a:pt x="902" y="0"/>
                </a:lnTo>
                <a:moveTo>
                  <a:pt x="920" y="0"/>
                </a:moveTo>
                <a:lnTo>
                  <a:pt x="931" y="0"/>
                </a:lnTo>
                <a:moveTo>
                  <a:pt x="950" y="0"/>
                </a:moveTo>
                <a:lnTo>
                  <a:pt x="961" y="0"/>
                </a:lnTo>
                <a:moveTo>
                  <a:pt x="980" y="0"/>
                </a:moveTo>
                <a:lnTo>
                  <a:pt x="991" y="0"/>
                </a:lnTo>
                <a:moveTo>
                  <a:pt x="1009" y="0"/>
                </a:moveTo>
                <a:lnTo>
                  <a:pt x="1020" y="0"/>
                </a:lnTo>
                <a:moveTo>
                  <a:pt x="1039" y="0"/>
                </a:moveTo>
                <a:lnTo>
                  <a:pt x="1050" y="0"/>
                </a:lnTo>
                <a:moveTo>
                  <a:pt x="1069" y="0"/>
                </a:moveTo>
                <a:lnTo>
                  <a:pt x="1080" y="0"/>
                </a:lnTo>
                <a:moveTo>
                  <a:pt x="1098" y="0"/>
                </a:moveTo>
                <a:lnTo>
                  <a:pt x="1109" y="0"/>
                </a:lnTo>
                <a:moveTo>
                  <a:pt x="1128" y="0"/>
                </a:moveTo>
                <a:lnTo>
                  <a:pt x="1139" y="0"/>
                </a:lnTo>
                <a:moveTo>
                  <a:pt x="1158" y="0"/>
                </a:moveTo>
                <a:lnTo>
                  <a:pt x="1169" y="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CC2B71A-D270-C5EF-C8ED-4C1149EBB214}"/>
              </a:ext>
            </a:extLst>
          </p:cNvPr>
          <p:cNvSpPr>
            <a:spLocks noEditPoints="1"/>
          </p:cNvSpPr>
          <p:nvPr/>
        </p:nvSpPr>
        <p:spPr bwMode="auto">
          <a:xfrm>
            <a:off x="2925763" y="787400"/>
            <a:ext cx="303213" cy="0"/>
          </a:xfrm>
          <a:custGeom>
            <a:avLst/>
            <a:gdLst>
              <a:gd name="T0" fmla="*/ 0 w 383"/>
              <a:gd name="T1" fmla="*/ 89 w 383"/>
              <a:gd name="T2" fmla="*/ 127 w 383"/>
              <a:gd name="T3" fmla="*/ 216 w 383"/>
              <a:gd name="T4" fmla="*/ 255 w 383"/>
              <a:gd name="T5" fmla="*/ 343 w 383"/>
              <a:gd name="T6" fmla="*/ 382 w 383"/>
              <a:gd name="T7" fmla="*/ 383 w 38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</a:cxnLst>
            <a:rect l="0" t="0" r="r" b="b"/>
            <a:pathLst>
              <a:path w="383">
                <a:moveTo>
                  <a:pt x="0" y="0"/>
                </a:moveTo>
                <a:lnTo>
                  <a:pt x="89" y="0"/>
                </a:lnTo>
                <a:moveTo>
                  <a:pt x="127" y="0"/>
                </a:moveTo>
                <a:lnTo>
                  <a:pt x="216" y="0"/>
                </a:lnTo>
                <a:moveTo>
                  <a:pt x="255" y="0"/>
                </a:moveTo>
                <a:lnTo>
                  <a:pt x="343" y="0"/>
                </a:lnTo>
                <a:moveTo>
                  <a:pt x="382" y="0"/>
                </a:moveTo>
                <a:lnTo>
                  <a:pt x="383" y="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630655E-029C-EDE3-7AFF-A49BC5C7A6E7}"/>
              </a:ext>
            </a:extLst>
          </p:cNvPr>
          <p:cNvSpPr>
            <a:spLocks/>
          </p:cNvSpPr>
          <p:nvPr/>
        </p:nvSpPr>
        <p:spPr bwMode="auto">
          <a:xfrm>
            <a:off x="2997200" y="787400"/>
            <a:ext cx="96838" cy="0"/>
          </a:xfrm>
          <a:custGeom>
            <a:avLst/>
            <a:gdLst>
              <a:gd name="T0" fmla="*/ 0 w 121"/>
              <a:gd name="T1" fmla="*/ 121 w 121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21">
                <a:moveTo>
                  <a:pt x="0" y="0"/>
                </a:moveTo>
                <a:cubicBezTo>
                  <a:pt x="48" y="0"/>
                  <a:pt x="88" y="0"/>
                  <a:pt x="121" y="0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E64F7E2-925D-CE85-D978-AB5A3E1EE34C}"/>
              </a:ext>
            </a:extLst>
          </p:cNvPr>
          <p:cNvSpPr>
            <a:spLocks/>
          </p:cNvSpPr>
          <p:nvPr/>
        </p:nvSpPr>
        <p:spPr bwMode="auto">
          <a:xfrm>
            <a:off x="3040063" y="760413"/>
            <a:ext cx="53975" cy="53975"/>
          </a:xfrm>
          <a:custGeom>
            <a:avLst/>
            <a:gdLst>
              <a:gd name="T0" fmla="*/ 0 w 67"/>
              <a:gd name="T1" fmla="*/ 0 h 68"/>
              <a:gd name="T2" fmla="*/ 67 w 67"/>
              <a:gd name="T3" fmla="*/ 34 h 68"/>
              <a:gd name="T4" fmla="*/ 0 w 67"/>
              <a:gd name="T5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68">
                <a:moveTo>
                  <a:pt x="0" y="0"/>
                </a:moveTo>
                <a:lnTo>
                  <a:pt x="67" y="34"/>
                </a:lnTo>
                <a:lnTo>
                  <a:pt x="0" y="68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FD7E25-8CC5-4FD7-50D9-33671384B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98475"/>
            <a:ext cx="2349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F73C3B-32EC-4E1F-6262-4A0E081D6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475" y="1374775"/>
            <a:ext cx="2317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(b)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0A4C7-E18E-9922-1FDA-29EEA2C4C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1377950"/>
            <a:ext cx="50482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较短：终止示例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F4B69E15-2316-7DB4-5995-8B0AE7CA5452}"/>
              </a:ext>
            </a:extLst>
          </p:cNvPr>
          <p:cNvSpPr>
            <a:spLocks/>
          </p:cNvSpPr>
          <p:nvPr/>
        </p:nvSpPr>
        <p:spPr bwMode="auto">
          <a:xfrm>
            <a:off x="4841875" y="754063"/>
            <a:ext cx="65088" cy="65088"/>
          </a:xfrm>
          <a:custGeom>
            <a:avLst/>
            <a:gdLst>
              <a:gd name="T0" fmla="*/ 41 w 83"/>
              <a:gd name="T1" fmla="*/ 82 h 82"/>
              <a:gd name="T2" fmla="*/ 71 w 83"/>
              <a:gd name="T3" fmla="*/ 70 h 82"/>
              <a:gd name="T4" fmla="*/ 83 w 83"/>
              <a:gd name="T5" fmla="*/ 41 h 82"/>
              <a:gd name="T6" fmla="*/ 71 w 83"/>
              <a:gd name="T7" fmla="*/ 12 h 82"/>
              <a:gd name="T8" fmla="*/ 41 w 83"/>
              <a:gd name="T9" fmla="*/ 0 h 82"/>
              <a:gd name="T10" fmla="*/ 12 w 83"/>
              <a:gd name="T11" fmla="*/ 12 h 82"/>
              <a:gd name="T12" fmla="*/ 0 w 83"/>
              <a:gd name="T13" fmla="*/ 41 h 82"/>
              <a:gd name="T14" fmla="*/ 12 w 83"/>
              <a:gd name="T15" fmla="*/ 70 h 82"/>
              <a:gd name="T16" fmla="*/ 41 w 83"/>
              <a:gd name="T17" fmla="*/ 82 h 82"/>
              <a:gd name="T18" fmla="*/ 41 w 83"/>
              <a:gd name="T19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82">
                <a:moveTo>
                  <a:pt x="41" y="82"/>
                </a:moveTo>
                <a:cubicBezTo>
                  <a:pt x="52" y="82"/>
                  <a:pt x="63" y="78"/>
                  <a:pt x="71" y="70"/>
                </a:cubicBezTo>
                <a:cubicBezTo>
                  <a:pt x="78" y="62"/>
                  <a:pt x="83" y="52"/>
                  <a:pt x="83" y="41"/>
                </a:cubicBezTo>
                <a:cubicBezTo>
                  <a:pt x="83" y="30"/>
                  <a:pt x="78" y="20"/>
                  <a:pt x="71" y="12"/>
                </a:cubicBezTo>
                <a:cubicBezTo>
                  <a:pt x="63" y="4"/>
                  <a:pt x="52" y="0"/>
                  <a:pt x="41" y="0"/>
                </a:cubicBezTo>
                <a:cubicBezTo>
                  <a:pt x="30" y="0"/>
                  <a:pt x="20" y="4"/>
                  <a:pt x="12" y="12"/>
                </a:cubicBezTo>
                <a:cubicBezTo>
                  <a:pt x="5" y="20"/>
                  <a:pt x="0" y="30"/>
                  <a:pt x="0" y="41"/>
                </a:cubicBezTo>
                <a:cubicBezTo>
                  <a:pt x="0" y="52"/>
                  <a:pt x="5" y="62"/>
                  <a:pt x="12" y="70"/>
                </a:cubicBezTo>
                <a:cubicBezTo>
                  <a:pt x="20" y="78"/>
                  <a:pt x="30" y="82"/>
                  <a:pt x="41" y="82"/>
                </a:cubicBezTo>
                <a:lnTo>
                  <a:pt x="41" y="82"/>
                </a:ln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DBEFD5AC-6211-1429-BB8C-36C7CE4BEF74}"/>
              </a:ext>
            </a:extLst>
          </p:cNvPr>
          <p:cNvSpPr>
            <a:spLocks/>
          </p:cNvSpPr>
          <p:nvPr/>
        </p:nvSpPr>
        <p:spPr bwMode="auto">
          <a:xfrm>
            <a:off x="4914900" y="635000"/>
            <a:ext cx="117475" cy="152400"/>
          </a:xfrm>
          <a:custGeom>
            <a:avLst/>
            <a:gdLst>
              <a:gd name="T0" fmla="*/ 147 w 147"/>
              <a:gd name="T1" fmla="*/ 192 h 192"/>
              <a:gd name="T2" fmla="*/ 106 w 147"/>
              <a:gd name="T3" fmla="*/ 71 h 192"/>
              <a:gd name="T4" fmla="*/ 0 w 147"/>
              <a:gd name="T5" fmla="*/ 0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7" h="192">
                <a:moveTo>
                  <a:pt x="147" y="192"/>
                </a:moveTo>
                <a:cubicBezTo>
                  <a:pt x="147" y="148"/>
                  <a:pt x="133" y="106"/>
                  <a:pt x="106" y="71"/>
                </a:cubicBezTo>
                <a:cubicBezTo>
                  <a:pt x="79" y="36"/>
                  <a:pt x="42" y="11"/>
                  <a:pt x="0" y="0"/>
                </a:cubicBez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E0D65613-0C03-2612-0069-0B87D3ABD1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3450" y="295275"/>
            <a:ext cx="261938" cy="982663"/>
          </a:xfrm>
          <a:prstGeom prst="line">
            <a:avLst/>
          </a:pr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FC82D90-803B-D7F4-0A3A-51F65AE4E8D9}"/>
              </a:ext>
            </a:extLst>
          </p:cNvPr>
          <p:cNvSpPr>
            <a:spLocks noEditPoints="1"/>
          </p:cNvSpPr>
          <p:nvPr/>
        </p:nvSpPr>
        <p:spPr bwMode="auto">
          <a:xfrm>
            <a:off x="4324350" y="787400"/>
            <a:ext cx="928688" cy="0"/>
          </a:xfrm>
          <a:custGeom>
            <a:avLst/>
            <a:gdLst>
              <a:gd name="T0" fmla="*/ 12 w 1169"/>
              <a:gd name="T1" fmla="*/ 41 w 1169"/>
              <a:gd name="T2" fmla="*/ 71 w 1169"/>
              <a:gd name="T3" fmla="*/ 101 w 1169"/>
              <a:gd name="T4" fmla="*/ 130 w 1169"/>
              <a:gd name="T5" fmla="*/ 160 w 1169"/>
              <a:gd name="T6" fmla="*/ 190 w 1169"/>
              <a:gd name="T7" fmla="*/ 219 w 1169"/>
              <a:gd name="T8" fmla="*/ 249 w 1169"/>
              <a:gd name="T9" fmla="*/ 279 w 1169"/>
              <a:gd name="T10" fmla="*/ 308 w 1169"/>
              <a:gd name="T11" fmla="*/ 338 w 1169"/>
              <a:gd name="T12" fmla="*/ 368 w 1169"/>
              <a:gd name="T13" fmla="*/ 397 w 1169"/>
              <a:gd name="T14" fmla="*/ 427 w 1169"/>
              <a:gd name="T15" fmla="*/ 457 w 1169"/>
              <a:gd name="T16" fmla="*/ 486 w 1169"/>
              <a:gd name="T17" fmla="*/ 516 w 1169"/>
              <a:gd name="T18" fmla="*/ 546 w 1169"/>
              <a:gd name="T19" fmla="*/ 575 w 1169"/>
              <a:gd name="T20" fmla="*/ 605 w 1169"/>
              <a:gd name="T21" fmla="*/ 635 w 1169"/>
              <a:gd name="T22" fmla="*/ 665 w 1169"/>
              <a:gd name="T23" fmla="*/ 694 w 1169"/>
              <a:gd name="T24" fmla="*/ 724 w 1169"/>
              <a:gd name="T25" fmla="*/ 754 w 1169"/>
              <a:gd name="T26" fmla="*/ 783 w 1169"/>
              <a:gd name="T27" fmla="*/ 813 w 1169"/>
              <a:gd name="T28" fmla="*/ 843 w 1169"/>
              <a:gd name="T29" fmla="*/ 872 w 1169"/>
              <a:gd name="T30" fmla="*/ 902 w 1169"/>
              <a:gd name="T31" fmla="*/ 932 w 1169"/>
              <a:gd name="T32" fmla="*/ 961 w 1169"/>
              <a:gd name="T33" fmla="*/ 991 w 1169"/>
              <a:gd name="T34" fmla="*/ 1021 w 1169"/>
              <a:gd name="T35" fmla="*/ 1050 w 1169"/>
              <a:gd name="T36" fmla="*/ 1080 w 1169"/>
              <a:gd name="T37" fmla="*/ 1110 w 1169"/>
              <a:gd name="T38" fmla="*/ 1139 w 1169"/>
              <a:gd name="T39" fmla="*/ 1169 w 116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  <a:cxn ang="0">
                <a:pos x="T12" y="0"/>
              </a:cxn>
              <a:cxn ang="0">
                <a:pos x="T13" y="0"/>
              </a:cxn>
              <a:cxn ang="0">
                <a:pos x="T14" y="0"/>
              </a:cxn>
              <a:cxn ang="0">
                <a:pos x="T15" y="0"/>
              </a:cxn>
              <a:cxn ang="0">
                <a:pos x="T16" y="0"/>
              </a:cxn>
              <a:cxn ang="0">
                <a:pos x="T17" y="0"/>
              </a:cxn>
              <a:cxn ang="0">
                <a:pos x="T18" y="0"/>
              </a:cxn>
              <a:cxn ang="0">
                <a:pos x="T19" y="0"/>
              </a:cxn>
              <a:cxn ang="0">
                <a:pos x="T20" y="0"/>
              </a:cxn>
              <a:cxn ang="0">
                <a:pos x="T21" y="0"/>
              </a:cxn>
              <a:cxn ang="0">
                <a:pos x="T22" y="0"/>
              </a:cxn>
              <a:cxn ang="0">
                <a:pos x="T23" y="0"/>
              </a:cxn>
              <a:cxn ang="0">
                <a:pos x="T24" y="0"/>
              </a:cxn>
              <a:cxn ang="0">
                <a:pos x="T25" y="0"/>
              </a:cxn>
              <a:cxn ang="0">
                <a:pos x="T26" y="0"/>
              </a:cxn>
              <a:cxn ang="0">
                <a:pos x="T27" y="0"/>
              </a:cxn>
              <a:cxn ang="0">
                <a:pos x="T28" y="0"/>
              </a:cxn>
              <a:cxn ang="0">
                <a:pos x="T29" y="0"/>
              </a:cxn>
              <a:cxn ang="0">
                <a:pos x="T30" y="0"/>
              </a:cxn>
              <a:cxn ang="0">
                <a:pos x="T31" y="0"/>
              </a:cxn>
              <a:cxn ang="0">
                <a:pos x="T32" y="0"/>
              </a:cxn>
              <a:cxn ang="0">
                <a:pos x="T33" y="0"/>
              </a:cxn>
              <a:cxn ang="0">
                <a:pos x="T34" y="0"/>
              </a:cxn>
              <a:cxn ang="0">
                <a:pos x="T35" y="0"/>
              </a:cxn>
              <a:cxn ang="0">
                <a:pos x="T36" y="0"/>
              </a:cxn>
              <a:cxn ang="0">
                <a:pos x="T37" y="0"/>
              </a:cxn>
              <a:cxn ang="0">
                <a:pos x="T38" y="0"/>
              </a:cxn>
              <a:cxn ang="0">
                <a:pos x="T39" y="0"/>
              </a:cxn>
            </a:cxnLst>
            <a:rect l="0" t="0" r="r" b="b"/>
            <a:pathLst>
              <a:path w="1169">
                <a:moveTo>
                  <a:pt x="0" y="0"/>
                </a:moveTo>
                <a:lnTo>
                  <a:pt x="12" y="0"/>
                </a:lnTo>
                <a:moveTo>
                  <a:pt x="30" y="0"/>
                </a:moveTo>
                <a:lnTo>
                  <a:pt x="41" y="0"/>
                </a:lnTo>
                <a:moveTo>
                  <a:pt x="60" y="0"/>
                </a:moveTo>
                <a:lnTo>
                  <a:pt x="71" y="0"/>
                </a:lnTo>
                <a:moveTo>
                  <a:pt x="89" y="0"/>
                </a:moveTo>
                <a:lnTo>
                  <a:pt x="101" y="0"/>
                </a:lnTo>
                <a:moveTo>
                  <a:pt x="119" y="0"/>
                </a:moveTo>
                <a:lnTo>
                  <a:pt x="130" y="0"/>
                </a:lnTo>
                <a:moveTo>
                  <a:pt x="149" y="0"/>
                </a:moveTo>
                <a:lnTo>
                  <a:pt x="160" y="0"/>
                </a:lnTo>
                <a:moveTo>
                  <a:pt x="178" y="0"/>
                </a:moveTo>
                <a:lnTo>
                  <a:pt x="190" y="0"/>
                </a:lnTo>
                <a:moveTo>
                  <a:pt x="208" y="0"/>
                </a:moveTo>
                <a:lnTo>
                  <a:pt x="219" y="0"/>
                </a:lnTo>
                <a:moveTo>
                  <a:pt x="238" y="0"/>
                </a:moveTo>
                <a:lnTo>
                  <a:pt x="249" y="0"/>
                </a:lnTo>
                <a:moveTo>
                  <a:pt x="267" y="0"/>
                </a:moveTo>
                <a:lnTo>
                  <a:pt x="279" y="0"/>
                </a:lnTo>
                <a:moveTo>
                  <a:pt x="297" y="0"/>
                </a:moveTo>
                <a:lnTo>
                  <a:pt x="308" y="0"/>
                </a:lnTo>
                <a:moveTo>
                  <a:pt x="327" y="0"/>
                </a:moveTo>
                <a:lnTo>
                  <a:pt x="338" y="0"/>
                </a:lnTo>
                <a:moveTo>
                  <a:pt x="357" y="0"/>
                </a:moveTo>
                <a:lnTo>
                  <a:pt x="368" y="0"/>
                </a:lnTo>
                <a:moveTo>
                  <a:pt x="386" y="0"/>
                </a:moveTo>
                <a:lnTo>
                  <a:pt x="397" y="0"/>
                </a:lnTo>
                <a:moveTo>
                  <a:pt x="416" y="0"/>
                </a:moveTo>
                <a:lnTo>
                  <a:pt x="427" y="0"/>
                </a:lnTo>
                <a:moveTo>
                  <a:pt x="446" y="0"/>
                </a:moveTo>
                <a:lnTo>
                  <a:pt x="457" y="0"/>
                </a:lnTo>
                <a:moveTo>
                  <a:pt x="475" y="0"/>
                </a:moveTo>
                <a:lnTo>
                  <a:pt x="486" y="0"/>
                </a:lnTo>
                <a:moveTo>
                  <a:pt x="505" y="0"/>
                </a:moveTo>
                <a:lnTo>
                  <a:pt x="516" y="0"/>
                </a:lnTo>
                <a:moveTo>
                  <a:pt x="535" y="0"/>
                </a:moveTo>
                <a:lnTo>
                  <a:pt x="546" y="0"/>
                </a:lnTo>
                <a:moveTo>
                  <a:pt x="564" y="0"/>
                </a:moveTo>
                <a:lnTo>
                  <a:pt x="575" y="0"/>
                </a:lnTo>
                <a:moveTo>
                  <a:pt x="594" y="0"/>
                </a:moveTo>
                <a:lnTo>
                  <a:pt x="605" y="0"/>
                </a:lnTo>
                <a:moveTo>
                  <a:pt x="624" y="0"/>
                </a:moveTo>
                <a:lnTo>
                  <a:pt x="635" y="0"/>
                </a:lnTo>
                <a:moveTo>
                  <a:pt x="653" y="0"/>
                </a:moveTo>
                <a:lnTo>
                  <a:pt x="665" y="0"/>
                </a:lnTo>
                <a:moveTo>
                  <a:pt x="683" y="0"/>
                </a:moveTo>
                <a:lnTo>
                  <a:pt x="694" y="0"/>
                </a:lnTo>
                <a:moveTo>
                  <a:pt x="713" y="0"/>
                </a:moveTo>
                <a:lnTo>
                  <a:pt x="724" y="0"/>
                </a:lnTo>
                <a:moveTo>
                  <a:pt x="742" y="0"/>
                </a:moveTo>
                <a:lnTo>
                  <a:pt x="754" y="0"/>
                </a:lnTo>
                <a:moveTo>
                  <a:pt x="772" y="0"/>
                </a:moveTo>
                <a:lnTo>
                  <a:pt x="783" y="0"/>
                </a:lnTo>
                <a:moveTo>
                  <a:pt x="802" y="0"/>
                </a:moveTo>
                <a:lnTo>
                  <a:pt x="813" y="0"/>
                </a:lnTo>
                <a:moveTo>
                  <a:pt x="831" y="0"/>
                </a:moveTo>
                <a:lnTo>
                  <a:pt x="843" y="0"/>
                </a:lnTo>
                <a:moveTo>
                  <a:pt x="861" y="0"/>
                </a:moveTo>
                <a:lnTo>
                  <a:pt x="872" y="0"/>
                </a:lnTo>
                <a:moveTo>
                  <a:pt x="891" y="0"/>
                </a:moveTo>
                <a:lnTo>
                  <a:pt x="902" y="0"/>
                </a:lnTo>
                <a:moveTo>
                  <a:pt x="920" y="0"/>
                </a:moveTo>
                <a:lnTo>
                  <a:pt x="932" y="0"/>
                </a:lnTo>
                <a:moveTo>
                  <a:pt x="950" y="0"/>
                </a:moveTo>
                <a:lnTo>
                  <a:pt x="961" y="0"/>
                </a:lnTo>
                <a:moveTo>
                  <a:pt x="980" y="0"/>
                </a:moveTo>
                <a:lnTo>
                  <a:pt x="991" y="0"/>
                </a:lnTo>
                <a:moveTo>
                  <a:pt x="1009" y="0"/>
                </a:moveTo>
                <a:lnTo>
                  <a:pt x="1021" y="0"/>
                </a:lnTo>
                <a:moveTo>
                  <a:pt x="1039" y="0"/>
                </a:moveTo>
                <a:lnTo>
                  <a:pt x="1050" y="0"/>
                </a:lnTo>
                <a:moveTo>
                  <a:pt x="1069" y="0"/>
                </a:moveTo>
                <a:lnTo>
                  <a:pt x="1080" y="0"/>
                </a:lnTo>
                <a:moveTo>
                  <a:pt x="1099" y="0"/>
                </a:moveTo>
                <a:lnTo>
                  <a:pt x="1110" y="0"/>
                </a:lnTo>
                <a:moveTo>
                  <a:pt x="1128" y="0"/>
                </a:moveTo>
                <a:lnTo>
                  <a:pt x="1139" y="0"/>
                </a:lnTo>
                <a:moveTo>
                  <a:pt x="1158" y="0"/>
                </a:moveTo>
                <a:lnTo>
                  <a:pt x="1169" y="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17EAAE57-8D48-4454-BD5C-FEC45087441F}"/>
              </a:ext>
            </a:extLst>
          </p:cNvPr>
          <p:cNvSpPr>
            <a:spLocks noEditPoints="1"/>
          </p:cNvSpPr>
          <p:nvPr/>
        </p:nvSpPr>
        <p:spPr bwMode="auto">
          <a:xfrm>
            <a:off x="4570413" y="787400"/>
            <a:ext cx="676275" cy="0"/>
          </a:xfrm>
          <a:custGeom>
            <a:avLst/>
            <a:gdLst>
              <a:gd name="T0" fmla="*/ 0 w 852"/>
              <a:gd name="T1" fmla="*/ 88 w 852"/>
              <a:gd name="T2" fmla="*/ 127 w 852"/>
              <a:gd name="T3" fmla="*/ 216 w 852"/>
              <a:gd name="T4" fmla="*/ 254 w 852"/>
              <a:gd name="T5" fmla="*/ 343 w 852"/>
              <a:gd name="T6" fmla="*/ 381 w 852"/>
              <a:gd name="T7" fmla="*/ 470 w 852"/>
              <a:gd name="T8" fmla="*/ 508 w 852"/>
              <a:gd name="T9" fmla="*/ 597 w 852"/>
              <a:gd name="T10" fmla="*/ 636 w 852"/>
              <a:gd name="T11" fmla="*/ 724 w 852"/>
              <a:gd name="T12" fmla="*/ 763 w 852"/>
              <a:gd name="T13" fmla="*/ 852 w 85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  <a:cxn ang="0">
                <a:pos x="T12" y="0"/>
              </a:cxn>
              <a:cxn ang="0">
                <a:pos x="T13" y="0"/>
              </a:cxn>
            </a:cxnLst>
            <a:rect l="0" t="0" r="r" b="b"/>
            <a:pathLst>
              <a:path w="852">
                <a:moveTo>
                  <a:pt x="0" y="0"/>
                </a:moveTo>
                <a:lnTo>
                  <a:pt x="88" y="0"/>
                </a:lnTo>
                <a:moveTo>
                  <a:pt x="127" y="0"/>
                </a:moveTo>
                <a:lnTo>
                  <a:pt x="216" y="0"/>
                </a:lnTo>
                <a:moveTo>
                  <a:pt x="254" y="0"/>
                </a:moveTo>
                <a:lnTo>
                  <a:pt x="343" y="0"/>
                </a:lnTo>
                <a:moveTo>
                  <a:pt x="381" y="0"/>
                </a:moveTo>
                <a:lnTo>
                  <a:pt x="470" y="0"/>
                </a:lnTo>
                <a:moveTo>
                  <a:pt x="508" y="0"/>
                </a:moveTo>
                <a:lnTo>
                  <a:pt x="597" y="0"/>
                </a:lnTo>
                <a:moveTo>
                  <a:pt x="636" y="0"/>
                </a:moveTo>
                <a:lnTo>
                  <a:pt x="724" y="0"/>
                </a:lnTo>
                <a:moveTo>
                  <a:pt x="763" y="0"/>
                </a:moveTo>
                <a:lnTo>
                  <a:pt x="852" y="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B139D171-F362-80C6-0E96-FC58350A7252}"/>
              </a:ext>
            </a:extLst>
          </p:cNvPr>
          <p:cNvSpPr>
            <a:spLocks/>
          </p:cNvSpPr>
          <p:nvPr/>
        </p:nvSpPr>
        <p:spPr bwMode="auto">
          <a:xfrm>
            <a:off x="4641850" y="787400"/>
            <a:ext cx="96838" cy="0"/>
          </a:xfrm>
          <a:custGeom>
            <a:avLst/>
            <a:gdLst>
              <a:gd name="T0" fmla="*/ 0 w 121"/>
              <a:gd name="T1" fmla="*/ 121 w 121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21">
                <a:moveTo>
                  <a:pt x="0" y="0"/>
                </a:moveTo>
                <a:cubicBezTo>
                  <a:pt x="48" y="0"/>
                  <a:pt x="88" y="0"/>
                  <a:pt x="121" y="0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8F673875-4BC3-C28C-FF81-200816637FD6}"/>
              </a:ext>
            </a:extLst>
          </p:cNvPr>
          <p:cNvSpPr>
            <a:spLocks/>
          </p:cNvSpPr>
          <p:nvPr/>
        </p:nvSpPr>
        <p:spPr bwMode="auto">
          <a:xfrm>
            <a:off x="4684713" y="760413"/>
            <a:ext cx="53975" cy="53975"/>
          </a:xfrm>
          <a:custGeom>
            <a:avLst/>
            <a:gdLst>
              <a:gd name="T0" fmla="*/ 0 w 67"/>
              <a:gd name="T1" fmla="*/ 0 h 68"/>
              <a:gd name="T2" fmla="*/ 67 w 67"/>
              <a:gd name="T3" fmla="*/ 34 h 68"/>
              <a:gd name="T4" fmla="*/ 0 w 67"/>
              <a:gd name="T5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68">
                <a:moveTo>
                  <a:pt x="0" y="0"/>
                </a:moveTo>
                <a:lnTo>
                  <a:pt x="67" y="34"/>
                </a:lnTo>
                <a:lnTo>
                  <a:pt x="0" y="68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2E2DC4-3ECA-EBBD-7080-4FFD30411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488" y="498475"/>
            <a:ext cx="2349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75°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184060-9AE4-E6A0-61EA-106FE68CE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300" y="1374775"/>
            <a:ext cx="2254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(c)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99C612-E1C0-8BDE-D1AF-E0F4F586A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8" y="1377950"/>
            <a:ext cx="50482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较短：穿切示例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7D8C13-5D6F-0A8A-2C35-BA08B3C4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2144713"/>
            <a:ext cx="4706938" cy="16589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EDDD3744-6C51-9A60-2DFB-134E68C489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3750" y="3765550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1A0CD5-AA6D-A7C4-60CE-98D9F2F00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382428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E5C97629-C323-D6FF-158B-E9B49EE893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77975" y="3765550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382377-D531-9BB7-07C4-F4212C748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824288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E1C804F6-E1A2-7982-461F-0803F5D827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8" y="3765550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BC7479-F055-47B6-3BC0-2CCF767DF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8" y="3824288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F173FD90-1DBC-C3AB-0AA4-CFC5C3430F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8013" y="3765550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12663F-690D-A59A-58AC-69F4F8C4B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13" y="3824288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659AE7DE-0594-35D8-5DCE-931B6FA9FB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2238" y="3765550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6A041C-4A9C-CCB7-428B-4EBAFE51E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3824288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Line 45">
            <a:extLst>
              <a:ext uri="{FF2B5EF4-FFF2-40B4-BE49-F238E27FC236}">
                <a16:creationId xmlns:a16="http://schemas.microsoft.com/office/drawing/2014/main" id="{F2F351EE-B869-B35B-C639-2E03276220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3765550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C09BE5-3ED4-CFA9-878E-740FF1E88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3824288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04F2BECA-68AF-D801-E28D-E4D7975A1F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0688" y="3765550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E11BBF-EE89-3666-AC74-6D15CE3E0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3824288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119E76-DEE4-BCCC-73DC-C280AE7C2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575" y="3983038"/>
            <a:ext cx="14763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A9ABBD-B7F8-3BC5-DBF9-4BF36CF6B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3983038"/>
            <a:ext cx="920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785D37-B118-D779-6665-B5634A60A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3983038"/>
            <a:ext cx="952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E433ACC-79A3-A736-E60D-4C1FE1584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38" y="3983038"/>
            <a:ext cx="920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8ADED5-C713-5AD8-C915-6ED35C968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983038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E9BF76-27B3-3C54-52B1-F4C7DE1CB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3983038"/>
            <a:ext cx="1111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FC2360-B84E-D878-46EB-C1B18432D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3983038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FB187EE-515E-E8D3-FA97-944D68D80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3983038"/>
            <a:ext cx="12541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D2883DF2-0E12-C893-6FEE-D331F9969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3803650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35E90E5-A1D3-DB15-38ED-698AAC0DA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35388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Line 59">
            <a:extLst>
              <a:ext uri="{FF2B5EF4-FFF2-40B4-BE49-F238E27FC236}">
                <a16:creationId xmlns:a16="http://schemas.microsoft.com/office/drawing/2014/main" id="{76664FF0-EF8D-B058-9AA4-037226C79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338931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A535C4-5342-5BFD-21CF-BAA065DFC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19463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0.25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Line 61">
            <a:extLst>
              <a:ext uri="{FF2B5EF4-FFF2-40B4-BE49-F238E27FC236}">
                <a16:creationId xmlns:a16="http://schemas.microsoft.com/office/drawing/2014/main" id="{D710AA98-FDCD-B162-4F56-6C26EC21D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97338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1602DC5-C513-D17B-432F-61B856CBE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905125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0.50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Line 63">
            <a:extLst>
              <a:ext uri="{FF2B5EF4-FFF2-40B4-BE49-F238E27FC236}">
                <a16:creationId xmlns:a16="http://schemas.microsoft.com/office/drawing/2014/main" id="{A7941EFE-0245-840A-3EB1-F7B00AC8E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559050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D3032E4-F496-6861-E1E0-724B79858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490788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0.75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Line 65">
            <a:extLst>
              <a:ext uri="{FF2B5EF4-FFF2-40B4-BE49-F238E27FC236}">
                <a16:creationId xmlns:a16="http://schemas.microsoft.com/office/drawing/2014/main" id="{EDF42669-0F5C-6D85-B2B1-BE9581CCD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14471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88C0B16-4A81-D34E-001F-86769A85E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074863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1.00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E1CDE8-2965-5255-A0EE-B21CA20A848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12737" y="3054350"/>
            <a:ext cx="1428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D477605-A030-7602-6E15-5B1828155B7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20675" y="2674938"/>
            <a:ext cx="12541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C033A9C-1C0B-31B7-F8BD-FBEF66B2B55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14337" y="3036888"/>
            <a:ext cx="69850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2CE4AC-BB64-9DB0-EFEC-7A6CD392AF3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1462" y="3019425"/>
            <a:ext cx="920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252EBAB-13A9-ABA3-7943-32522CF20BD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06400" y="300355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731B38-00C9-FE1F-0C4B-013C20A333C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1462" y="2973388"/>
            <a:ext cx="920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5C72211-44E5-AD58-7CFE-B3F7452AA19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11162" y="2967038"/>
            <a:ext cx="74613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74FD67-5009-B526-5906-977C5D63C7F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88937" y="2913063"/>
            <a:ext cx="119063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2A5FAE7-613A-1136-6870-8EAD89330DE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31787" y="2816225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B25E8D9-E54F-AF27-813A-52C5F71253F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9562" y="2749550"/>
            <a:ext cx="14763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BE348BD-A589-44B3-7D6E-CD7A52C0FF5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31787" y="2620963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CBFBEDB8-759C-E935-0717-73ED56C52D8D}"/>
              </a:ext>
            </a:extLst>
          </p:cNvPr>
          <p:cNvSpPr>
            <a:spLocks noEditPoints="1"/>
          </p:cNvSpPr>
          <p:nvPr/>
        </p:nvSpPr>
        <p:spPr bwMode="auto">
          <a:xfrm>
            <a:off x="793750" y="2973388"/>
            <a:ext cx="4706938" cy="0"/>
          </a:xfrm>
          <a:custGeom>
            <a:avLst/>
            <a:gdLst>
              <a:gd name="T0" fmla="*/ 71 w 5928"/>
              <a:gd name="T1" fmla="*/ 173 w 5928"/>
              <a:gd name="T2" fmla="*/ 274 w 5928"/>
              <a:gd name="T3" fmla="*/ 376 w 5928"/>
              <a:gd name="T4" fmla="*/ 478 w 5928"/>
              <a:gd name="T5" fmla="*/ 580 w 5928"/>
              <a:gd name="T6" fmla="*/ 682 w 5928"/>
              <a:gd name="T7" fmla="*/ 783 w 5928"/>
              <a:gd name="T8" fmla="*/ 885 w 5928"/>
              <a:gd name="T9" fmla="*/ 987 w 5928"/>
              <a:gd name="T10" fmla="*/ 1089 w 5928"/>
              <a:gd name="T11" fmla="*/ 1190 w 5928"/>
              <a:gd name="T12" fmla="*/ 1292 w 5928"/>
              <a:gd name="T13" fmla="*/ 1394 w 5928"/>
              <a:gd name="T14" fmla="*/ 1496 w 5928"/>
              <a:gd name="T15" fmla="*/ 1597 w 5928"/>
              <a:gd name="T16" fmla="*/ 1699 w 5928"/>
              <a:gd name="T17" fmla="*/ 1801 w 5928"/>
              <a:gd name="T18" fmla="*/ 1903 w 5928"/>
              <a:gd name="T19" fmla="*/ 2004 w 5928"/>
              <a:gd name="T20" fmla="*/ 2106 w 5928"/>
              <a:gd name="T21" fmla="*/ 2208 w 5928"/>
              <a:gd name="T22" fmla="*/ 2310 w 5928"/>
              <a:gd name="T23" fmla="*/ 2411 w 5928"/>
              <a:gd name="T24" fmla="*/ 2513 w 5928"/>
              <a:gd name="T25" fmla="*/ 2615 w 5928"/>
              <a:gd name="T26" fmla="*/ 2717 w 5928"/>
              <a:gd name="T27" fmla="*/ 2818 w 5928"/>
              <a:gd name="T28" fmla="*/ 2920 w 5928"/>
              <a:gd name="T29" fmla="*/ 3022 w 5928"/>
              <a:gd name="T30" fmla="*/ 3124 w 5928"/>
              <a:gd name="T31" fmla="*/ 3226 w 5928"/>
              <a:gd name="T32" fmla="*/ 3327 w 5928"/>
              <a:gd name="T33" fmla="*/ 3429 w 5928"/>
              <a:gd name="T34" fmla="*/ 3531 w 5928"/>
              <a:gd name="T35" fmla="*/ 3633 w 5928"/>
              <a:gd name="T36" fmla="*/ 3734 w 5928"/>
              <a:gd name="T37" fmla="*/ 3836 w 5928"/>
              <a:gd name="T38" fmla="*/ 3938 w 5928"/>
              <a:gd name="T39" fmla="*/ 4040 w 5928"/>
              <a:gd name="T40" fmla="*/ 4141 w 5928"/>
              <a:gd name="T41" fmla="*/ 4243 w 5928"/>
              <a:gd name="T42" fmla="*/ 4345 w 5928"/>
              <a:gd name="T43" fmla="*/ 4447 w 5928"/>
              <a:gd name="T44" fmla="*/ 4548 w 5928"/>
              <a:gd name="T45" fmla="*/ 4650 w 5928"/>
              <a:gd name="T46" fmla="*/ 4752 w 5928"/>
              <a:gd name="T47" fmla="*/ 4854 w 5928"/>
              <a:gd name="T48" fmla="*/ 4955 w 5928"/>
              <a:gd name="T49" fmla="*/ 5057 w 5928"/>
              <a:gd name="T50" fmla="*/ 5159 w 5928"/>
              <a:gd name="T51" fmla="*/ 5261 w 5928"/>
              <a:gd name="T52" fmla="*/ 5362 w 5928"/>
              <a:gd name="T53" fmla="*/ 5464 w 5928"/>
              <a:gd name="T54" fmla="*/ 5566 w 5928"/>
              <a:gd name="T55" fmla="*/ 5668 w 5928"/>
              <a:gd name="T56" fmla="*/ 5770 w 5928"/>
              <a:gd name="T57" fmla="*/ 5871 w 5928"/>
              <a:gd name="T58" fmla="*/ 5928 w 592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  <a:cxn ang="0">
                <a:pos x="T12" y="0"/>
              </a:cxn>
              <a:cxn ang="0">
                <a:pos x="T13" y="0"/>
              </a:cxn>
              <a:cxn ang="0">
                <a:pos x="T14" y="0"/>
              </a:cxn>
              <a:cxn ang="0">
                <a:pos x="T15" y="0"/>
              </a:cxn>
              <a:cxn ang="0">
                <a:pos x="T16" y="0"/>
              </a:cxn>
              <a:cxn ang="0">
                <a:pos x="T17" y="0"/>
              </a:cxn>
              <a:cxn ang="0">
                <a:pos x="T18" y="0"/>
              </a:cxn>
              <a:cxn ang="0">
                <a:pos x="T19" y="0"/>
              </a:cxn>
              <a:cxn ang="0">
                <a:pos x="T20" y="0"/>
              </a:cxn>
              <a:cxn ang="0">
                <a:pos x="T21" y="0"/>
              </a:cxn>
              <a:cxn ang="0">
                <a:pos x="T22" y="0"/>
              </a:cxn>
              <a:cxn ang="0">
                <a:pos x="T23" y="0"/>
              </a:cxn>
              <a:cxn ang="0">
                <a:pos x="T24" y="0"/>
              </a:cxn>
              <a:cxn ang="0">
                <a:pos x="T25" y="0"/>
              </a:cxn>
              <a:cxn ang="0">
                <a:pos x="T26" y="0"/>
              </a:cxn>
              <a:cxn ang="0">
                <a:pos x="T27" y="0"/>
              </a:cxn>
              <a:cxn ang="0">
                <a:pos x="T28" y="0"/>
              </a:cxn>
              <a:cxn ang="0">
                <a:pos x="T29" y="0"/>
              </a:cxn>
              <a:cxn ang="0">
                <a:pos x="T30" y="0"/>
              </a:cxn>
              <a:cxn ang="0">
                <a:pos x="T31" y="0"/>
              </a:cxn>
              <a:cxn ang="0">
                <a:pos x="T32" y="0"/>
              </a:cxn>
              <a:cxn ang="0">
                <a:pos x="T33" y="0"/>
              </a:cxn>
              <a:cxn ang="0">
                <a:pos x="T34" y="0"/>
              </a:cxn>
              <a:cxn ang="0">
                <a:pos x="T35" y="0"/>
              </a:cxn>
              <a:cxn ang="0">
                <a:pos x="T36" y="0"/>
              </a:cxn>
              <a:cxn ang="0">
                <a:pos x="T37" y="0"/>
              </a:cxn>
              <a:cxn ang="0">
                <a:pos x="T38" y="0"/>
              </a:cxn>
              <a:cxn ang="0">
                <a:pos x="T39" y="0"/>
              </a:cxn>
              <a:cxn ang="0">
                <a:pos x="T40" y="0"/>
              </a:cxn>
              <a:cxn ang="0">
                <a:pos x="T41" y="0"/>
              </a:cxn>
              <a:cxn ang="0">
                <a:pos x="T42" y="0"/>
              </a:cxn>
              <a:cxn ang="0">
                <a:pos x="T43" y="0"/>
              </a:cxn>
              <a:cxn ang="0">
                <a:pos x="T44" y="0"/>
              </a:cxn>
              <a:cxn ang="0">
                <a:pos x="T45" y="0"/>
              </a:cxn>
              <a:cxn ang="0">
                <a:pos x="T46" y="0"/>
              </a:cxn>
              <a:cxn ang="0">
                <a:pos x="T47" y="0"/>
              </a:cxn>
              <a:cxn ang="0">
                <a:pos x="T48" y="0"/>
              </a:cxn>
              <a:cxn ang="0">
                <a:pos x="T49" y="0"/>
              </a:cxn>
              <a:cxn ang="0">
                <a:pos x="T50" y="0"/>
              </a:cxn>
              <a:cxn ang="0">
                <a:pos x="T51" y="0"/>
              </a:cxn>
              <a:cxn ang="0">
                <a:pos x="T52" y="0"/>
              </a:cxn>
              <a:cxn ang="0">
                <a:pos x="T53" y="0"/>
              </a:cxn>
              <a:cxn ang="0">
                <a:pos x="T54" y="0"/>
              </a:cxn>
              <a:cxn ang="0">
                <a:pos x="T55" y="0"/>
              </a:cxn>
              <a:cxn ang="0">
                <a:pos x="T56" y="0"/>
              </a:cxn>
              <a:cxn ang="0">
                <a:pos x="T57" y="0"/>
              </a:cxn>
              <a:cxn ang="0">
                <a:pos x="T58" y="0"/>
              </a:cxn>
            </a:cxnLst>
            <a:rect l="0" t="0" r="r" b="b"/>
            <a:pathLst>
              <a:path w="5928">
                <a:moveTo>
                  <a:pt x="0" y="0"/>
                </a:moveTo>
                <a:lnTo>
                  <a:pt x="71" y="0"/>
                </a:lnTo>
                <a:moveTo>
                  <a:pt x="102" y="0"/>
                </a:moveTo>
                <a:lnTo>
                  <a:pt x="173" y="0"/>
                </a:lnTo>
                <a:moveTo>
                  <a:pt x="203" y="0"/>
                </a:moveTo>
                <a:lnTo>
                  <a:pt x="274" y="0"/>
                </a:lnTo>
                <a:moveTo>
                  <a:pt x="305" y="0"/>
                </a:moveTo>
                <a:lnTo>
                  <a:pt x="376" y="0"/>
                </a:lnTo>
                <a:moveTo>
                  <a:pt x="407" y="0"/>
                </a:moveTo>
                <a:lnTo>
                  <a:pt x="478" y="0"/>
                </a:lnTo>
                <a:moveTo>
                  <a:pt x="509" y="0"/>
                </a:moveTo>
                <a:lnTo>
                  <a:pt x="580" y="0"/>
                </a:lnTo>
                <a:moveTo>
                  <a:pt x="610" y="0"/>
                </a:moveTo>
                <a:lnTo>
                  <a:pt x="682" y="0"/>
                </a:lnTo>
                <a:moveTo>
                  <a:pt x="712" y="0"/>
                </a:moveTo>
                <a:lnTo>
                  <a:pt x="783" y="0"/>
                </a:lnTo>
                <a:moveTo>
                  <a:pt x="814" y="0"/>
                </a:moveTo>
                <a:lnTo>
                  <a:pt x="885" y="0"/>
                </a:lnTo>
                <a:moveTo>
                  <a:pt x="916" y="0"/>
                </a:moveTo>
                <a:lnTo>
                  <a:pt x="987" y="0"/>
                </a:lnTo>
                <a:moveTo>
                  <a:pt x="1018" y="0"/>
                </a:moveTo>
                <a:lnTo>
                  <a:pt x="1089" y="0"/>
                </a:lnTo>
                <a:moveTo>
                  <a:pt x="1119" y="0"/>
                </a:moveTo>
                <a:lnTo>
                  <a:pt x="1190" y="0"/>
                </a:lnTo>
                <a:moveTo>
                  <a:pt x="1221" y="0"/>
                </a:moveTo>
                <a:lnTo>
                  <a:pt x="1292" y="0"/>
                </a:lnTo>
                <a:moveTo>
                  <a:pt x="1323" y="0"/>
                </a:moveTo>
                <a:lnTo>
                  <a:pt x="1394" y="0"/>
                </a:lnTo>
                <a:moveTo>
                  <a:pt x="1425" y="0"/>
                </a:moveTo>
                <a:lnTo>
                  <a:pt x="1496" y="0"/>
                </a:lnTo>
                <a:moveTo>
                  <a:pt x="1526" y="0"/>
                </a:moveTo>
                <a:lnTo>
                  <a:pt x="1597" y="0"/>
                </a:lnTo>
                <a:moveTo>
                  <a:pt x="1628" y="0"/>
                </a:moveTo>
                <a:lnTo>
                  <a:pt x="1699" y="0"/>
                </a:lnTo>
                <a:moveTo>
                  <a:pt x="1730" y="0"/>
                </a:moveTo>
                <a:lnTo>
                  <a:pt x="1801" y="0"/>
                </a:lnTo>
                <a:moveTo>
                  <a:pt x="1832" y="0"/>
                </a:moveTo>
                <a:lnTo>
                  <a:pt x="1903" y="0"/>
                </a:lnTo>
                <a:moveTo>
                  <a:pt x="1933" y="0"/>
                </a:moveTo>
                <a:lnTo>
                  <a:pt x="2004" y="0"/>
                </a:lnTo>
                <a:moveTo>
                  <a:pt x="2035" y="0"/>
                </a:moveTo>
                <a:lnTo>
                  <a:pt x="2106" y="0"/>
                </a:lnTo>
                <a:moveTo>
                  <a:pt x="2137" y="0"/>
                </a:moveTo>
                <a:lnTo>
                  <a:pt x="2208" y="0"/>
                </a:lnTo>
                <a:moveTo>
                  <a:pt x="2239" y="0"/>
                </a:moveTo>
                <a:lnTo>
                  <a:pt x="2310" y="0"/>
                </a:lnTo>
                <a:moveTo>
                  <a:pt x="2340" y="0"/>
                </a:moveTo>
                <a:lnTo>
                  <a:pt x="2411" y="0"/>
                </a:lnTo>
                <a:moveTo>
                  <a:pt x="2442" y="0"/>
                </a:moveTo>
                <a:lnTo>
                  <a:pt x="2513" y="0"/>
                </a:lnTo>
                <a:moveTo>
                  <a:pt x="2544" y="0"/>
                </a:moveTo>
                <a:lnTo>
                  <a:pt x="2615" y="0"/>
                </a:lnTo>
                <a:moveTo>
                  <a:pt x="2646" y="0"/>
                </a:moveTo>
                <a:lnTo>
                  <a:pt x="2717" y="0"/>
                </a:lnTo>
                <a:moveTo>
                  <a:pt x="2747" y="0"/>
                </a:moveTo>
                <a:lnTo>
                  <a:pt x="2818" y="0"/>
                </a:lnTo>
                <a:moveTo>
                  <a:pt x="2849" y="0"/>
                </a:moveTo>
                <a:lnTo>
                  <a:pt x="2920" y="0"/>
                </a:lnTo>
                <a:moveTo>
                  <a:pt x="2951" y="0"/>
                </a:moveTo>
                <a:lnTo>
                  <a:pt x="3022" y="0"/>
                </a:lnTo>
                <a:moveTo>
                  <a:pt x="3053" y="0"/>
                </a:moveTo>
                <a:lnTo>
                  <a:pt x="3124" y="0"/>
                </a:lnTo>
                <a:moveTo>
                  <a:pt x="3154" y="0"/>
                </a:moveTo>
                <a:lnTo>
                  <a:pt x="3226" y="0"/>
                </a:lnTo>
                <a:moveTo>
                  <a:pt x="3256" y="0"/>
                </a:moveTo>
                <a:lnTo>
                  <a:pt x="3327" y="0"/>
                </a:lnTo>
                <a:moveTo>
                  <a:pt x="3358" y="0"/>
                </a:moveTo>
                <a:lnTo>
                  <a:pt x="3429" y="0"/>
                </a:lnTo>
                <a:moveTo>
                  <a:pt x="3460" y="0"/>
                </a:moveTo>
                <a:lnTo>
                  <a:pt x="3531" y="0"/>
                </a:lnTo>
                <a:moveTo>
                  <a:pt x="3562" y="0"/>
                </a:moveTo>
                <a:lnTo>
                  <a:pt x="3633" y="0"/>
                </a:lnTo>
                <a:moveTo>
                  <a:pt x="3663" y="0"/>
                </a:moveTo>
                <a:lnTo>
                  <a:pt x="3734" y="0"/>
                </a:lnTo>
                <a:moveTo>
                  <a:pt x="3765" y="0"/>
                </a:moveTo>
                <a:lnTo>
                  <a:pt x="3836" y="0"/>
                </a:lnTo>
                <a:moveTo>
                  <a:pt x="3867" y="0"/>
                </a:moveTo>
                <a:lnTo>
                  <a:pt x="3938" y="0"/>
                </a:lnTo>
                <a:moveTo>
                  <a:pt x="3969" y="0"/>
                </a:moveTo>
                <a:lnTo>
                  <a:pt x="4040" y="0"/>
                </a:lnTo>
                <a:moveTo>
                  <a:pt x="4070" y="0"/>
                </a:moveTo>
                <a:lnTo>
                  <a:pt x="4141" y="0"/>
                </a:lnTo>
                <a:moveTo>
                  <a:pt x="4172" y="0"/>
                </a:moveTo>
                <a:lnTo>
                  <a:pt x="4243" y="0"/>
                </a:lnTo>
                <a:moveTo>
                  <a:pt x="4274" y="0"/>
                </a:moveTo>
                <a:lnTo>
                  <a:pt x="4345" y="0"/>
                </a:lnTo>
                <a:moveTo>
                  <a:pt x="4376" y="0"/>
                </a:moveTo>
                <a:lnTo>
                  <a:pt x="4447" y="0"/>
                </a:lnTo>
                <a:moveTo>
                  <a:pt x="4477" y="0"/>
                </a:moveTo>
                <a:lnTo>
                  <a:pt x="4548" y="0"/>
                </a:lnTo>
                <a:moveTo>
                  <a:pt x="4579" y="0"/>
                </a:moveTo>
                <a:lnTo>
                  <a:pt x="4650" y="0"/>
                </a:lnTo>
                <a:moveTo>
                  <a:pt x="4681" y="0"/>
                </a:moveTo>
                <a:lnTo>
                  <a:pt x="4752" y="0"/>
                </a:lnTo>
                <a:moveTo>
                  <a:pt x="4783" y="0"/>
                </a:moveTo>
                <a:lnTo>
                  <a:pt x="4854" y="0"/>
                </a:lnTo>
                <a:moveTo>
                  <a:pt x="4884" y="0"/>
                </a:moveTo>
                <a:lnTo>
                  <a:pt x="4955" y="0"/>
                </a:lnTo>
                <a:moveTo>
                  <a:pt x="4986" y="0"/>
                </a:moveTo>
                <a:lnTo>
                  <a:pt x="5057" y="0"/>
                </a:lnTo>
                <a:moveTo>
                  <a:pt x="5088" y="0"/>
                </a:moveTo>
                <a:lnTo>
                  <a:pt x="5159" y="0"/>
                </a:lnTo>
                <a:moveTo>
                  <a:pt x="5190" y="0"/>
                </a:moveTo>
                <a:lnTo>
                  <a:pt x="5261" y="0"/>
                </a:lnTo>
                <a:moveTo>
                  <a:pt x="5291" y="0"/>
                </a:moveTo>
                <a:lnTo>
                  <a:pt x="5362" y="0"/>
                </a:lnTo>
                <a:moveTo>
                  <a:pt x="5393" y="0"/>
                </a:moveTo>
                <a:lnTo>
                  <a:pt x="5464" y="0"/>
                </a:lnTo>
                <a:moveTo>
                  <a:pt x="5495" y="0"/>
                </a:moveTo>
                <a:lnTo>
                  <a:pt x="5566" y="0"/>
                </a:lnTo>
                <a:moveTo>
                  <a:pt x="5597" y="0"/>
                </a:moveTo>
                <a:lnTo>
                  <a:pt x="5668" y="0"/>
                </a:lnTo>
                <a:moveTo>
                  <a:pt x="5698" y="0"/>
                </a:moveTo>
                <a:lnTo>
                  <a:pt x="5770" y="0"/>
                </a:lnTo>
                <a:moveTo>
                  <a:pt x="5800" y="0"/>
                </a:moveTo>
                <a:lnTo>
                  <a:pt x="5871" y="0"/>
                </a:lnTo>
                <a:moveTo>
                  <a:pt x="5902" y="0"/>
                </a:moveTo>
                <a:lnTo>
                  <a:pt x="5928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FA189CF1-3A32-7B1B-C477-B265A5298C53}"/>
              </a:ext>
            </a:extLst>
          </p:cNvPr>
          <p:cNvSpPr>
            <a:spLocks/>
          </p:cNvSpPr>
          <p:nvPr/>
        </p:nvSpPr>
        <p:spPr bwMode="auto">
          <a:xfrm>
            <a:off x="793750" y="2270125"/>
            <a:ext cx="4706938" cy="1231900"/>
          </a:xfrm>
          <a:custGeom>
            <a:avLst/>
            <a:gdLst>
              <a:gd name="T0" fmla="*/ 0 w 5928"/>
              <a:gd name="T1" fmla="*/ 0 h 1551"/>
              <a:gd name="T2" fmla="*/ 230 w 5928"/>
              <a:gd name="T3" fmla="*/ 24 h 1551"/>
              <a:gd name="T4" fmla="*/ 461 w 5928"/>
              <a:gd name="T5" fmla="*/ 52 h 1551"/>
              <a:gd name="T6" fmla="*/ 692 w 5928"/>
              <a:gd name="T7" fmla="*/ 83 h 1551"/>
              <a:gd name="T8" fmla="*/ 922 w 5928"/>
              <a:gd name="T9" fmla="*/ 119 h 1551"/>
              <a:gd name="T10" fmla="*/ 1120 w 5928"/>
              <a:gd name="T11" fmla="*/ 152 h 1551"/>
              <a:gd name="T12" fmla="*/ 1317 w 5928"/>
              <a:gd name="T13" fmla="*/ 189 h 1551"/>
              <a:gd name="T14" fmla="*/ 1515 w 5928"/>
              <a:gd name="T15" fmla="*/ 230 h 1551"/>
              <a:gd name="T16" fmla="*/ 1713 w 5928"/>
              <a:gd name="T17" fmla="*/ 274 h 1551"/>
              <a:gd name="T18" fmla="*/ 1910 w 5928"/>
              <a:gd name="T19" fmla="*/ 322 h 1551"/>
              <a:gd name="T20" fmla="*/ 2108 w 5928"/>
              <a:gd name="T21" fmla="*/ 373 h 1551"/>
              <a:gd name="T22" fmla="*/ 2305 w 5928"/>
              <a:gd name="T23" fmla="*/ 427 h 1551"/>
              <a:gd name="T24" fmla="*/ 2503 w 5928"/>
              <a:gd name="T25" fmla="*/ 485 h 1551"/>
              <a:gd name="T26" fmla="*/ 2733 w 5928"/>
              <a:gd name="T27" fmla="*/ 557 h 1551"/>
              <a:gd name="T28" fmla="*/ 2964 w 5928"/>
              <a:gd name="T29" fmla="*/ 631 h 1551"/>
              <a:gd name="T30" fmla="*/ 3260 w 5928"/>
              <a:gd name="T31" fmla="*/ 732 h 1551"/>
              <a:gd name="T32" fmla="*/ 3656 w 5928"/>
              <a:gd name="T33" fmla="*/ 870 h 1551"/>
              <a:gd name="T34" fmla="*/ 4216 w 5928"/>
              <a:gd name="T35" fmla="*/ 1066 h 1551"/>
              <a:gd name="T36" fmla="*/ 4512 w 5928"/>
              <a:gd name="T37" fmla="*/ 1165 h 1551"/>
              <a:gd name="T38" fmla="*/ 4742 w 5928"/>
              <a:gd name="T39" fmla="*/ 1239 h 1551"/>
              <a:gd name="T40" fmla="*/ 4973 w 5928"/>
              <a:gd name="T41" fmla="*/ 1309 h 1551"/>
              <a:gd name="T42" fmla="*/ 5171 w 5928"/>
              <a:gd name="T43" fmla="*/ 1366 h 1551"/>
              <a:gd name="T44" fmla="*/ 5368 w 5928"/>
              <a:gd name="T45" fmla="*/ 1419 h 1551"/>
              <a:gd name="T46" fmla="*/ 5566 w 5928"/>
              <a:gd name="T47" fmla="*/ 1469 h 1551"/>
              <a:gd name="T48" fmla="*/ 5763 w 5928"/>
              <a:gd name="T49" fmla="*/ 1515 h 1551"/>
              <a:gd name="T50" fmla="*/ 5928 w 5928"/>
              <a:gd name="T51" fmla="*/ 1551 h 1551"/>
              <a:gd name="T52" fmla="*/ 5928 w 5928"/>
              <a:gd name="T53" fmla="*/ 1551 h 15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928" h="1551">
                <a:moveTo>
                  <a:pt x="0" y="0"/>
                </a:moveTo>
                <a:lnTo>
                  <a:pt x="230" y="24"/>
                </a:lnTo>
                <a:lnTo>
                  <a:pt x="461" y="52"/>
                </a:lnTo>
                <a:lnTo>
                  <a:pt x="692" y="83"/>
                </a:lnTo>
                <a:lnTo>
                  <a:pt x="922" y="119"/>
                </a:lnTo>
                <a:lnTo>
                  <a:pt x="1120" y="152"/>
                </a:lnTo>
                <a:lnTo>
                  <a:pt x="1317" y="189"/>
                </a:lnTo>
                <a:lnTo>
                  <a:pt x="1515" y="230"/>
                </a:lnTo>
                <a:lnTo>
                  <a:pt x="1713" y="274"/>
                </a:lnTo>
                <a:lnTo>
                  <a:pt x="1910" y="322"/>
                </a:lnTo>
                <a:lnTo>
                  <a:pt x="2108" y="373"/>
                </a:lnTo>
                <a:lnTo>
                  <a:pt x="2305" y="427"/>
                </a:lnTo>
                <a:lnTo>
                  <a:pt x="2503" y="485"/>
                </a:lnTo>
                <a:lnTo>
                  <a:pt x="2733" y="557"/>
                </a:lnTo>
                <a:lnTo>
                  <a:pt x="2964" y="631"/>
                </a:lnTo>
                <a:lnTo>
                  <a:pt x="3260" y="732"/>
                </a:lnTo>
                <a:lnTo>
                  <a:pt x="3656" y="870"/>
                </a:lnTo>
                <a:lnTo>
                  <a:pt x="4216" y="1066"/>
                </a:lnTo>
                <a:lnTo>
                  <a:pt x="4512" y="1165"/>
                </a:lnTo>
                <a:lnTo>
                  <a:pt x="4742" y="1239"/>
                </a:lnTo>
                <a:lnTo>
                  <a:pt x="4973" y="1309"/>
                </a:lnTo>
                <a:lnTo>
                  <a:pt x="5171" y="1366"/>
                </a:lnTo>
                <a:lnTo>
                  <a:pt x="5368" y="1419"/>
                </a:lnTo>
                <a:lnTo>
                  <a:pt x="5566" y="1469"/>
                </a:lnTo>
                <a:lnTo>
                  <a:pt x="5763" y="1515"/>
                </a:lnTo>
                <a:lnTo>
                  <a:pt x="5928" y="1551"/>
                </a:lnTo>
                <a:lnTo>
                  <a:pt x="5928" y="1551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Line 80">
            <a:extLst>
              <a:ext uri="{FF2B5EF4-FFF2-40B4-BE49-F238E27FC236}">
                <a16:creationId xmlns:a16="http://schemas.microsoft.com/office/drawing/2014/main" id="{3E747844-3F0F-6B12-B8A2-7F56F48918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3750" y="2144713"/>
            <a:ext cx="0" cy="16589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Line 81">
            <a:extLst>
              <a:ext uri="{FF2B5EF4-FFF2-40B4-BE49-F238E27FC236}">
                <a16:creationId xmlns:a16="http://schemas.microsoft.com/office/drawing/2014/main" id="{866CB5E3-EA65-5098-A6C3-0F142449B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3803650"/>
            <a:ext cx="4706938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7FFF16F-38CC-7BCF-45EA-7A5CE5419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5" y="2616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B41C0B2-9E58-91F7-FAD0-8A218CD3B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620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36CBE76-AB35-CB6E-85B4-A8DB58D5E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438" y="2616200"/>
            <a:ext cx="920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1746915-DFB4-8B8B-94EA-BBAC9F577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2616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CC9B79-9F50-602D-E7EB-69DAD0211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2797175"/>
            <a:ext cx="1349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E779B95-9BAC-CD67-8FB9-59A7579F6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213" y="2857500"/>
            <a:ext cx="809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1C004B1-7FB4-E53A-E503-510D4C05B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075" y="2857500"/>
            <a:ext cx="809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1364959-5733-2E8B-FCDC-903F42D6C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63" y="2797175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F159A89-4035-50F1-C836-F1893DA9A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2797175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F3B48A-2B31-342E-2579-E17AC518B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25" y="2797175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9CD784-1C03-3D4A-F09C-4F7FCA683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2797175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E622838-6C1E-C268-7272-6D4A3E3A3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2797175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88C0C92-68A5-2607-3AEF-C300027C1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4425950"/>
            <a:ext cx="34448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(d) J2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FB63E82-5917-D2A3-ECA6-E77BB2F71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888" y="4429125"/>
            <a:ext cx="12700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66FC767-0146-EEE9-8205-A0B9962C4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4425950"/>
            <a:ext cx="1952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J1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64F4858-8D71-FA53-0822-4B1A54F5C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0" y="4429125"/>
            <a:ext cx="3159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终止概率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F1C3E066-9EC0-2902-3BB8-0EF4F9E753ED}"/>
              </a:ext>
            </a:extLst>
          </p:cNvPr>
          <p:cNvSpPr>
            <a:spLocks noEditPoints="1"/>
          </p:cNvSpPr>
          <p:nvPr/>
        </p:nvSpPr>
        <p:spPr bwMode="auto">
          <a:xfrm>
            <a:off x="898525" y="3465513"/>
            <a:ext cx="219075" cy="0"/>
          </a:xfrm>
          <a:custGeom>
            <a:avLst/>
            <a:gdLst>
              <a:gd name="T0" fmla="*/ 0 w 275"/>
              <a:gd name="T1" fmla="*/ 71 w 275"/>
              <a:gd name="T2" fmla="*/ 102 w 275"/>
              <a:gd name="T3" fmla="*/ 148 w 275"/>
              <a:gd name="T4" fmla="*/ 148 w 275"/>
              <a:gd name="T5" fmla="*/ 173 w 275"/>
              <a:gd name="T6" fmla="*/ 204 w 275"/>
              <a:gd name="T7" fmla="*/ 275 w 275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</a:cxnLst>
            <a:rect l="0" t="0" r="r" b="b"/>
            <a:pathLst>
              <a:path w="275">
                <a:moveTo>
                  <a:pt x="0" y="0"/>
                </a:moveTo>
                <a:lnTo>
                  <a:pt x="71" y="0"/>
                </a:lnTo>
                <a:moveTo>
                  <a:pt x="102" y="0"/>
                </a:moveTo>
                <a:lnTo>
                  <a:pt x="148" y="0"/>
                </a:lnTo>
                <a:moveTo>
                  <a:pt x="148" y="0"/>
                </a:moveTo>
                <a:lnTo>
                  <a:pt x="173" y="0"/>
                </a:lnTo>
                <a:moveTo>
                  <a:pt x="204" y="0"/>
                </a:moveTo>
                <a:lnTo>
                  <a:pt x="275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E53691E-0AF3-AE6B-8D00-27AD6277C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3406775"/>
            <a:ext cx="3159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固定概率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FF499D18-12E7-6335-D29F-06F587738D93}"/>
              </a:ext>
            </a:extLst>
          </p:cNvPr>
          <p:cNvSpPr>
            <a:spLocks/>
          </p:cNvSpPr>
          <p:nvPr/>
        </p:nvSpPr>
        <p:spPr bwMode="auto">
          <a:xfrm>
            <a:off x="898525" y="3632200"/>
            <a:ext cx="234950" cy="0"/>
          </a:xfrm>
          <a:custGeom>
            <a:avLst/>
            <a:gdLst>
              <a:gd name="T0" fmla="*/ 0 w 295"/>
              <a:gd name="T1" fmla="*/ 148 w 295"/>
              <a:gd name="T2" fmla="*/ 295 w 295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95">
                <a:moveTo>
                  <a:pt x="0" y="0"/>
                </a:moveTo>
                <a:lnTo>
                  <a:pt x="148" y="0"/>
                </a:lnTo>
                <a:lnTo>
                  <a:pt x="295" y="0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9ED5575-199A-2F84-0536-F60E61D32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3573463"/>
            <a:ext cx="3159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角度概率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86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id="{5B272FDC-1146-6DAB-BEB1-54154F847B1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5668963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7" name="Rectangle 5">
            <a:extLst>
              <a:ext uri="{FF2B5EF4-FFF2-40B4-BE49-F238E27FC236}">
                <a16:creationId xmlns:a16="http://schemas.microsoft.com/office/drawing/2014/main" id="{BD8F5F43-D257-965B-AE39-6323F23DB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670551" cy="4478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8" name="Rectangle 6">
            <a:extLst>
              <a:ext uri="{FF2B5EF4-FFF2-40B4-BE49-F238E27FC236}">
                <a16:creationId xmlns:a16="http://schemas.microsoft.com/office/drawing/2014/main" id="{A27475D3-DD32-2A28-FF60-998FA2AFF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4313"/>
            <a:ext cx="1706563" cy="3176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9" name="Rectangle 7">
            <a:extLst>
              <a:ext uri="{FF2B5EF4-FFF2-40B4-BE49-F238E27FC236}">
                <a16:creationId xmlns:a16="http://schemas.microsoft.com/office/drawing/2014/main" id="{A0D944D9-D892-C9B4-DFA5-A9C6F8CB7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2541588"/>
            <a:ext cx="307975" cy="307975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0" name="Rectangle 8">
            <a:extLst>
              <a:ext uri="{FF2B5EF4-FFF2-40B4-BE49-F238E27FC236}">
                <a16:creationId xmlns:a16="http://schemas.microsoft.com/office/drawing/2014/main" id="{932977B8-B552-F71B-4BAA-07950F398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1033463"/>
            <a:ext cx="306388" cy="307975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1" name="Line 9">
            <a:extLst>
              <a:ext uri="{FF2B5EF4-FFF2-40B4-BE49-F238E27FC236}">
                <a16:creationId xmlns:a16="http://schemas.microsoft.com/office/drawing/2014/main" id="{76952475-0D11-7E40-32C5-447875597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" y="1011238"/>
            <a:ext cx="92075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2" name="Line 10">
            <a:extLst>
              <a:ext uri="{FF2B5EF4-FFF2-40B4-BE49-F238E27FC236}">
                <a16:creationId xmlns:a16="http://schemas.microsoft.com/office/drawing/2014/main" id="{55E89280-C673-EF38-B6EB-AF5CEAAA3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4475" y="1406525"/>
            <a:ext cx="306388" cy="309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3" name="Line 11">
            <a:extLst>
              <a:ext uri="{FF2B5EF4-FFF2-40B4-BE49-F238E27FC236}">
                <a16:creationId xmlns:a16="http://schemas.microsoft.com/office/drawing/2014/main" id="{4592E651-A293-551E-4F59-4C086F9CC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598488"/>
            <a:ext cx="333375" cy="358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4" name="Line 12">
            <a:extLst>
              <a:ext uri="{FF2B5EF4-FFF2-40B4-BE49-F238E27FC236}">
                <a16:creationId xmlns:a16="http://schemas.microsoft.com/office/drawing/2014/main" id="{4C88D479-64D9-BC4F-1758-28068BA4C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0050" y="2370138"/>
            <a:ext cx="150813" cy="177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5" name="Line 13">
            <a:extLst>
              <a:ext uri="{FF2B5EF4-FFF2-40B4-BE49-F238E27FC236}">
                <a16:creationId xmlns:a16="http://schemas.microsoft.com/office/drawing/2014/main" id="{6186FE80-8C06-C4E1-B95D-1B044C303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7600" y="1533525"/>
            <a:ext cx="301625" cy="434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6" name="Line 14">
            <a:extLst>
              <a:ext uri="{FF2B5EF4-FFF2-40B4-BE49-F238E27FC236}">
                <a16:creationId xmlns:a16="http://schemas.microsoft.com/office/drawing/2014/main" id="{EDBF0FE8-4A4B-59F5-190C-123FC301B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325" y="1173163"/>
            <a:ext cx="127000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7" name="Line 15">
            <a:extLst>
              <a:ext uri="{FF2B5EF4-FFF2-40B4-BE49-F238E27FC236}">
                <a16:creationId xmlns:a16="http://schemas.microsoft.com/office/drawing/2014/main" id="{DB016FC0-7FBA-CD41-A84C-17A0DCD0A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363" y="1393825"/>
            <a:ext cx="163513" cy="184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8" name="Line 16">
            <a:extLst>
              <a:ext uri="{FF2B5EF4-FFF2-40B4-BE49-F238E27FC236}">
                <a16:creationId xmlns:a16="http://schemas.microsoft.com/office/drawing/2014/main" id="{4492B591-B78A-3E93-D0E4-D79F01F9C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906463"/>
            <a:ext cx="57150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9" name="Line 17">
            <a:extLst>
              <a:ext uri="{FF2B5EF4-FFF2-40B4-BE49-F238E27FC236}">
                <a16:creationId xmlns:a16="http://schemas.microsoft.com/office/drawing/2014/main" id="{A32141C3-8489-E004-D88A-D58191FA7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488" y="2254250"/>
            <a:ext cx="668338" cy="300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0" name="Line 18">
            <a:extLst>
              <a:ext uri="{FF2B5EF4-FFF2-40B4-BE49-F238E27FC236}">
                <a16:creationId xmlns:a16="http://schemas.microsoft.com/office/drawing/2014/main" id="{96D9B189-0BB8-3074-6BEE-6F19BCFC5F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474788"/>
            <a:ext cx="195263" cy="265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1" name="Line 19">
            <a:extLst>
              <a:ext uri="{FF2B5EF4-FFF2-40B4-BE49-F238E27FC236}">
                <a16:creationId xmlns:a16="http://schemas.microsoft.com/office/drawing/2014/main" id="{E53129F6-F7A9-EBF3-B970-B2B18D8E5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092325"/>
            <a:ext cx="36513" cy="42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2" name="Line 20">
            <a:extLst>
              <a:ext uri="{FF2B5EF4-FFF2-40B4-BE49-F238E27FC236}">
                <a16:creationId xmlns:a16="http://schemas.microsoft.com/office/drawing/2014/main" id="{DB6ED5AA-2CCD-C6E8-E8E9-67D350EA6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3650" y="1387475"/>
            <a:ext cx="314325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3" name="Line 21">
            <a:extLst>
              <a:ext uri="{FF2B5EF4-FFF2-40B4-BE49-F238E27FC236}">
                <a16:creationId xmlns:a16="http://schemas.microsoft.com/office/drawing/2014/main" id="{45165F59-0B6A-3836-D286-AE35B4420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0" y="1987550"/>
            <a:ext cx="98425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4" name="Line 22">
            <a:extLst>
              <a:ext uri="{FF2B5EF4-FFF2-40B4-BE49-F238E27FC236}">
                <a16:creationId xmlns:a16="http://schemas.microsoft.com/office/drawing/2014/main" id="{0615A836-CC19-73DB-C397-4F46E7CF9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214313"/>
            <a:ext cx="44450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5" name="Line 23">
            <a:extLst>
              <a:ext uri="{FF2B5EF4-FFF2-40B4-BE49-F238E27FC236}">
                <a16:creationId xmlns:a16="http://schemas.microsoft.com/office/drawing/2014/main" id="{EC0E89EE-E2F5-8176-641F-8F60465D0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119188"/>
            <a:ext cx="19050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6" name="Line 24">
            <a:extLst>
              <a:ext uri="{FF2B5EF4-FFF2-40B4-BE49-F238E27FC236}">
                <a16:creationId xmlns:a16="http://schemas.microsoft.com/office/drawing/2014/main" id="{B7B122D0-F6EC-EAB0-0D26-FA6DE1D43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3538" y="2212975"/>
            <a:ext cx="107950" cy="133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7" name="Line 25">
            <a:extLst>
              <a:ext uri="{FF2B5EF4-FFF2-40B4-BE49-F238E27FC236}">
                <a16:creationId xmlns:a16="http://schemas.microsoft.com/office/drawing/2014/main" id="{0D9B0375-5DB8-FA77-036D-3D853F7D0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1763" y="2701925"/>
            <a:ext cx="198438" cy="215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8" name="Line 26">
            <a:extLst>
              <a:ext uri="{FF2B5EF4-FFF2-40B4-BE49-F238E27FC236}">
                <a16:creationId xmlns:a16="http://schemas.microsoft.com/office/drawing/2014/main" id="{2BD9DC5A-1256-9AE0-8282-640AC07970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2033588"/>
            <a:ext cx="130175" cy="142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9" name="Line 27">
            <a:extLst>
              <a:ext uri="{FF2B5EF4-FFF2-40B4-BE49-F238E27FC236}">
                <a16:creationId xmlns:a16="http://schemas.microsoft.com/office/drawing/2014/main" id="{97FC9E4E-8659-2C97-22FA-AF51F16AD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563563"/>
            <a:ext cx="201613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0" name="Line 28">
            <a:extLst>
              <a:ext uri="{FF2B5EF4-FFF2-40B4-BE49-F238E27FC236}">
                <a16:creationId xmlns:a16="http://schemas.microsoft.com/office/drawing/2014/main" id="{20E753D6-6402-000D-8B26-4B4A9A2EC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333375"/>
            <a:ext cx="436563" cy="406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1" name="Line 29">
            <a:extLst>
              <a:ext uri="{FF2B5EF4-FFF2-40B4-BE49-F238E27FC236}">
                <a16:creationId xmlns:a16="http://schemas.microsoft.com/office/drawing/2014/main" id="{33FFD52F-DA31-B2EE-C991-99B6176E3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1150" y="214313"/>
            <a:ext cx="236538" cy="296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2" name="Line 30">
            <a:extLst>
              <a:ext uri="{FF2B5EF4-FFF2-40B4-BE49-F238E27FC236}">
                <a16:creationId xmlns:a16="http://schemas.microsoft.com/office/drawing/2014/main" id="{33E44AD0-63E8-741A-02C5-11351AE75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575" y="2066925"/>
            <a:ext cx="274638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3" name="Line 31">
            <a:extLst>
              <a:ext uri="{FF2B5EF4-FFF2-40B4-BE49-F238E27FC236}">
                <a16:creationId xmlns:a16="http://schemas.microsoft.com/office/drawing/2014/main" id="{C2B1A128-2B04-89B6-4547-849A52F82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738" y="538163"/>
            <a:ext cx="244475" cy="401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4" name="Line 32">
            <a:extLst>
              <a:ext uri="{FF2B5EF4-FFF2-40B4-BE49-F238E27FC236}">
                <a16:creationId xmlns:a16="http://schemas.microsoft.com/office/drawing/2014/main" id="{23CEBBC8-E766-0641-95BE-E00D79DBB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88" y="860425"/>
            <a:ext cx="139700" cy="149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5" name="Line 33">
            <a:extLst>
              <a:ext uri="{FF2B5EF4-FFF2-40B4-BE49-F238E27FC236}">
                <a16:creationId xmlns:a16="http://schemas.microsoft.com/office/drawing/2014/main" id="{AFC3FFFE-8A71-C6A1-0040-6287CE398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88" y="1101725"/>
            <a:ext cx="133350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6" name="Line 34">
            <a:extLst>
              <a:ext uri="{FF2B5EF4-FFF2-40B4-BE49-F238E27FC236}">
                <a16:creationId xmlns:a16="http://schemas.microsoft.com/office/drawing/2014/main" id="{C6D51ACE-1608-250C-8BD6-028EB8E57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8" y="1558925"/>
            <a:ext cx="166688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7" name="Line 35">
            <a:extLst>
              <a:ext uri="{FF2B5EF4-FFF2-40B4-BE49-F238E27FC236}">
                <a16:creationId xmlns:a16="http://schemas.microsoft.com/office/drawing/2014/main" id="{ACC75D30-6ED7-59D5-25AB-E9616E5B2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625" y="214313"/>
            <a:ext cx="76200" cy="63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8" name="Line 36">
            <a:extLst>
              <a:ext uri="{FF2B5EF4-FFF2-40B4-BE49-F238E27FC236}">
                <a16:creationId xmlns:a16="http://schemas.microsoft.com/office/drawing/2014/main" id="{A91DA89D-A4C8-6029-172C-D85DFC071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338" y="3179763"/>
            <a:ext cx="79375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9" name="Line 37">
            <a:extLst>
              <a:ext uri="{FF2B5EF4-FFF2-40B4-BE49-F238E27FC236}">
                <a16:creationId xmlns:a16="http://schemas.microsoft.com/office/drawing/2014/main" id="{18FC1692-C1E1-23E0-E7C6-8EC9E2B3A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7463" y="3132138"/>
            <a:ext cx="303213" cy="258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0" name="Line 38">
            <a:extLst>
              <a:ext uri="{FF2B5EF4-FFF2-40B4-BE49-F238E27FC236}">
                <a16:creationId xmlns:a16="http://schemas.microsoft.com/office/drawing/2014/main" id="{1B78E5CB-1894-916E-6D7C-1F98A5B3B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800100"/>
            <a:ext cx="242888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1" name="Line 39">
            <a:extLst>
              <a:ext uri="{FF2B5EF4-FFF2-40B4-BE49-F238E27FC236}">
                <a16:creationId xmlns:a16="http://schemas.microsoft.com/office/drawing/2014/main" id="{FD04CC96-3552-8335-CEE9-2EF00F527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3251200"/>
            <a:ext cx="127000" cy="139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2" name="Line 40">
            <a:extLst>
              <a:ext uri="{FF2B5EF4-FFF2-40B4-BE49-F238E27FC236}">
                <a16:creationId xmlns:a16="http://schemas.microsoft.com/office/drawing/2014/main" id="{6C40972D-3AEC-8A2E-C8DD-02C83C619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" y="349250"/>
            <a:ext cx="107950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3" name="Line 41">
            <a:extLst>
              <a:ext uri="{FF2B5EF4-FFF2-40B4-BE49-F238E27FC236}">
                <a16:creationId xmlns:a16="http://schemas.microsoft.com/office/drawing/2014/main" id="{FCF0474D-16D6-08EF-8456-ABB30EC1C8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7500" y="3221038"/>
            <a:ext cx="153988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4" name="Line 42">
            <a:extLst>
              <a:ext uri="{FF2B5EF4-FFF2-40B4-BE49-F238E27FC236}">
                <a16:creationId xmlns:a16="http://schemas.microsoft.com/office/drawing/2014/main" id="{BDC7F888-F4ED-8402-C2DF-5FFF4455E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850" y="874713"/>
            <a:ext cx="157163" cy="187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5" name="Line 43">
            <a:extLst>
              <a:ext uri="{FF2B5EF4-FFF2-40B4-BE49-F238E27FC236}">
                <a16:creationId xmlns:a16="http://schemas.microsoft.com/office/drawing/2014/main" id="{D129AF9F-975E-18D7-8CC5-96BAEF184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565400"/>
            <a:ext cx="26988" cy="46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6" name="Line 44">
            <a:extLst>
              <a:ext uri="{FF2B5EF4-FFF2-40B4-BE49-F238E27FC236}">
                <a16:creationId xmlns:a16="http://schemas.microsoft.com/office/drawing/2014/main" id="{2538FF73-BD2E-8F71-C2E7-777E7C0AC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906463"/>
            <a:ext cx="319088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7" name="Line 45">
            <a:extLst>
              <a:ext uri="{FF2B5EF4-FFF2-40B4-BE49-F238E27FC236}">
                <a16:creationId xmlns:a16="http://schemas.microsoft.com/office/drawing/2014/main" id="{D347D5C5-86B6-69C6-8BA9-8348998EC2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1300" y="1274763"/>
            <a:ext cx="266700" cy="322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8" name="Line 46">
            <a:extLst>
              <a:ext uri="{FF2B5EF4-FFF2-40B4-BE49-F238E27FC236}">
                <a16:creationId xmlns:a16="http://schemas.microsoft.com/office/drawing/2014/main" id="{088E4838-AEC4-1D21-C0C5-D4F1480AC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000" y="2368550"/>
            <a:ext cx="79375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9" name="Line 47">
            <a:extLst>
              <a:ext uri="{FF2B5EF4-FFF2-40B4-BE49-F238E27FC236}">
                <a16:creationId xmlns:a16="http://schemas.microsoft.com/office/drawing/2014/main" id="{9CAB4982-7162-3EA8-1443-F47F641C1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" y="3175000"/>
            <a:ext cx="209550" cy="179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0" name="Line 48">
            <a:extLst>
              <a:ext uri="{FF2B5EF4-FFF2-40B4-BE49-F238E27FC236}">
                <a16:creationId xmlns:a16="http://schemas.microsoft.com/office/drawing/2014/main" id="{17D13CEE-40C0-F226-8FEF-DD2708616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2084388"/>
            <a:ext cx="104775" cy="355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1" name="Line 49">
            <a:extLst>
              <a:ext uri="{FF2B5EF4-FFF2-40B4-BE49-F238E27FC236}">
                <a16:creationId xmlns:a16="http://schemas.microsoft.com/office/drawing/2014/main" id="{2952219E-0A8F-79D7-594B-0B4A1C4E3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850" y="214313"/>
            <a:ext cx="69850" cy="74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2" name="Line 50">
            <a:extLst>
              <a:ext uri="{FF2B5EF4-FFF2-40B4-BE49-F238E27FC236}">
                <a16:creationId xmlns:a16="http://schemas.microsoft.com/office/drawing/2014/main" id="{66960B0A-C0A2-464E-8E57-B953EB71A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1800" y="704850"/>
            <a:ext cx="119063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3" name="Line 51">
            <a:extLst>
              <a:ext uri="{FF2B5EF4-FFF2-40B4-BE49-F238E27FC236}">
                <a16:creationId xmlns:a16="http://schemas.microsoft.com/office/drawing/2014/main" id="{79ED1407-5187-9FE8-8BBE-48C102DB9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92100"/>
            <a:ext cx="80963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4" name="Line 52">
            <a:extLst>
              <a:ext uri="{FF2B5EF4-FFF2-40B4-BE49-F238E27FC236}">
                <a16:creationId xmlns:a16="http://schemas.microsoft.com/office/drawing/2014/main" id="{BB7400F8-F24F-387A-32E8-3148504BAB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230563"/>
            <a:ext cx="306388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5" name="Line 53">
            <a:extLst>
              <a:ext uri="{FF2B5EF4-FFF2-40B4-BE49-F238E27FC236}">
                <a16:creationId xmlns:a16="http://schemas.microsoft.com/office/drawing/2014/main" id="{839FBBFC-18B4-4ED7-F0CC-A548AE00E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057525"/>
            <a:ext cx="112713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6" name="Line 54">
            <a:extLst>
              <a:ext uri="{FF2B5EF4-FFF2-40B4-BE49-F238E27FC236}">
                <a16:creationId xmlns:a16="http://schemas.microsoft.com/office/drawing/2014/main" id="{CBB22491-186F-9C2F-669D-64C8815F8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235075"/>
            <a:ext cx="142875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7" name="Line 55">
            <a:extLst>
              <a:ext uri="{FF2B5EF4-FFF2-40B4-BE49-F238E27FC236}">
                <a16:creationId xmlns:a16="http://schemas.microsoft.com/office/drawing/2014/main" id="{54321548-BEA2-0F2E-8659-301A03625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2822575"/>
            <a:ext cx="73025" cy="87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8" name="Line 56">
            <a:extLst>
              <a:ext uri="{FF2B5EF4-FFF2-40B4-BE49-F238E27FC236}">
                <a16:creationId xmlns:a16="http://schemas.microsoft.com/office/drawing/2014/main" id="{374D59DE-5768-33AD-CA27-AE31F4635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3" y="1217613"/>
            <a:ext cx="174625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9" name="Line 57">
            <a:extLst>
              <a:ext uri="{FF2B5EF4-FFF2-40B4-BE49-F238E27FC236}">
                <a16:creationId xmlns:a16="http://schemas.microsoft.com/office/drawing/2014/main" id="{A4AE3B8A-A412-BBF6-2AC6-D7BE20BDD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581275"/>
            <a:ext cx="101600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0" name="Line 58">
            <a:extLst>
              <a:ext uri="{FF2B5EF4-FFF2-40B4-BE49-F238E27FC236}">
                <a16:creationId xmlns:a16="http://schemas.microsoft.com/office/drawing/2014/main" id="{D1130A14-F3B2-1AED-4DAB-F089B303D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269875"/>
            <a:ext cx="30163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1" name="Line 59">
            <a:extLst>
              <a:ext uri="{FF2B5EF4-FFF2-40B4-BE49-F238E27FC236}">
                <a16:creationId xmlns:a16="http://schemas.microsoft.com/office/drawing/2014/main" id="{664A26B9-B20E-4A8B-7B52-362CA8AF3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128838"/>
            <a:ext cx="80963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2" name="Line 60">
            <a:extLst>
              <a:ext uri="{FF2B5EF4-FFF2-40B4-BE49-F238E27FC236}">
                <a16:creationId xmlns:a16="http://schemas.microsoft.com/office/drawing/2014/main" id="{499583DD-74DF-2F57-C135-7E496E1E1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63" y="3149600"/>
            <a:ext cx="36513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3" name="Line 61">
            <a:extLst>
              <a:ext uri="{FF2B5EF4-FFF2-40B4-BE49-F238E27FC236}">
                <a16:creationId xmlns:a16="http://schemas.microsoft.com/office/drawing/2014/main" id="{21848EAD-A264-2515-2DC0-14A812ED6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533650"/>
            <a:ext cx="123825" cy="123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4" name="Line 62">
            <a:extLst>
              <a:ext uri="{FF2B5EF4-FFF2-40B4-BE49-F238E27FC236}">
                <a16:creationId xmlns:a16="http://schemas.microsoft.com/office/drawing/2014/main" id="{DFDA1B81-8FF5-EA83-AB7A-23465E100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288" y="2093913"/>
            <a:ext cx="55563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5" name="Line 63">
            <a:extLst>
              <a:ext uri="{FF2B5EF4-FFF2-40B4-BE49-F238E27FC236}">
                <a16:creationId xmlns:a16="http://schemas.microsoft.com/office/drawing/2014/main" id="{59BEA908-4602-ECCE-47A1-B42C16DA1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3154363"/>
            <a:ext cx="165100" cy="222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6" name="Line 64">
            <a:extLst>
              <a:ext uri="{FF2B5EF4-FFF2-40B4-BE49-F238E27FC236}">
                <a16:creationId xmlns:a16="http://schemas.microsoft.com/office/drawing/2014/main" id="{7F6E07BE-1080-3890-B0FE-E278D302B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463" y="1876425"/>
            <a:ext cx="460375" cy="4286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7" name="Line 65">
            <a:extLst>
              <a:ext uri="{FF2B5EF4-FFF2-40B4-BE49-F238E27FC236}">
                <a16:creationId xmlns:a16="http://schemas.microsoft.com/office/drawing/2014/main" id="{5BD64FA7-01C3-0AE9-E24D-64B825A77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988" y="1973263"/>
            <a:ext cx="58738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8" name="Line 66">
            <a:extLst>
              <a:ext uri="{FF2B5EF4-FFF2-40B4-BE49-F238E27FC236}">
                <a16:creationId xmlns:a16="http://schemas.microsoft.com/office/drawing/2014/main" id="{057DA17F-EC2D-B842-E944-81BB53841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375" y="452438"/>
            <a:ext cx="217488" cy="277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9" name="Line 67">
            <a:extLst>
              <a:ext uri="{FF2B5EF4-FFF2-40B4-BE49-F238E27FC236}">
                <a16:creationId xmlns:a16="http://schemas.microsoft.com/office/drawing/2014/main" id="{4A4199F5-D87A-0642-279E-1D71FE538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138" y="2632075"/>
            <a:ext cx="203200" cy="209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0" name="Line 68">
            <a:extLst>
              <a:ext uri="{FF2B5EF4-FFF2-40B4-BE49-F238E27FC236}">
                <a16:creationId xmlns:a16="http://schemas.microsoft.com/office/drawing/2014/main" id="{BA6CFD8C-00F6-8138-2D3D-EE64F8478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650875"/>
            <a:ext cx="4763" cy="4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1" name="Line 69">
            <a:extLst>
              <a:ext uri="{FF2B5EF4-FFF2-40B4-BE49-F238E27FC236}">
                <a16:creationId xmlns:a16="http://schemas.microsoft.com/office/drawing/2014/main" id="{319DDC07-4FCC-FC11-F772-E2F09ACAC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638" y="2816225"/>
            <a:ext cx="87313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2" name="Line 70">
            <a:extLst>
              <a:ext uri="{FF2B5EF4-FFF2-40B4-BE49-F238E27FC236}">
                <a16:creationId xmlns:a16="http://schemas.microsoft.com/office/drawing/2014/main" id="{13A2A135-741E-5AA6-C7D9-5E605AB1D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275" y="2947988"/>
            <a:ext cx="298450" cy="292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3" name="Line 71">
            <a:extLst>
              <a:ext uri="{FF2B5EF4-FFF2-40B4-BE49-F238E27FC236}">
                <a16:creationId xmlns:a16="http://schemas.microsoft.com/office/drawing/2014/main" id="{FD8E1AE1-D182-9B82-269E-73095FA63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825" y="2417763"/>
            <a:ext cx="393700" cy="534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4" name="Line 72">
            <a:extLst>
              <a:ext uri="{FF2B5EF4-FFF2-40B4-BE49-F238E27FC236}">
                <a16:creationId xmlns:a16="http://schemas.microsoft.com/office/drawing/2014/main" id="{6E0D771C-287B-3987-9001-E6C106B5C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125" y="2255838"/>
            <a:ext cx="246063" cy="277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5" name="Line 73">
            <a:extLst>
              <a:ext uri="{FF2B5EF4-FFF2-40B4-BE49-F238E27FC236}">
                <a16:creationId xmlns:a16="http://schemas.microsoft.com/office/drawing/2014/main" id="{1FC702DD-00B3-8FEC-1006-9E5EAA45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7275" y="1911350"/>
            <a:ext cx="196850" cy="396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6" name="Line 74">
            <a:extLst>
              <a:ext uri="{FF2B5EF4-FFF2-40B4-BE49-F238E27FC236}">
                <a16:creationId xmlns:a16="http://schemas.microsoft.com/office/drawing/2014/main" id="{E88DB97B-40EF-0739-84C8-078B1AD0F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8" y="1144588"/>
            <a:ext cx="225425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7" name="Line 75">
            <a:extLst>
              <a:ext uri="{FF2B5EF4-FFF2-40B4-BE49-F238E27FC236}">
                <a16:creationId xmlns:a16="http://schemas.microsoft.com/office/drawing/2014/main" id="{6A0BB19B-56CC-1FA8-BA69-81B48095F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" y="1598613"/>
            <a:ext cx="1190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8" name="Line 76">
            <a:extLst>
              <a:ext uri="{FF2B5EF4-FFF2-40B4-BE49-F238E27FC236}">
                <a16:creationId xmlns:a16="http://schemas.microsoft.com/office/drawing/2014/main" id="{4E733A28-CB56-61F4-E191-1E28DD7E2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" y="1943100"/>
            <a:ext cx="179388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9" name="Line 77">
            <a:extLst>
              <a:ext uri="{FF2B5EF4-FFF2-40B4-BE49-F238E27FC236}">
                <a16:creationId xmlns:a16="http://schemas.microsoft.com/office/drawing/2014/main" id="{3393F3AA-763F-6F1B-08D5-20E381371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1925" y="214313"/>
            <a:ext cx="36513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0" name="Line 78">
            <a:extLst>
              <a:ext uri="{FF2B5EF4-FFF2-40B4-BE49-F238E27FC236}">
                <a16:creationId xmlns:a16="http://schemas.microsoft.com/office/drawing/2014/main" id="{48A04376-9CA8-E609-F2B6-8B0A2114C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63" y="296863"/>
            <a:ext cx="403225" cy="571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1" name="Line 79">
            <a:extLst>
              <a:ext uri="{FF2B5EF4-FFF2-40B4-BE49-F238E27FC236}">
                <a16:creationId xmlns:a16="http://schemas.microsoft.com/office/drawing/2014/main" id="{6B4074B3-CC94-8FDB-D46A-179C533B6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136650"/>
            <a:ext cx="223838" cy="173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2" name="Line 80">
            <a:extLst>
              <a:ext uri="{FF2B5EF4-FFF2-40B4-BE49-F238E27FC236}">
                <a16:creationId xmlns:a16="http://schemas.microsoft.com/office/drawing/2014/main" id="{CCFE5622-E246-0F0E-50A1-C8B6A41FF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38" y="1549400"/>
            <a:ext cx="446088" cy="395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3" name="Line 81">
            <a:extLst>
              <a:ext uri="{FF2B5EF4-FFF2-40B4-BE49-F238E27FC236}">
                <a16:creationId xmlns:a16="http://schemas.microsoft.com/office/drawing/2014/main" id="{63B80E8D-4256-F5BE-CDD1-63D9422B6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00" y="407988"/>
            <a:ext cx="385763" cy="622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4" name="Line 82">
            <a:extLst>
              <a:ext uri="{FF2B5EF4-FFF2-40B4-BE49-F238E27FC236}">
                <a16:creationId xmlns:a16="http://schemas.microsoft.com/office/drawing/2014/main" id="{AE61D66E-45D2-D62A-E951-8AB9378A9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1835150"/>
            <a:ext cx="150813" cy="157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5" name="Line 83">
            <a:extLst>
              <a:ext uri="{FF2B5EF4-FFF2-40B4-BE49-F238E27FC236}">
                <a16:creationId xmlns:a16="http://schemas.microsoft.com/office/drawing/2014/main" id="{A172E7D1-8DBD-F562-001C-022121A54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663" y="1895475"/>
            <a:ext cx="127000" cy="115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6" name="Line 84">
            <a:extLst>
              <a:ext uri="{FF2B5EF4-FFF2-40B4-BE49-F238E27FC236}">
                <a16:creationId xmlns:a16="http://schemas.microsoft.com/office/drawing/2014/main" id="{0ECF304D-FF77-71BD-844B-8B1462836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195388"/>
            <a:ext cx="350838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7" name="Line 85">
            <a:extLst>
              <a:ext uri="{FF2B5EF4-FFF2-40B4-BE49-F238E27FC236}">
                <a16:creationId xmlns:a16="http://schemas.microsoft.com/office/drawing/2014/main" id="{9F4BE4D5-F60E-94C1-47C4-1A7B0191E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138" y="2179638"/>
            <a:ext cx="133350" cy="139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8" name="Line 86">
            <a:extLst>
              <a:ext uri="{FF2B5EF4-FFF2-40B4-BE49-F238E27FC236}">
                <a16:creationId xmlns:a16="http://schemas.microsoft.com/office/drawing/2014/main" id="{36D5164A-A946-7164-2054-E8D77E6DA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5" y="1411288"/>
            <a:ext cx="88900" cy="69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9" name="Line 87">
            <a:extLst>
              <a:ext uri="{FF2B5EF4-FFF2-40B4-BE49-F238E27FC236}">
                <a16:creationId xmlns:a16="http://schemas.microsoft.com/office/drawing/2014/main" id="{78DD9F95-E62B-CCE9-5B2E-2CE4B4923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875" y="1284288"/>
            <a:ext cx="223838" cy="268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0" name="Line 88">
            <a:extLst>
              <a:ext uri="{FF2B5EF4-FFF2-40B4-BE49-F238E27FC236}">
                <a16:creationId xmlns:a16="http://schemas.microsoft.com/office/drawing/2014/main" id="{6F0A12E8-7286-1120-91C0-97B51F00E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3225" y="1327150"/>
            <a:ext cx="147638" cy="196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1" name="Line 89">
            <a:extLst>
              <a:ext uri="{FF2B5EF4-FFF2-40B4-BE49-F238E27FC236}">
                <a16:creationId xmlns:a16="http://schemas.microsoft.com/office/drawing/2014/main" id="{02B44C2E-038A-3041-34F9-1689ECCA6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2213" y="3341688"/>
            <a:ext cx="52388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2" name="Line 90">
            <a:extLst>
              <a:ext uri="{FF2B5EF4-FFF2-40B4-BE49-F238E27FC236}">
                <a16:creationId xmlns:a16="http://schemas.microsoft.com/office/drawing/2014/main" id="{FD1874F4-42E2-3829-C76B-A4DC51F13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8438" y="438150"/>
            <a:ext cx="352425" cy="371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3" name="Line 91">
            <a:extLst>
              <a:ext uri="{FF2B5EF4-FFF2-40B4-BE49-F238E27FC236}">
                <a16:creationId xmlns:a16="http://schemas.microsoft.com/office/drawing/2014/main" id="{482B4D56-8B80-5526-BC50-56E03E185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5250" y="935038"/>
            <a:ext cx="179388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4" name="Line 92">
            <a:extLst>
              <a:ext uri="{FF2B5EF4-FFF2-40B4-BE49-F238E27FC236}">
                <a16:creationId xmlns:a16="http://schemas.microsoft.com/office/drawing/2014/main" id="{17FA5873-CACB-FEC2-2C90-F66E39FA5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463" y="2746375"/>
            <a:ext cx="276225" cy="347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5" name="Line 93">
            <a:extLst>
              <a:ext uri="{FF2B5EF4-FFF2-40B4-BE49-F238E27FC236}">
                <a16:creationId xmlns:a16="http://schemas.microsoft.com/office/drawing/2014/main" id="{FBD0E81B-A012-7760-BE4C-70C44FBC1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4175" y="1282700"/>
            <a:ext cx="166688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6" name="Line 94">
            <a:extLst>
              <a:ext uri="{FF2B5EF4-FFF2-40B4-BE49-F238E27FC236}">
                <a16:creationId xmlns:a16="http://schemas.microsoft.com/office/drawing/2014/main" id="{498C2BE4-FC0A-4557-A246-755D6B0A3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500" y="1970088"/>
            <a:ext cx="417513" cy="469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7" name="Line 95">
            <a:extLst>
              <a:ext uri="{FF2B5EF4-FFF2-40B4-BE49-F238E27FC236}">
                <a16:creationId xmlns:a16="http://schemas.microsoft.com/office/drawing/2014/main" id="{E8A4EF8F-194B-5CC7-DC62-A5BA976DC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375" y="854075"/>
            <a:ext cx="84138" cy="128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8" name="Line 96">
            <a:extLst>
              <a:ext uri="{FF2B5EF4-FFF2-40B4-BE49-F238E27FC236}">
                <a16:creationId xmlns:a16="http://schemas.microsoft.com/office/drawing/2014/main" id="{69B002D3-EE6E-B042-D4C6-D625D2170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3336925"/>
            <a:ext cx="49213" cy="53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9" name="Line 97">
            <a:extLst>
              <a:ext uri="{FF2B5EF4-FFF2-40B4-BE49-F238E27FC236}">
                <a16:creationId xmlns:a16="http://schemas.microsoft.com/office/drawing/2014/main" id="{5D1BA8B5-27E5-BFB4-D182-242319D32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8" y="577850"/>
            <a:ext cx="523875" cy="512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0" name="Line 98">
            <a:extLst>
              <a:ext uri="{FF2B5EF4-FFF2-40B4-BE49-F238E27FC236}">
                <a16:creationId xmlns:a16="http://schemas.microsoft.com/office/drawing/2014/main" id="{DEAE93DB-64CA-F1DC-F3D8-8BACBB5C7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3475" y="750888"/>
            <a:ext cx="146050" cy="215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1" name="Line 99">
            <a:extLst>
              <a:ext uri="{FF2B5EF4-FFF2-40B4-BE49-F238E27FC236}">
                <a16:creationId xmlns:a16="http://schemas.microsoft.com/office/drawing/2014/main" id="{876252B4-7FB6-B0E3-0032-6C1CFCA5A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42975" y="1944688"/>
            <a:ext cx="219075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2" name="Line 100">
            <a:extLst>
              <a:ext uri="{FF2B5EF4-FFF2-40B4-BE49-F238E27FC236}">
                <a16:creationId xmlns:a16="http://schemas.microsoft.com/office/drawing/2014/main" id="{96A369E1-2E86-3A79-8522-0AF807422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338" y="3179763"/>
            <a:ext cx="233363" cy="204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3" name="Line 101">
            <a:extLst>
              <a:ext uri="{FF2B5EF4-FFF2-40B4-BE49-F238E27FC236}">
                <a16:creationId xmlns:a16="http://schemas.microsoft.com/office/drawing/2014/main" id="{4A725ECA-E96B-52A5-0644-FCEB0D066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725" y="1182688"/>
            <a:ext cx="139700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4" name="Line 102">
            <a:extLst>
              <a:ext uri="{FF2B5EF4-FFF2-40B4-BE49-F238E27FC236}">
                <a16:creationId xmlns:a16="http://schemas.microsoft.com/office/drawing/2014/main" id="{49AC36F6-FA2F-7F87-C20E-49050CACE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2825750"/>
            <a:ext cx="288925" cy="482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5" name="Line 103">
            <a:extLst>
              <a:ext uri="{FF2B5EF4-FFF2-40B4-BE49-F238E27FC236}">
                <a16:creationId xmlns:a16="http://schemas.microsoft.com/office/drawing/2014/main" id="{BE74328D-EB1E-553F-465C-23F7D7D2D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068513"/>
            <a:ext cx="258763" cy="322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6" name="Line 104">
            <a:extLst>
              <a:ext uri="{FF2B5EF4-FFF2-40B4-BE49-F238E27FC236}">
                <a16:creationId xmlns:a16="http://schemas.microsoft.com/office/drawing/2014/main" id="{08A6796B-79F1-F8CB-3DE5-0B783DC9C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113" y="3382963"/>
            <a:ext cx="7938" cy="79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7" name="Line 105">
            <a:extLst>
              <a:ext uri="{FF2B5EF4-FFF2-40B4-BE49-F238E27FC236}">
                <a16:creationId xmlns:a16="http://schemas.microsoft.com/office/drawing/2014/main" id="{C232C1A2-EBA8-C039-E803-A676A07EC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438" y="1085850"/>
            <a:ext cx="630238" cy="436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8" name="Line 106">
            <a:extLst>
              <a:ext uri="{FF2B5EF4-FFF2-40B4-BE49-F238E27FC236}">
                <a16:creationId xmlns:a16="http://schemas.microsoft.com/office/drawing/2014/main" id="{48AAC608-ED0C-0FA1-B521-A716F3FBB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" y="2409825"/>
            <a:ext cx="71438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9" name="Line 107">
            <a:extLst>
              <a:ext uri="{FF2B5EF4-FFF2-40B4-BE49-F238E27FC236}">
                <a16:creationId xmlns:a16="http://schemas.microsoft.com/office/drawing/2014/main" id="{CDD40772-64D4-A611-043F-99DFABA88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2203450"/>
            <a:ext cx="344488" cy="323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0" name="Line 108">
            <a:extLst>
              <a:ext uri="{FF2B5EF4-FFF2-40B4-BE49-F238E27FC236}">
                <a16:creationId xmlns:a16="http://schemas.microsoft.com/office/drawing/2014/main" id="{F60299E3-36FD-762F-1ADA-DE1B16DC1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4775" y="1600200"/>
            <a:ext cx="50800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1" name="Line 109">
            <a:extLst>
              <a:ext uri="{FF2B5EF4-FFF2-40B4-BE49-F238E27FC236}">
                <a16:creationId xmlns:a16="http://schemas.microsoft.com/office/drawing/2014/main" id="{E2DEC1C3-AFE6-983B-E83B-9321315ED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612775"/>
            <a:ext cx="141288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2" name="Line 110">
            <a:extLst>
              <a:ext uri="{FF2B5EF4-FFF2-40B4-BE49-F238E27FC236}">
                <a16:creationId xmlns:a16="http://schemas.microsoft.com/office/drawing/2014/main" id="{76EC5AD3-F77B-B5CF-F644-505A4BDE6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5413" y="2608263"/>
            <a:ext cx="309563" cy="354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3" name="Line 111">
            <a:extLst>
              <a:ext uri="{FF2B5EF4-FFF2-40B4-BE49-F238E27FC236}">
                <a16:creationId xmlns:a16="http://schemas.microsoft.com/office/drawing/2014/main" id="{7470D638-621A-FCBE-F957-7A86110E3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292475"/>
            <a:ext cx="3175" cy="6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4" name="Line 112">
            <a:extLst>
              <a:ext uri="{FF2B5EF4-FFF2-40B4-BE49-F238E27FC236}">
                <a16:creationId xmlns:a16="http://schemas.microsoft.com/office/drawing/2014/main" id="{C8D3210B-52C0-6159-EDFD-278830C63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3463" y="425450"/>
            <a:ext cx="95250" cy="73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5" name="Line 113">
            <a:extLst>
              <a:ext uri="{FF2B5EF4-FFF2-40B4-BE49-F238E27FC236}">
                <a16:creationId xmlns:a16="http://schemas.microsoft.com/office/drawing/2014/main" id="{2A9756CD-A103-8352-47D6-F717DAB9F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1565275"/>
            <a:ext cx="198438" cy="288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6" name="Line 114">
            <a:extLst>
              <a:ext uri="{FF2B5EF4-FFF2-40B4-BE49-F238E27FC236}">
                <a16:creationId xmlns:a16="http://schemas.microsoft.com/office/drawing/2014/main" id="{35FA97C8-95F2-6294-C9B2-2FC0D3E1C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4650" y="1112838"/>
            <a:ext cx="176213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7" name="Line 115">
            <a:extLst>
              <a:ext uri="{FF2B5EF4-FFF2-40B4-BE49-F238E27FC236}">
                <a16:creationId xmlns:a16="http://schemas.microsoft.com/office/drawing/2014/main" id="{8CB1A6F3-D977-33D0-E731-BC1AFCB07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650" y="2465388"/>
            <a:ext cx="131763" cy="157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8" name="Line 116">
            <a:extLst>
              <a:ext uri="{FF2B5EF4-FFF2-40B4-BE49-F238E27FC236}">
                <a16:creationId xmlns:a16="http://schemas.microsoft.com/office/drawing/2014/main" id="{1A11BEB5-7EE4-DA58-0502-81F988667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2241550"/>
            <a:ext cx="334963" cy="533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9" name="Line 117">
            <a:extLst>
              <a:ext uri="{FF2B5EF4-FFF2-40B4-BE49-F238E27FC236}">
                <a16:creationId xmlns:a16="http://schemas.microsoft.com/office/drawing/2014/main" id="{589750A6-4607-0839-37F3-75F0FDDCE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136775"/>
            <a:ext cx="76200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0" name="Line 118">
            <a:extLst>
              <a:ext uri="{FF2B5EF4-FFF2-40B4-BE49-F238E27FC236}">
                <a16:creationId xmlns:a16="http://schemas.microsoft.com/office/drawing/2014/main" id="{014A2D1D-A444-FD70-82C1-14180EFA8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358900"/>
            <a:ext cx="371475" cy="307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1" name="Line 119">
            <a:extLst>
              <a:ext uri="{FF2B5EF4-FFF2-40B4-BE49-F238E27FC236}">
                <a16:creationId xmlns:a16="http://schemas.microsoft.com/office/drawing/2014/main" id="{7D5A1F07-FB8A-A3C6-DA28-15D1575CA9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3213" y="3086100"/>
            <a:ext cx="85725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2" name="Line 120">
            <a:extLst>
              <a:ext uri="{FF2B5EF4-FFF2-40B4-BE49-F238E27FC236}">
                <a16:creationId xmlns:a16="http://schemas.microsoft.com/office/drawing/2014/main" id="{54F9C930-28C0-C572-F7D8-251E5F310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3325" y="1447800"/>
            <a:ext cx="227013" cy="211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3" name="Line 121">
            <a:extLst>
              <a:ext uri="{FF2B5EF4-FFF2-40B4-BE49-F238E27FC236}">
                <a16:creationId xmlns:a16="http://schemas.microsoft.com/office/drawing/2014/main" id="{53E3BA21-D5AB-D7E2-F94C-FF5316A20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1400" y="2765425"/>
            <a:ext cx="528638" cy="403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4" name="Line 122">
            <a:extLst>
              <a:ext uri="{FF2B5EF4-FFF2-40B4-BE49-F238E27FC236}">
                <a16:creationId xmlns:a16="http://schemas.microsoft.com/office/drawing/2014/main" id="{687EC235-A41B-AD34-E710-A336A4E93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1813" y="2133600"/>
            <a:ext cx="19050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5" name="Line 123">
            <a:extLst>
              <a:ext uri="{FF2B5EF4-FFF2-40B4-BE49-F238E27FC236}">
                <a16:creationId xmlns:a16="http://schemas.microsoft.com/office/drawing/2014/main" id="{13EE3A5C-9411-BA56-3027-04986BAF5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747713"/>
            <a:ext cx="371475" cy="376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6" name="Line 124">
            <a:extLst>
              <a:ext uri="{FF2B5EF4-FFF2-40B4-BE49-F238E27FC236}">
                <a16:creationId xmlns:a16="http://schemas.microsoft.com/office/drawing/2014/main" id="{240E67BB-0941-FD3E-9C7E-70048CAF9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163" y="298450"/>
            <a:ext cx="96838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7" name="Line 125">
            <a:extLst>
              <a:ext uri="{FF2B5EF4-FFF2-40B4-BE49-F238E27FC236}">
                <a16:creationId xmlns:a16="http://schemas.microsoft.com/office/drawing/2014/main" id="{FD7624AA-E29A-AD44-AB60-E9D46478F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488" y="2776538"/>
            <a:ext cx="165100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8" name="Line 126">
            <a:extLst>
              <a:ext uri="{FF2B5EF4-FFF2-40B4-BE49-F238E27FC236}">
                <a16:creationId xmlns:a16="http://schemas.microsoft.com/office/drawing/2014/main" id="{21AEAA09-C6B4-4DF0-8DAC-D733F6CFC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563" y="427038"/>
            <a:ext cx="131763" cy="481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9" name="Line 127">
            <a:extLst>
              <a:ext uri="{FF2B5EF4-FFF2-40B4-BE49-F238E27FC236}">
                <a16:creationId xmlns:a16="http://schemas.microsoft.com/office/drawing/2014/main" id="{02758943-4557-CE88-2443-A630CF895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675" y="2868613"/>
            <a:ext cx="158750" cy="1682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0" name="Line 128">
            <a:extLst>
              <a:ext uri="{FF2B5EF4-FFF2-40B4-BE49-F238E27FC236}">
                <a16:creationId xmlns:a16="http://schemas.microsoft.com/office/drawing/2014/main" id="{B77E0298-AE4F-D7BB-E4A8-148EE0281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63" y="214313"/>
            <a:ext cx="82550" cy="79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1" name="Line 129">
            <a:extLst>
              <a:ext uri="{FF2B5EF4-FFF2-40B4-BE49-F238E27FC236}">
                <a16:creationId xmlns:a16="http://schemas.microsoft.com/office/drawing/2014/main" id="{308478A3-842E-C581-C4C9-48AA95BD8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613" y="1027113"/>
            <a:ext cx="481013" cy="506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2" name="Line 130">
            <a:extLst>
              <a:ext uri="{FF2B5EF4-FFF2-40B4-BE49-F238E27FC236}">
                <a16:creationId xmlns:a16="http://schemas.microsoft.com/office/drawing/2014/main" id="{2368CCB6-16EE-A5EF-71D4-E2D8B968A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6563" y="754063"/>
            <a:ext cx="114300" cy="1190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3" name="Line 131">
            <a:extLst>
              <a:ext uri="{FF2B5EF4-FFF2-40B4-BE49-F238E27FC236}">
                <a16:creationId xmlns:a16="http://schemas.microsoft.com/office/drawing/2014/main" id="{B9FB457D-5FE3-D087-993F-3AAE58456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" y="3094038"/>
            <a:ext cx="115888" cy="98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4" name="Line 132">
            <a:extLst>
              <a:ext uri="{FF2B5EF4-FFF2-40B4-BE49-F238E27FC236}">
                <a16:creationId xmlns:a16="http://schemas.microsoft.com/office/drawing/2014/main" id="{FEC33B1B-C639-789E-F2FA-CF23E7647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897063"/>
            <a:ext cx="169863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5" name="Line 133">
            <a:extLst>
              <a:ext uri="{FF2B5EF4-FFF2-40B4-BE49-F238E27FC236}">
                <a16:creationId xmlns:a16="http://schemas.microsoft.com/office/drawing/2014/main" id="{5E49FA37-8715-C6E5-61DE-F20EC3636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3387725"/>
            <a:ext cx="3175" cy="3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6" name="Line 134">
            <a:extLst>
              <a:ext uri="{FF2B5EF4-FFF2-40B4-BE49-F238E27FC236}">
                <a16:creationId xmlns:a16="http://schemas.microsoft.com/office/drawing/2014/main" id="{2D894AE0-59DF-E8C7-5C3D-DCBF486F8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8" y="2754313"/>
            <a:ext cx="158750" cy="288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7" name="Line 135">
            <a:extLst>
              <a:ext uri="{FF2B5EF4-FFF2-40B4-BE49-F238E27FC236}">
                <a16:creationId xmlns:a16="http://schemas.microsoft.com/office/drawing/2014/main" id="{80E83BE9-0061-53CB-12F8-74077516C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314575"/>
            <a:ext cx="117475" cy="115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8" name="Line 136">
            <a:extLst>
              <a:ext uri="{FF2B5EF4-FFF2-40B4-BE49-F238E27FC236}">
                <a16:creationId xmlns:a16="http://schemas.microsoft.com/office/drawing/2014/main" id="{1EB4F126-B2C7-EF6A-59BF-7959F5E8E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263" y="1173163"/>
            <a:ext cx="74613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9" name="Line 137">
            <a:extLst>
              <a:ext uri="{FF2B5EF4-FFF2-40B4-BE49-F238E27FC236}">
                <a16:creationId xmlns:a16="http://schemas.microsoft.com/office/drawing/2014/main" id="{45F5BBCE-BE55-3E18-2F09-D06B67F7D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7025" y="977900"/>
            <a:ext cx="223838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0" name="Line 138">
            <a:extLst>
              <a:ext uri="{FF2B5EF4-FFF2-40B4-BE49-F238E27FC236}">
                <a16:creationId xmlns:a16="http://schemas.microsoft.com/office/drawing/2014/main" id="{FABD3159-5E82-359E-6E05-81DB445E9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2332038"/>
            <a:ext cx="66675" cy="266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1" name="Line 139">
            <a:extLst>
              <a:ext uri="{FF2B5EF4-FFF2-40B4-BE49-F238E27FC236}">
                <a16:creationId xmlns:a16="http://schemas.microsoft.com/office/drawing/2014/main" id="{C7D50A48-67BF-3622-3EF3-8CC579CC7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763" y="612775"/>
            <a:ext cx="493713" cy="585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2" name="Line 140">
            <a:extLst>
              <a:ext uri="{FF2B5EF4-FFF2-40B4-BE49-F238E27FC236}">
                <a16:creationId xmlns:a16="http://schemas.microsoft.com/office/drawing/2014/main" id="{075DFBCF-CE44-B7EE-CF43-16F035F17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5463" y="2659063"/>
            <a:ext cx="25400" cy="26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3" name="Line 141">
            <a:extLst>
              <a:ext uri="{FF2B5EF4-FFF2-40B4-BE49-F238E27FC236}">
                <a16:creationId xmlns:a16="http://schemas.microsoft.com/office/drawing/2014/main" id="{D8A1BA29-4D80-B7BB-8F9F-750E1774F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463" y="2351088"/>
            <a:ext cx="506413" cy="430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4" name="Line 142">
            <a:extLst>
              <a:ext uri="{FF2B5EF4-FFF2-40B4-BE49-F238E27FC236}">
                <a16:creationId xmlns:a16="http://schemas.microsoft.com/office/drawing/2014/main" id="{10CC4805-4C2C-F36A-CEB2-82999CE5F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2088" y="815975"/>
            <a:ext cx="74613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5" name="Line 143">
            <a:extLst>
              <a:ext uri="{FF2B5EF4-FFF2-40B4-BE49-F238E27FC236}">
                <a16:creationId xmlns:a16="http://schemas.microsoft.com/office/drawing/2014/main" id="{4F4F946E-F7D1-45AB-ECE4-0F6D4B486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331913"/>
            <a:ext cx="128588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6" name="Line 144">
            <a:extLst>
              <a:ext uri="{FF2B5EF4-FFF2-40B4-BE49-F238E27FC236}">
                <a16:creationId xmlns:a16="http://schemas.microsoft.com/office/drawing/2014/main" id="{5FAEFEDD-8741-2AD3-F871-463ECC067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80988"/>
            <a:ext cx="200025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7" name="Line 145">
            <a:extLst>
              <a:ext uri="{FF2B5EF4-FFF2-40B4-BE49-F238E27FC236}">
                <a16:creationId xmlns:a16="http://schemas.microsoft.com/office/drawing/2014/main" id="{3A2FF85A-FEBA-7695-9EA4-4014884A9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1650" y="3370263"/>
            <a:ext cx="23813" cy="20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8" name="Line 146">
            <a:extLst>
              <a:ext uri="{FF2B5EF4-FFF2-40B4-BE49-F238E27FC236}">
                <a16:creationId xmlns:a16="http://schemas.microsoft.com/office/drawing/2014/main" id="{D0B32AE6-7377-8305-2A6C-F1A021E59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881063"/>
            <a:ext cx="315913" cy="349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9" name="Line 147">
            <a:extLst>
              <a:ext uri="{FF2B5EF4-FFF2-40B4-BE49-F238E27FC236}">
                <a16:creationId xmlns:a16="http://schemas.microsoft.com/office/drawing/2014/main" id="{3EBA9D9F-DA69-15BD-D067-2DFCAF00F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1365250"/>
            <a:ext cx="184150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0" name="Line 148">
            <a:extLst>
              <a:ext uri="{FF2B5EF4-FFF2-40B4-BE49-F238E27FC236}">
                <a16:creationId xmlns:a16="http://schemas.microsoft.com/office/drawing/2014/main" id="{AA674F56-9F26-B7E9-2800-640421522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438" y="2724150"/>
            <a:ext cx="122238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1" name="Line 149">
            <a:extLst>
              <a:ext uri="{FF2B5EF4-FFF2-40B4-BE49-F238E27FC236}">
                <a16:creationId xmlns:a16="http://schemas.microsoft.com/office/drawing/2014/main" id="{DA3B3ECD-3CD4-C791-7075-498B62F017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0" y="1733550"/>
            <a:ext cx="65088" cy="111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2" name="Line 150">
            <a:extLst>
              <a:ext uri="{FF2B5EF4-FFF2-40B4-BE49-F238E27FC236}">
                <a16:creationId xmlns:a16="http://schemas.microsoft.com/office/drawing/2014/main" id="{38CEC5FC-E22F-4B8F-7C13-3BB0A460F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3975" y="2085975"/>
            <a:ext cx="34925" cy="290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3" name="Line 151">
            <a:extLst>
              <a:ext uri="{FF2B5EF4-FFF2-40B4-BE49-F238E27FC236}">
                <a16:creationId xmlns:a16="http://schemas.microsoft.com/office/drawing/2014/main" id="{B71EB886-63A6-270B-0134-64608D021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005013"/>
            <a:ext cx="449263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4" name="Line 152">
            <a:extLst>
              <a:ext uri="{FF2B5EF4-FFF2-40B4-BE49-F238E27FC236}">
                <a16:creationId xmlns:a16="http://schemas.microsoft.com/office/drawing/2014/main" id="{06F9F119-20CE-3249-D2EF-411C20CA4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388" y="1271588"/>
            <a:ext cx="127000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5" name="Line 153">
            <a:extLst>
              <a:ext uri="{FF2B5EF4-FFF2-40B4-BE49-F238E27FC236}">
                <a16:creationId xmlns:a16="http://schemas.microsoft.com/office/drawing/2014/main" id="{22190A75-4E3F-0D21-05BB-BE35BC3AD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990600"/>
            <a:ext cx="296863" cy="258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6" name="Line 154">
            <a:extLst>
              <a:ext uri="{FF2B5EF4-FFF2-40B4-BE49-F238E27FC236}">
                <a16:creationId xmlns:a16="http://schemas.microsoft.com/office/drawing/2014/main" id="{9A39AF2C-1298-4071-6BEE-5AA7301C2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" y="276225"/>
            <a:ext cx="160338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7" name="Line 155">
            <a:extLst>
              <a:ext uri="{FF2B5EF4-FFF2-40B4-BE49-F238E27FC236}">
                <a16:creationId xmlns:a16="http://schemas.microsoft.com/office/drawing/2014/main" id="{CA201ADF-5CDA-6035-0659-AD8985E9D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5613" y="2397125"/>
            <a:ext cx="9525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8" name="Line 156">
            <a:extLst>
              <a:ext uri="{FF2B5EF4-FFF2-40B4-BE49-F238E27FC236}">
                <a16:creationId xmlns:a16="http://schemas.microsoft.com/office/drawing/2014/main" id="{476949EF-A4F6-9D51-4EC8-B4746A3A4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7775" y="2747963"/>
            <a:ext cx="481013" cy="407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9" name="Line 157">
            <a:extLst>
              <a:ext uri="{FF2B5EF4-FFF2-40B4-BE49-F238E27FC236}">
                <a16:creationId xmlns:a16="http://schemas.microsoft.com/office/drawing/2014/main" id="{59F448FB-69DE-98F1-CD45-AC08E30F7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2175" y="3249613"/>
            <a:ext cx="131763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0" name="Line 158">
            <a:extLst>
              <a:ext uri="{FF2B5EF4-FFF2-40B4-BE49-F238E27FC236}">
                <a16:creationId xmlns:a16="http://schemas.microsoft.com/office/drawing/2014/main" id="{96CFE617-A6A5-C6ED-82B1-B84442B4F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0538" y="1709738"/>
            <a:ext cx="60325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1" name="Line 159">
            <a:extLst>
              <a:ext uri="{FF2B5EF4-FFF2-40B4-BE49-F238E27FC236}">
                <a16:creationId xmlns:a16="http://schemas.microsoft.com/office/drawing/2014/main" id="{72CFA4B6-D1C4-347C-99CB-90BBE4851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838" y="3319463"/>
            <a:ext cx="69850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2" name="Line 160">
            <a:extLst>
              <a:ext uri="{FF2B5EF4-FFF2-40B4-BE49-F238E27FC236}">
                <a16:creationId xmlns:a16="http://schemas.microsoft.com/office/drawing/2014/main" id="{9D2AD1D6-D6DC-79FD-A214-D6A032334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438" y="2971800"/>
            <a:ext cx="222250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3" name="Line 161">
            <a:extLst>
              <a:ext uri="{FF2B5EF4-FFF2-40B4-BE49-F238E27FC236}">
                <a16:creationId xmlns:a16="http://schemas.microsoft.com/office/drawing/2014/main" id="{01A4D357-34C1-34D4-6BD0-2C1ACE2BC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214313"/>
            <a:ext cx="42863" cy="63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4" name="Line 162">
            <a:extLst>
              <a:ext uri="{FF2B5EF4-FFF2-40B4-BE49-F238E27FC236}">
                <a16:creationId xmlns:a16="http://schemas.microsoft.com/office/drawing/2014/main" id="{18FAFAB8-3461-A046-5CA2-2F6750462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663" y="2743200"/>
            <a:ext cx="220663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5" name="Line 163">
            <a:extLst>
              <a:ext uri="{FF2B5EF4-FFF2-40B4-BE49-F238E27FC236}">
                <a16:creationId xmlns:a16="http://schemas.microsoft.com/office/drawing/2014/main" id="{4A1475C9-2084-967E-DD77-293332D8ED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263" y="400050"/>
            <a:ext cx="188913" cy="179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6" name="Line 164">
            <a:extLst>
              <a:ext uri="{FF2B5EF4-FFF2-40B4-BE49-F238E27FC236}">
                <a16:creationId xmlns:a16="http://schemas.microsoft.com/office/drawing/2014/main" id="{9EEA425A-DA4A-83D6-7094-AC26A8538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8575" y="2898775"/>
            <a:ext cx="476250" cy="4619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7" name="Line 165">
            <a:extLst>
              <a:ext uri="{FF2B5EF4-FFF2-40B4-BE49-F238E27FC236}">
                <a16:creationId xmlns:a16="http://schemas.microsoft.com/office/drawing/2014/main" id="{FA97D0B3-CE3F-242F-9CBE-26C74210B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1414463"/>
            <a:ext cx="423863" cy="419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8" name="Line 166">
            <a:extLst>
              <a:ext uri="{FF2B5EF4-FFF2-40B4-BE49-F238E27FC236}">
                <a16:creationId xmlns:a16="http://schemas.microsoft.com/office/drawing/2014/main" id="{EE8196D4-3E46-EA90-F519-102E9118857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538" y="1068388"/>
            <a:ext cx="936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9" name="Line 167">
            <a:extLst>
              <a:ext uri="{FF2B5EF4-FFF2-40B4-BE49-F238E27FC236}">
                <a16:creationId xmlns:a16="http://schemas.microsoft.com/office/drawing/2014/main" id="{4155DE3C-2909-EF5A-A33E-5C6FF58BA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938" y="214313"/>
            <a:ext cx="114300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0" name="Line 168">
            <a:extLst>
              <a:ext uri="{FF2B5EF4-FFF2-40B4-BE49-F238E27FC236}">
                <a16:creationId xmlns:a16="http://schemas.microsoft.com/office/drawing/2014/main" id="{8EB9F6EE-EC0B-7CEE-0E04-B122EB0DF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1662113"/>
            <a:ext cx="136525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1" name="Line 169">
            <a:extLst>
              <a:ext uri="{FF2B5EF4-FFF2-40B4-BE49-F238E27FC236}">
                <a16:creationId xmlns:a16="http://schemas.microsoft.com/office/drawing/2014/main" id="{B1621A8D-6996-83C4-9F24-EC2EE1363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749425"/>
            <a:ext cx="431800" cy="325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2" name="Line 170">
            <a:extLst>
              <a:ext uri="{FF2B5EF4-FFF2-40B4-BE49-F238E27FC236}">
                <a16:creationId xmlns:a16="http://schemas.microsoft.com/office/drawing/2014/main" id="{A06827E3-B79A-3634-8373-0DE5F1FD3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1144588"/>
            <a:ext cx="242888" cy="436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3" name="Line 171">
            <a:extLst>
              <a:ext uri="{FF2B5EF4-FFF2-40B4-BE49-F238E27FC236}">
                <a16:creationId xmlns:a16="http://schemas.microsoft.com/office/drawing/2014/main" id="{8C4E3889-74B1-642E-42A1-8B13759CE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211388"/>
            <a:ext cx="206375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4" name="Line 172">
            <a:extLst>
              <a:ext uri="{FF2B5EF4-FFF2-40B4-BE49-F238E27FC236}">
                <a16:creationId xmlns:a16="http://schemas.microsoft.com/office/drawing/2014/main" id="{C6C7B130-331E-1420-B6A9-4DF12951E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8" y="322263"/>
            <a:ext cx="366713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5" name="Line 173">
            <a:extLst>
              <a:ext uri="{FF2B5EF4-FFF2-40B4-BE49-F238E27FC236}">
                <a16:creationId xmlns:a16="http://schemas.microsoft.com/office/drawing/2014/main" id="{E47A74B5-E7E8-0930-319B-BF2B573F3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4725" y="1371600"/>
            <a:ext cx="501650" cy="434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6" name="Line 174">
            <a:extLst>
              <a:ext uri="{FF2B5EF4-FFF2-40B4-BE49-F238E27FC236}">
                <a16:creationId xmlns:a16="http://schemas.microsoft.com/office/drawing/2014/main" id="{A3717898-9EFD-A7D9-4457-DE5DB0EFC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75" y="2366963"/>
            <a:ext cx="165100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7" name="Line 175">
            <a:extLst>
              <a:ext uri="{FF2B5EF4-FFF2-40B4-BE49-F238E27FC236}">
                <a16:creationId xmlns:a16="http://schemas.microsoft.com/office/drawing/2014/main" id="{5AE92700-7D70-E38D-E25E-D701FB5E5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" y="1381125"/>
            <a:ext cx="95250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8" name="Line 176">
            <a:extLst>
              <a:ext uri="{FF2B5EF4-FFF2-40B4-BE49-F238E27FC236}">
                <a16:creationId xmlns:a16="http://schemas.microsoft.com/office/drawing/2014/main" id="{F90A3E13-3986-8395-1BB4-B91533170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3" y="2462213"/>
            <a:ext cx="546100" cy="488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9" name="Line 177">
            <a:extLst>
              <a:ext uri="{FF2B5EF4-FFF2-40B4-BE49-F238E27FC236}">
                <a16:creationId xmlns:a16="http://schemas.microsoft.com/office/drawing/2014/main" id="{C4D4A557-D1FD-4455-6B12-AA23D6DCF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1938" y="3365500"/>
            <a:ext cx="25400" cy="25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0" name="Line 178">
            <a:extLst>
              <a:ext uri="{FF2B5EF4-FFF2-40B4-BE49-F238E27FC236}">
                <a16:creationId xmlns:a16="http://schemas.microsoft.com/office/drawing/2014/main" id="{5DEB4F98-F060-513C-ED55-428A8A731B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0475" y="1106488"/>
            <a:ext cx="233363" cy="260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1" name="Line 179">
            <a:extLst>
              <a:ext uri="{FF2B5EF4-FFF2-40B4-BE49-F238E27FC236}">
                <a16:creationId xmlns:a16="http://schemas.microsoft.com/office/drawing/2014/main" id="{6EA3D6C9-183F-B356-5F48-2C57FA671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4013" y="2981325"/>
            <a:ext cx="71438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2" name="Line 180">
            <a:extLst>
              <a:ext uri="{FF2B5EF4-FFF2-40B4-BE49-F238E27FC236}">
                <a16:creationId xmlns:a16="http://schemas.microsoft.com/office/drawing/2014/main" id="{6E52E129-74BF-7602-ED7E-750A5644A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738438"/>
            <a:ext cx="255588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3" name="Line 181">
            <a:extLst>
              <a:ext uri="{FF2B5EF4-FFF2-40B4-BE49-F238E27FC236}">
                <a16:creationId xmlns:a16="http://schemas.microsoft.com/office/drawing/2014/main" id="{029E3BD7-9D80-7FC7-B5ED-84A269E6B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860675"/>
            <a:ext cx="79375" cy="112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4" name="Line 182">
            <a:extLst>
              <a:ext uri="{FF2B5EF4-FFF2-40B4-BE49-F238E27FC236}">
                <a16:creationId xmlns:a16="http://schemas.microsoft.com/office/drawing/2014/main" id="{5E3C309C-0EE2-BEC7-7483-545454944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" y="744538"/>
            <a:ext cx="80963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5" name="Line 183">
            <a:extLst>
              <a:ext uri="{FF2B5EF4-FFF2-40B4-BE49-F238E27FC236}">
                <a16:creationId xmlns:a16="http://schemas.microsoft.com/office/drawing/2014/main" id="{690A5D2B-56EF-4A8C-B753-D50BE2A4D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060700"/>
            <a:ext cx="11113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6" name="Line 184">
            <a:extLst>
              <a:ext uri="{FF2B5EF4-FFF2-40B4-BE49-F238E27FC236}">
                <a16:creationId xmlns:a16="http://schemas.microsoft.com/office/drawing/2014/main" id="{871A2A54-085D-45BB-5142-2315B86B9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76225"/>
            <a:ext cx="38100" cy="38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7" name="Line 185">
            <a:extLst>
              <a:ext uri="{FF2B5EF4-FFF2-40B4-BE49-F238E27FC236}">
                <a16:creationId xmlns:a16="http://schemas.microsoft.com/office/drawing/2014/main" id="{F25D2D08-7B47-18CB-40DE-38B9AC924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352675"/>
            <a:ext cx="14288" cy="20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8" name="Line 186">
            <a:extLst>
              <a:ext uri="{FF2B5EF4-FFF2-40B4-BE49-F238E27FC236}">
                <a16:creationId xmlns:a16="http://schemas.microsoft.com/office/drawing/2014/main" id="{4176940B-6298-D9A7-CD82-CBE752253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230438"/>
            <a:ext cx="385763" cy="327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9" name="Line 187">
            <a:extLst>
              <a:ext uri="{FF2B5EF4-FFF2-40B4-BE49-F238E27FC236}">
                <a16:creationId xmlns:a16="http://schemas.microsoft.com/office/drawing/2014/main" id="{D3780080-F428-8BFD-B942-04A289E9A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538" y="2327275"/>
            <a:ext cx="169863" cy="198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0" name="Line 188">
            <a:extLst>
              <a:ext uri="{FF2B5EF4-FFF2-40B4-BE49-F238E27FC236}">
                <a16:creationId xmlns:a16="http://schemas.microsoft.com/office/drawing/2014/main" id="{AC0C411E-4D21-21E8-300F-AA86113DC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597150"/>
            <a:ext cx="171450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1" name="Line 189">
            <a:extLst>
              <a:ext uri="{FF2B5EF4-FFF2-40B4-BE49-F238E27FC236}">
                <a16:creationId xmlns:a16="http://schemas.microsoft.com/office/drawing/2014/main" id="{265F8EF0-3A67-6636-035A-53F11F1E8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750" y="2057400"/>
            <a:ext cx="265113" cy="257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2" name="Line 190">
            <a:extLst>
              <a:ext uri="{FF2B5EF4-FFF2-40B4-BE49-F238E27FC236}">
                <a16:creationId xmlns:a16="http://schemas.microsoft.com/office/drawing/2014/main" id="{AE0F5E2C-5337-B7B5-0A37-D69722844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2622550"/>
            <a:ext cx="34925" cy="28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3" name="Line 191">
            <a:extLst>
              <a:ext uri="{FF2B5EF4-FFF2-40B4-BE49-F238E27FC236}">
                <a16:creationId xmlns:a16="http://schemas.microsoft.com/office/drawing/2014/main" id="{C5E7FB32-053F-BFDB-170B-50ABD3E43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0675" y="979488"/>
            <a:ext cx="76200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4" name="Line 192">
            <a:extLst>
              <a:ext uri="{FF2B5EF4-FFF2-40B4-BE49-F238E27FC236}">
                <a16:creationId xmlns:a16="http://schemas.microsoft.com/office/drawing/2014/main" id="{3DFC8BEC-BB64-14B0-913F-FF220873F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4975" y="1470025"/>
            <a:ext cx="115888" cy="120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5" name="Line 193">
            <a:extLst>
              <a:ext uri="{FF2B5EF4-FFF2-40B4-BE49-F238E27FC236}">
                <a16:creationId xmlns:a16="http://schemas.microsoft.com/office/drawing/2014/main" id="{79EE1846-79EE-C66E-79D3-18E896F2F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9875" y="2333625"/>
            <a:ext cx="280988" cy="265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6" name="Line 194">
            <a:extLst>
              <a:ext uri="{FF2B5EF4-FFF2-40B4-BE49-F238E27FC236}">
                <a16:creationId xmlns:a16="http://schemas.microsoft.com/office/drawing/2014/main" id="{C5D9A93A-1CB5-0185-B2C3-091481033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0538" y="3265488"/>
            <a:ext cx="60325" cy="57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7" name="Line 195">
            <a:extLst>
              <a:ext uri="{FF2B5EF4-FFF2-40B4-BE49-F238E27FC236}">
                <a16:creationId xmlns:a16="http://schemas.microsoft.com/office/drawing/2014/main" id="{B7981837-2DB5-B958-075D-DD3ADA9D2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1963" y="3332163"/>
            <a:ext cx="57150" cy="58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8" name="Line 196">
            <a:extLst>
              <a:ext uri="{FF2B5EF4-FFF2-40B4-BE49-F238E27FC236}">
                <a16:creationId xmlns:a16="http://schemas.microsoft.com/office/drawing/2014/main" id="{F3EEAF50-CB2F-C745-1D57-D3333BE9D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0038" y="750888"/>
            <a:ext cx="212725" cy="250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9" name="Line 197">
            <a:extLst>
              <a:ext uri="{FF2B5EF4-FFF2-40B4-BE49-F238E27FC236}">
                <a16:creationId xmlns:a16="http://schemas.microsoft.com/office/drawing/2014/main" id="{8272BB21-628F-6CF4-E4C2-F1B4A27D0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963" y="2127250"/>
            <a:ext cx="231775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0" name="Line 198">
            <a:extLst>
              <a:ext uri="{FF2B5EF4-FFF2-40B4-BE49-F238E27FC236}">
                <a16:creationId xmlns:a16="http://schemas.microsoft.com/office/drawing/2014/main" id="{A96B8127-71B9-9E04-8B57-DA512357C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" y="2794000"/>
            <a:ext cx="592138" cy="433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1" name="Line 199">
            <a:extLst>
              <a:ext uri="{FF2B5EF4-FFF2-40B4-BE49-F238E27FC236}">
                <a16:creationId xmlns:a16="http://schemas.microsoft.com/office/drawing/2014/main" id="{D1E26B99-C1F0-9955-3773-9023953F7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5863" y="2611438"/>
            <a:ext cx="96838" cy="131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2" name="Line 200">
            <a:extLst>
              <a:ext uri="{FF2B5EF4-FFF2-40B4-BE49-F238E27FC236}">
                <a16:creationId xmlns:a16="http://schemas.microsoft.com/office/drawing/2014/main" id="{ABB222D8-11C2-E28B-DCE2-3904BD16E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2514600"/>
            <a:ext cx="98425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3" name="Line 201">
            <a:extLst>
              <a:ext uri="{FF2B5EF4-FFF2-40B4-BE49-F238E27FC236}">
                <a16:creationId xmlns:a16="http://schemas.microsoft.com/office/drawing/2014/main" id="{8E2DB78C-E092-01EE-CF39-CF1C91A08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7675" y="2978150"/>
            <a:ext cx="103188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4" name="Line 202">
            <a:extLst>
              <a:ext uri="{FF2B5EF4-FFF2-40B4-BE49-F238E27FC236}">
                <a16:creationId xmlns:a16="http://schemas.microsoft.com/office/drawing/2014/main" id="{22F49192-32C9-A6F7-8CEF-65782FF11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625" y="1400175"/>
            <a:ext cx="153988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5" name="Line 203">
            <a:extLst>
              <a:ext uri="{FF2B5EF4-FFF2-40B4-BE49-F238E27FC236}">
                <a16:creationId xmlns:a16="http://schemas.microsoft.com/office/drawing/2014/main" id="{D2BF78B5-9DEB-8E9D-63C9-4C8B62F1DD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4738" y="3348038"/>
            <a:ext cx="31750" cy="42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6" name="Line 204">
            <a:extLst>
              <a:ext uri="{FF2B5EF4-FFF2-40B4-BE49-F238E27FC236}">
                <a16:creationId xmlns:a16="http://schemas.microsoft.com/office/drawing/2014/main" id="{4BFCB206-E94D-FDA3-8033-52241523A7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" y="1698625"/>
            <a:ext cx="142875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7" name="Line 206">
            <a:extLst>
              <a:ext uri="{FF2B5EF4-FFF2-40B4-BE49-F238E27FC236}">
                <a16:creationId xmlns:a16="http://schemas.microsoft.com/office/drawing/2014/main" id="{9C50E13E-C4FE-C62C-F48E-B1425FD6E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475" y="214313"/>
            <a:ext cx="182563" cy="212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8" name="Line 207">
            <a:extLst>
              <a:ext uri="{FF2B5EF4-FFF2-40B4-BE49-F238E27FC236}">
                <a16:creationId xmlns:a16="http://schemas.microsoft.com/office/drawing/2014/main" id="{3B0B1EFC-F513-AA51-372E-6492D587A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724151"/>
            <a:ext cx="420688" cy="374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9" name="Line 208">
            <a:extLst>
              <a:ext uri="{FF2B5EF4-FFF2-40B4-BE49-F238E27FC236}">
                <a16:creationId xmlns:a16="http://schemas.microsoft.com/office/drawing/2014/main" id="{FE3863FC-0F38-EF5E-2230-8BB116C6E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2760663"/>
            <a:ext cx="31115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0" name="Line 209">
            <a:extLst>
              <a:ext uri="{FF2B5EF4-FFF2-40B4-BE49-F238E27FC236}">
                <a16:creationId xmlns:a16="http://schemas.microsoft.com/office/drawing/2014/main" id="{DF808ADF-3C10-B188-CF29-D8DC2CB21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75" y="214313"/>
            <a:ext cx="158750" cy="146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1" name="Line 210">
            <a:extLst>
              <a:ext uri="{FF2B5EF4-FFF2-40B4-BE49-F238E27FC236}">
                <a16:creationId xmlns:a16="http://schemas.microsoft.com/office/drawing/2014/main" id="{D28B43D2-44FE-298A-1EE6-8AA634A8B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1738" y="2363788"/>
            <a:ext cx="484188" cy="5492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2" name="Line 211">
            <a:extLst>
              <a:ext uri="{FF2B5EF4-FFF2-40B4-BE49-F238E27FC236}">
                <a16:creationId xmlns:a16="http://schemas.microsoft.com/office/drawing/2014/main" id="{C2503B87-CE9D-C317-C55A-C854817449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663" y="1392238"/>
            <a:ext cx="517525" cy="519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3" name="Line 212">
            <a:extLst>
              <a:ext uri="{FF2B5EF4-FFF2-40B4-BE49-F238E27FC236}">
                <a16:creationId xmlns:a16="http://schemas.microsoft.com/office/drawing/2014/main" id="{59F5C50D-E71B-FE29-6D28-E779C01FE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" y="2806701"/>
            <a:ext cx="201613" cy="114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4" name="Line 213">
            <a:extLst>
              <a:ext uri="{FF2B5EF4-FFF2-40B4-BE49-F238E27FC236}">
                <a16:creationId xmlns:a16="http://schemas.microsoft.com/office/drawing/2014/main" id="{70CBF85F-A226-CB02-8DC0-0B7F7F067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9213" y="2189163"/>
            <a:ext cx="180975" cy="165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5" name="Line 214">
            <a:extLst>
              <a:ext uri="{FF2B5EF4-FFF2-40B4-BE49-F238E27FC236}">
                <a16:creationId xmlns:a16="http://schemas.microsoft.com/office/drawing/2014/main" id="{E8472989-6858-BE5F-39C6-B017B565D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5225" y="1531938"/>
            <a:ext cx="555625" cy="298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6" name="Line 215">
            <a:extLst>
              <a:ext uri="{FF2B5EF4-FFF2-40B4-BE49-F238E27FC236}">
                <a16:creationId xmlns:a16="http://schemas.microsoft.com/office/drawing/2014/main" id="{0AC6277B-6A46-A96A-4487-47D61450A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538" y="2198688"/>
            <a:ext cx="234950" cy="344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7" name="Line 216">
            <a:extLst>
              <a:ext uri="{FF2B5EF4-FFF2-40B4-BE49-F238E27FC236}">
                <a16:creationId xmlns:a16="http://schemas.microsoft.com/office/drawing/2014/main" id="{FF79B753-DC71-7B55-F158-A4DD4A1F3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2700" y="1238251"/>
            <a:ext cx="144463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8" name="Line 217">
            <a:extLst>
              <a:ext uri="{FF2B5EF4-FFF2-40B4-BE49-F238E27FC236}">
                <a16:creationId xmlns:a16="http://schemas.microsoft.com/office/drawing/2014/main" id="{05A46CCF-0998-ACA4-A4E5-E8E91B37AE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88" y="1063626"/>
            <a:ext cx="220663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9" name="Line 218">
            <a:extLst>
              <a:ext uri="{FF2B5EF4-FFF2-40B4-BE49-F238E27FC236}">
                <a16:creationId xmlns:a16="http://schemas.microsoft.com/office/drawing/2014/main" id="{D18DC36B-980D-988B-7C51-1E1CC44E3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2368551"/>
            <a:ext cx="212725" cy="227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0" name="Line 219">
            <a:extLst>
              <a:ext uri="{FF2B5EF4-FFF2-40B4-BE49-F238E27FC236}">
                <a16:creationId xmlns:a16="http://schemas.microsoft.com/office/drawing/2014/main" id="{9D567BD6-187C-EEA0-5308-55AFAC0AF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913" y="2490788"/>
            <a:ext cx="539750" cy="495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1" name="Line 220">
            <a:extLst>
              <a:ext uri="{FF2B5EF4-FFF2-40B4-BE49-F238E27FC236}">
                <a16:creationId xmlns:a16="http://schemas.microsoft.com/office/drawing/2014/main" id="{FE5D0D22-7DD4-9909-929A-49864EE0D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863" y="1177926"/>
            <a:ext cx="322263" cy="303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2" name="Line 221">
            <a:extLst>
              <a:ext uri="{FF2B5EF4-FFF2-40B4-BE49-F238E27FC236}">
                <a16:creationId xmlns:a16="http://schemas.microsoft.com/office/drawing/2014/main" id="{E4C7532B-7D17-A197-1419-9AC36CB42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1938" y="1562101"/>
            <a:ext cx="288925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3" name="Line 222">
            <a:extLst>
              <a:ext uri="{FF2B5EF4-FFF2-40B4-BE49-F238E27FC236}">
                <a16:creationId xmlns:a16="http://schemas.microsoft.com/office/drawing/2014/main" id="{283D837C-B66D-0E58-6ACF-DDE3722C8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275" y="1604963"/>
            <a:ext cx="160338" cy="287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4" name="Line 223">
            <a:extLst>
              <a:ext uri="{FF2B5EF4-FFF2-40B4-BE49-F238E27FC236}">
                <a16:creationId xmlns:a16="http://schemas.microsoft.com/office/drawing/2014/main" id="{E40D5375-1BCF-A59D-710E-599375F74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6988" y="1490663"/>
            <a:ext cx="68263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5" name="Line 224">
            <a:extLst>
              <a:ext uri="{FF2B5EF4-FFF2-40B4-BE49-F238E27FC236}">
                <a16:creationId xmlns:a16="http://schemas.microsoft.com/office/drawing/2014/main" id="{87C6161F-D7E6-BD6F-0791-405CF8B1C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6188" y="2968626"/>
            <a:ext cx="188913" cy="225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6" name="Line 225">
            <a:extLst>
              <a:ext uri="{FF2B5EF4-FFF2-40B4-BE49-F238E27FC236}">
                <a16:creationId xmlns:a16="http://schemas.microsoft.com/office/drawing/2014/main" id="{BE9B825F-C69B-7CC9-B4E3-F9D88AF3A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174876"/>
            <a:ext cx="4763" cy="4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7" name="Line 226">
            <a:extLst>
              <a:ext uri="{FF2B5EF4-FFF2-40B4-BE49-F238E27FC236}">
                <a16:creationId xmlns:a16="http://schemas.microsoft.com/office/drawing/2014/main" id="{CABE8476-FEB7-39FB-1661-BD5CF6F70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749426"/>
            <a:ext cx="163513" cy="200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8" name="Line 227">
            <a:extLst>
              <a:ext uri="{FF2B5EF4-FFF2-40B4-BE49-F238E27FC236}">
                <a16:creationId xmlns:a16="http://schemas.microsoft.com/office/drawing/2014/main" id="{86210BA9-6146-A3FA-ABC1-265DF3387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7838" y="2882901"/>
            <a:ext cx="73025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9" name="Line 228">
            <a:extLst>
              <a:ext uri="{FF2B5EF4-FFF2-40B4-BE49-F238E27FC236}">
                <a16:creationId xmlns:a16="http://schemas.microsoft.com/office/drawing/2014/main" id="{28C2E4B3-63BF-C200-B734-054F09EF5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14313"/>
            <a:ext cx="98425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0" name="Line 229">
            <a:extLst>
              <a:ext uri="{FF2B5EF4-FFF2-40B4-BE49-F238E27FC236}">
                <a16:creationId xmlns:a16="http://schemas.microsoft.com/office/drawing/2014/main" id="{B156D5D0-921F-351E-0814-0F50DB558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000" y="2743201"/>
            <a:ext cx="125413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1" name="Line 230">
            <a:extLst>
              <a:ext uri="{FF2B5EF4-FFF2-40B4-BE49-F238E27FC236}">
                <a16:creationId xmlns:a16="http://schemas.microsoft.com/office/drawing/2014/main" id="{A5AD3200-A060-8560-1097-5020D8E8C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100" y="493713"/>
            <a:ext cx="250825" cy="273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2" name="Line 231">
            <a:extLst>
              <a:ext uri="{FF2B5EF4-FFF2-40B4-BE49-F238E27FC236}">
                <a16:creationId xmlns:a16="http://schemas.microsoft.com/office/drawing/2014/main" id="{8CCC17B4-3BE2-CCC4-2ECD-C7B8D7AF0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89188"/>
            <a:ext cx="379413" cy="460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3" name="Line 232">
            <a:extLst>
              <a:ext uri="{FF2B5EF4-FFF2-40B4-BE49-F238E27FC236}">
                <a16:creationId xmlns:a16="http://schemas.microsoft.com/office/drawing/2014/main" id="{6F89C99C-7E8F-E0F6-2A3A-7900182687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832101"/>
            <a:ext cx="15875" cy="15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4" name="Line 233">
            <a:extLst>
              <a:ext uri="{FF2B5EF4-FFF2-40B4-BE49-F238E27FC236}">
                <a16:creationId xmlns:a16="http://schemas.microsoft.com/office/drawing/2014/main" id="{DCDD651E-35D7-4F08-EB4A-31E56D6DA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" y="214313"/>
            <a:ext cx="134938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5" name="Line 234">
            <a:extLst>
              <a:ext uri="{FF2B5EF4-FFF2-40B4-BE49-F238E27FC236}">
                <a16:creationId xmlns:a16="http://schemas.microsoft.com/office/drawing/2014/main" id="{168033D1-7C84-2419-1708-A42790DF4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1625" y="2044701"/>
            <a:ext cx="98425" cy="69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6" name="Line 235">
            <a:extLst>
              <a:ext uri="{FF2B5EF4-FFF2-40B4-BE49-F238E27FC236}">
                <a16:creationId xmlns:a16="http://schemas.microsoft.com/office/drawing/2014/main" id="{793C46FF-A81F-AAC0-15DC-3E9E26E10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352801"/>
            <a:ext cx="34925" cy="38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7" name="Line 236">
            <a:extLst>
              <a:ext uri="{FF2B5EF4-FFF2-40B4-BE49-F238E27FC236}">
                <a16:creationId xmlns:a16="http://schemas.microsoft.com/office/drawing/2014/main" id="{983C6B77-0148-6ED3-6E95-CC5F8D385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2089151"/>
            <a:ext cx="301625" cy="290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8" name="Line 237">
            <a:extLst>
              <a:ext uri="{FF2B5EF4-FFF2-40B4-BE49-F238E27FC236}">
                <a16:creationId xmlns:a16="http://schemas.microsoft.com/office/drawing/2014/main" id="{2AE8214B-A539-369D-5425-619DC5C45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" y="363538"/>
            <a:ext cx="512763" cy="569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9" name="Line 238">
            <a:extLst>
              <a:ext uri="{FF2B5EF4-FFF2-40B4-BE49-F238E27FC236}">
                <a16:creationId xmlns:a16="http://schemas.microsoft.com/office/drawing/2014/main" id="{46A3AB19-1F71-6D02-7EAF-23BBF6ED9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363" y="381001"/>
            <a:ext cx="128588" cy="146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0" name="Line 239">
            <a:extLst>
              <a:ext uri="{FF2B5EF4-FFF2-40B4-BE49-F238E27FC236}">
                <a16:creationId xmlns:a16="http://schemas.microsoft.com/office/drawing/2014/main" id="{DAAF864A-96F9-D5F9-3535-C90351721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3109913"/>
            <a:ext cx="106363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1" name="Line 240">
            <a:extLst>
              <a:ext uri="{FF2B5EF4-FFF2-40B4-BE49-F238E27FC236}">
                <a16:creationId xmlns:a16="http://schemas.microsoft.com/office/drawing/2014/main" id="{D16C2C6D-8ECE-2D50-6AEE-CB6708E48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2132013"/>
            <a:ext cx="300038" cy="247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2" name="Line 241">
            <a:extLst>
              <a:ext uri="{FF2B5EF4-FFF2-40B4-BE49-F238E27FC236}">
                <a16:creationId xmlns:a16="http://schemas.microsoft.com/office/drawing/2014/main" id="{6963C2D9-DC59-5C2A-13B8-B80111540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" y="214313"/>
            <a:ext cx="52388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3" name="Line 242">
            <a:extLst>
              <a:ext uri="{FF2B5EF4-FFF2-40B4-BE49-F238E27FC236}">
                <a16:creationId xmlns:a16="http://schemas.microsoft.com/office/drawing/2014/main" id="{88D53549-0B33-E08F-289E-F57CFD3F5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" y="2679701"/>
            <a:ext cx="109538" cy="158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4" name="Line 243">
            <a:extLst>
              <a:ext uri="{FF2B5EF4-FFF2-40B4-BE49-F238E27FC236}">
                <a16:creationId xmlns:a16="http://schemas.microsoft.com/office/drawing/2014/main" id="{04379ACA-80EC-1900-6152-44F902613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3294063"/>
            <a:ext cx="93663" cy="968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5" name="Line 244">
            <a:extLst>
              <a:ext uri="{FF2B5EF4-FFF2-40B4-BE49-F238E27FC236}">
                <a16:creationId xmlns:a16="http://schemas.microsoft.com/office/drawing/2014/main" id="{B99264AF-B0E6-FB77-E442-8EE4A20AF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675" y="3132138"/>
            <a:ext cx="261938" cy="2301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6" name="Line 245">
            <a:extLst>
              <a:ext uri="{FF2B5EF4-FFF2-40B4-BE49-F238E27FC236}">
                <a16:creationId xmlns:a16="http://schemas.microsoft.com/office/drawing/2014/main" id="{4ACC1B89-5F4A-F508-C0BF-66A962F9D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7300" y="693738"/>
            <a:ext cx="420688" cy="468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7" name="Line 246">
            <a:extLst>
              <a:ext uri="{FF2B5EF4-FFF2-40B4-BE49-F238E27FC236}">
                <a16:creationId xmlns:a16="http://schemas.microsoft.com/office/drawing/2014/main" id="{E1339861-A845-8567-0B60-578511921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13" y="1074738"/>
            <a:ext cx="142875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8" name="Line 247">
            <a:extLst>
              <a:ext uri="{FF2B5EF4-FFF2-40B4-BE49-F238E27FC236}">
                <a16:creationId xmlns:a16="http://schemas.microsoft.com/office/drawing/2014/main" id="{C69B4845-14F7-6A2E-ED43-5BAE32576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7288" y="2133601"/>
            <a:ext cx="120650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9" name="Line 248">
            <a:extLst>
              <a:ext uri="{FF2B5EF4-FFF2-40B4-BE49-F238E27FC236}">
                <a16:creationId xmlns:a16="http://schemas.microsoft.com/office/drawing/2014/main" id="{D9918090-9353-BD43-22AC-DD28D2F96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3175" y="2613026"/>
            <a:ext cx="127000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0" name="Line 249">
            <a:extLst>
              <a:ext uri="{FF2B5EF4-FFF2-40B4-BE49-F238E27FC236}">
                <a16:creationId xmlns:a16="http://schemas.microsoft.com/office/drawing/2014/main" id="{5CD6DDEB-9FCF-1729-4BA1-04A4CEF4B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150" y="1119188"/>
            <a:ext cx="473075" cy="465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1" name="Line 250">
            <a:extLst>
              <a:ext uri="{FF2B5EF4-FFF2-40B4-BE49-F238E27FC236}">
                <a16:creationId xmlns:a16="http://schemas.microsoft.com/office/drawing/2014/main" id="{54C218D6-E6D7-79C4-D725-D7F5576F6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650" y="2797176"/>
            <a:ext cx="239713" cy="438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2" name="Line 251">
            <a:extLst>
              <a:ext uri="{FF2B5EF4-FFF2-40B4-BE49-F238E27FC236}">
                <a16:creationId xmlns:a16="http://schemas.microsoft.com/office/drawing/2014/main" id="{CAF73917-9017-7006-B731-CAF9AB7CF0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688" y="1233488"/>
            <a:ext cx="417513" cy="376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3" name="Line 252">
            <a:extLst>
              <a:ext uri="{FF2B5EF4-FFF2-40B4-BE49-F238E27FC236}">
                <a16:creationId xmlns:a16="http://schemas.microsoft.com/office/drawing/2014/main" id="{157A81E1-73E2-EB58-8297-95FCEFBA1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6563" y="2684463"/>
            <a:ext cx="114300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4" name="Line 253">
            <a:extLst>
              <a:ext uri="{FF2B5EF4-FFF2-40B4-BE49-F238E27FC236}">
                <a16:creationId xmlns:a16="http://schemas.microsoft.com/office/drawing/2014/main" id="{3147CAD0-3D98-6AE3-15DA-5CFFB6FAB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63" y="2505076"/>
            <a:ext cx="346075" cy="442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5" name="Line 254">
            <a:extLst>
              <a:ext uri="{FF2B5EF4-FFF2-40B4-BE49-F238E27FC236}">
                <a16:creationId xmlns:a16="http://schemas.microsoft.com/office/drawing/2014/main" id="{FDC7CC99-7045-CBCB-0580-DD98C7EC2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157413"/>
            <a:ext cx="161925" cy="158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6" name="Line 255">
            <a:extLst>
              <a:ext uri="{FF2B5EF4-FFF2-40B4-BE49-F238E27FC236}">
                <a16:creationId xmlns:a16="http://schemas.microsoft.com/office/drawing/2014/main" id="{A5ABCDED-1B69-1754-A893-73413FFA4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2017713"/>
            <a:ext cx="90488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7" name="Line 256">
            <a:extLst>
              <a:ext uri="{FF2B5EF4-FFF2-40B4-BE49-F238E27FC236}">
                <a16:creationId xmlns:a16="http://schemas.microsoft.com/office/drawing/2014/main" id="{5BC7CAF8-0EF5-E73D-6618-0AC99A3AD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1638" y="3035301"/>
            <a:ext cx="149225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8" name="Line 257">
            <a:extLst>
              <a:ext uri="{FF2B5EF4-FFF2-40B4-BE49-F238E27FC236}">
                <a16:creationId xmlns:a16="http://schemas.microsoft.com/office/drawing/2014/main" id="{49CD3BB9-AB34-6E79-C289-E74E1711E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875" y="1287463"/>
            <a:ext cx="187325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9" name="Line 258">
            <a:extLst>
              <a:ext uri="{FF2B5EF4-FFF2-40B4-BE49-F238E27FC236}">
                <a16:creationId xmlns:a16="http://schemas.microsoft.com/office/drawing/2014/main" id="{D3847478-48A9-3EAE-E098-50C241AD3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304926"/>
            <a:ext cx="177800" cy="163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0" name="Line 259">
            <a:extLst>
              <a:ext uri="{FF2B5EF4-FFF2-40B4-BE49-F238E27FC236}">
                <a16:creationId xmlns:a16="http://schemas.microsoft.com/office/drawing/2014/main" id="{11092300-2B6E-3DE4-419A-6A2DFFE29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2159001"/>
            <a:ext cx="261938" cy="325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1" name="Line 260">
            <a:extLst>
              <a:ext uri="{FF2B5EF4-FFF2-40B4-BE49-F238E27FC236}">
                <a16:creationId xmlns:a16="http://schemas.microsoft.com/office/drawing/2014/main" id="{43113F34-93A1-86F5-7EB1-171C560D3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950" y="2617788"/>
            <a:ext cx="88900" cy="112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2" name="Line 261">
            <a:extLst>
              <a:ext uri="{FF2B5EF4-FFF2-40B4-BE49-F238E27FC236}">
                <a16:creationId xmlns:a16="http://schemas.microsoft.com/office/drawing/2014/main" id="{ED29E565-D297-9EA5-80DE-E78E74331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420938"/>
            <a:ext cx="39688" cy="55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3" name="Line 262">
            <a:extLst>
              <a:ext uri="{FF2B5EF4-FFF2-40B4-BE49-F238E27FC236}">
                <a16:creationId xmlns:a16="http://schemas.microsoft.com/office/drawing/2014/main" id="{5B7AD6E6-5BEE-3936-470B-967E1D172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3170238"/>
            <a:ext cx="65088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4" name="Line 263">
            <a:extLst>
              <a:ext uri="{FF2B5EF4-FFF2-40B4-BE49-F238E27FC236}">
                <a16:creationId xmlns:a16="http://schemas.microsoft.com/office/drawing/2014/main" id="{6B2FD417-F822-E40C-BFBC-024A2E017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9375" y="2976563"/>
            <a:ext cx="187325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5" name="Line 264">
            <a:extLst>
              <a:ext uri="{FF2B5EF4-FFF2-40B4-BE49-F238E27FC236}">
                <a16:creationId xmlns:a16="http://schemas.microsoft.com/office/drawing/2014/main" id="{7E4B44AD-2E35-AFB8-DB3B-1F8761CB7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2774951"/>
            <a:ext cx="268288" cy="2238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6" name="Line 265">
            <a:extLst>
              <a:ext uri="{FF2B5EF4-FFF2-40B4-BE49-F238E27FC236}">
                <a16:creationId xmlns:a16="http://schemas.microsoft.com/office/drawing/2014/main" id="{1148B5B7-8BE3-D142-914D-C48436215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434976"/>
            <a:ext cx="274638" cy="284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7" name="Line 266">
            <a:extLst>
              <a:ext uri="{FF2B5EF4-FFF2-40B4-BE49-F238E27FC236}">
                <a16:creationId xmlns:a16="http://schemas.microsoft.com/office/drawing/2014/main" id="{CDF1A62F-9881-2DE3-33A9-8BF6C4E994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463" y="436563"/>
            <a:ext cx="182563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8" name="Line 267">
            <a:extLst>
              <a:ext uri="{FF2B5EF4-FFF2-40B4-BE49-F238E27FC236}">
                <a16:creationId xmlns:a16="http://schemas.microsoft.com/office/drawing/2014/main" id="{063C3C08-9E7E-D216-5CDE-3230B0B86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513" y="2981326"/>
            <a:ext cx="428625" cy="409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9" name="Line 268">
            <a:extLst>
              <a:ext uri="{FF2B5EF4-FFF2-40B4-BE49-F238E27FC236}">
                <a16:creationId xmlns:a16="http://schemas.microsoft.com/office/drawing/2014/main" id="{1A243193-7E6C-9747-161E-3F07971B6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2862263"/>
            <a:ext cx="163513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0" name="Line 269">
            <a:extLst>
              <a:ext uri="{FF2B5EF4-FFF2-40B4-BE49-F238E27FC236}">
                <a16:creationId xmlns:a16="http://schemas.microsoft.com/office/drawing/2014/main" id="{6EE9E26E-6565-F703-030B-D44272559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041526"/>
            <a:ext cx="180975" cy="220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1" name="Line 270">
            <a:extLst>
              <a:ext uri="{FF2B5EF4-FFF2-40B4-BE49-F238E27FC236}">
                <a16:creationId xmlns:a16="http://schemas.microsoft.com/office/drawing/2014/main" id="{FC82EDEF-FE55-6143-149C-D764D7E52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413" y="214313"/>
            <a:ext cx="136525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2" name="Line 271">
            <a:extLst>
              <a:ext uri="{FF2B5EF4-FFF2-40B4-BE49-F238E27FC236}">
                <a16:creationId xmlns:a16="http://schemas.microsoft.com/office/drawing/2014/main" id="{5F772270-F954-3444-F5C2-77A4EBE12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2850" y="731838"/>
            <a:ext cx="266700" cy="227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3" name="Line 272">
            <a:extLst>
              <a:ext uri="{FF2B5EF4-FFF2-40B4-BE49-F238E27FC236}">
                <a16:creationId xmlns:a16="http://schemas.microsoft.com/office/drawing/2014/main" id="{5298CD47-E36D-ED17-2029-0BF16504B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863" y="623888"/>
            <a:ext cx="69850" cy="90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4" name="Line 273">
            <a:extLst>
              <a:ext uri="{FF2B5EF4-FFF2-40B4-BE49-F238E27FC236}">
                <a16:creationId xmlns:a16="http://schemas.microsoft.com/office/drawing/2014/main" id="{28320165-04D2-3375-9AE1-6797183D3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13" y="917576"/>
            <a:ext cx="96838" cy="58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5" name="Line 274">
            <a:extLst>
              <a:ext uri="{FF2B5EF4-FFF2-40B4-BE49-F238E27FC236}">
                <a16:creationId xmlns:a16="http://schemas.microsoft.com/office/drawing/2014/main" id="{FAF15297-76A1-70E1-BCF4-0333D2464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688" y="357188"/>
            <a:ext cx="3175" cy="3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6" name="Line 275">
            <a:extLst>
              <a:ext uri="{FF2B5EF4-FFF2-40B4-BE49-F238E27FC236}">
                <a16:creationId xmlns:a16="http://schemas.microsoft.com/office/drawing/2014/main" id="{BE326269-2631-18EA-A411-2EF4684FF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988" y="3175001"/>
            <a:ext cx="146050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7" name="Line 276">
            <a:extLst>
              <a:ext uri="{FF2B5EF4-FFF2-40B4-BE49-F238E27FC236}">
                <a16:creationId xmlns:a16="http://schemas.microsoft.com/office/drawing/2014/main" id="{77DDA038-CCE3-1BB4-4005-2608E814C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513" y="3105151"/>
            <a:ext cx="13970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8" name="Line 277">
            <a:extLst>
              <a:ext uri="{FF2B5EF4-FFF2-40B4-BE49-F238E27FC236}">
                <a16:creationId xmlns:a16="http://schemas.microsoft.com/office/drawing/2014/main" id="{171E0EED-A62E-7BB3-0739-90ABAAF1C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75" y="1887538"/>
            <a:ext cx="503238" cy="482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9" name="Line 278">
            <a:extLst>
              <a:ext uri="{FF2B5EF4-FFF2-40B4-BE49-F238E27FC236}">
                <a16:creationId xmlns:a16="http://schemas.microsoft.com/office/drawing/2014/main" id="{32DAB8C4-680B-8ED1-EE7C-E88A75D7A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4950" y="3354388"/>
            <a:ext cx="33338" cy="36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0" name="Line 279">
            <a:extLst>
              <a:ext uri="{FF2B5EF4-FFF2-40B4-BE49-F238E27FC236}">
                <a16:creationId xmlns:a16="http://schemas.microsoft.com/office/drawing/2014/main" id="{5EEE2DE5-82B0-A76B-1338-5350031F7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711451"/>
            <a:ext cx="152400" cy="133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1" name="Line 280">
            <a:extLst>
              <a:ext uri="{FF2B5EF4-FFF2-40B4-BE49-F238E27FC236}">
                <a16:creationId xmlns:a16="http://schemas.microsoft.com/office/drawing/2014/main" id="{2ABF8164-0FA4-4D6D-4E07-4888E11B1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088" y="1366838"/>
            <a:ext cx="130175" cy="1746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2" name="Line 281">
            <a:extLst>
              <a:ext uri="{FF2B5EF4-FFF2-40B4-BE49-F238E27FC236}">
                <a16:creationId xmlns:a16="http://schemas.microsoft.com/office/drawing/2014/main" id="{F371C7C9-5B10-C1A4-3682-DDB349B50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8575" y="1449388"/>
            <a:ext cx="165100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3" name="Line 282">
            <a:extLst>
              <a:ext uri="{FF2B5EF4-FFF2-40B4-BE49-F238E27FC236}">
                <a16:creationId xmlns:a16="http://schemas.microsoft.com/office/drawing/2014/main" id="{A3912717-858A-74DB-B4BC-FA361DE03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0213" y="1606551"/>
            <a:ext cx="120650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4" name="Line 283">
            <a:extLst>
              <a:ext uri="{FF2B5EF4-FFF2-40B4-BE49-F238E27FC236}">
                <a16:creationId xmlns:a16="http://schemas.microsoft.com/office/drawing/2014/main" id="{C044FFF4-CAA8-412C-797D-79AA29114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" y="1749426"/>
            <a:ext cx="79375" cy="90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5" name="Line 284">
            <a:extLst>
              <a:ext uri="{FF2B5EF4-FFF2-40B4-BE49-F238E27FC236}">
                <a16:creationId xmlns:a16="http://schemas.microsoft.com/office/drawing/2014/main" id="{B8B414EE-CA6B-5C32-5BB3-FCCACAAF5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525" y="2174876"/>
            <a:ext cx="33338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6" name="Line 285">
            <a:extLst>
              <a:ext uri="{FF2B5EF4-FFF2-40B4-BE49-F238E27FC236}">
                <a16:creationId xmlns:a16="http://schemas.microsoft.com/office/drawing/2014/main" id="{3507A5F2-B3B2-60B8-E905-20FB9876A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500" y="3346451"/>
            <a:ext cx="39688" cy="44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7" name="Line 286">
            <a:extLst>
              <a:ext uri="{FF2B5EF4-FFF2-40B4-BE49-F238E27FC236}">
                <a16:creationId xmlns:a16="http://schemas.microsoft.com/office/drawing/2014/main" id="{C0726323-C0D4-5456-99C8-87B47AA144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8" y="698501"/>
            <a:ext cx="114300" cy="101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8" name="Line 287">
            <a:extLst>
              <a:ext uri="{FF2B5EF4-FFF2-40B4-BE49-F238E27FC236}">
                <a16:creationId xmlns:a16="http://schemas.microsoft.com/office/drawing/2014/main" id="{A4409500-2857-08B6-0619-9C923E560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438" y="2205038"/>
            <a:ext cx="249238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9" name="Line 288">
            <a:extLst>
              <a:ext uri="{FF2B5EF4-FFF2-40B4-BE49-F238E27FC236}">
                <a16:creationId xmlns:a16="http://schemas.microsoft.com/office/drawing/2014/main" id="{0C9FAFE0-86E7-BFCD-15B3-DEF6E25F2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3025" y="858838"/>
            <a:ext cx="419100" cy="423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0" name="Line 289">
            <a:extLst>
              <a:ext uri="{FF2B5EF4-FFF2-40B4-BE49-F238E27FC236}">
                <a16:creationId xmlns:a16="http://schemas.microsoft.com/office/drawing/2014/main" id="{FD3B5D63-0A87-8D8F-ABAE-7861F5E21D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560638"/>
            <a:ext cx="22225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1" name="Line 290">
            <a:extLst>
              <a:ext uri="{FF2B5EF4-FFF2-40B4-BE49-F238E27FC236}">
                <a16:creationId xmlns:a16="http://schemas.microsoft.com/office/drawing/2014/main" id="{97077DBA-EE0C-2840-7DC8-73C170F76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938" y="2339976"/>
            <a:ext cx="114300" cy="127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2" name="Line 291">
            <a:extLst>
              <a:ext uri="{FF2B5EF4-FFF2-40B4-BE49-F238E27FC236}">
                <a16:creationId xmlns:a16="http://schemas.microsoft.com/office/drawing/2014/main" id="{E72DC45C-6B94-FCD6-F74B-C9F1BB841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2281238"/>
            <a:ext cx="107950" cy="93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3" name="Line 292">
            <a:extLst>
              <a:ext uri="{FF2B5EF4-FFF2-40B4-BE49-F238E27FC236}">
                <a16:creationId xmlns:a16="http://schemas.microsoft.com/office/drawing/2014/main" id="{3FFC5375-ED59-2B64-F42C-8622B49F3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093788"/>
            <a:ext cx="174625" cy="171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4" name="Line 293">
            <a:extLst>
              <a:ext uri="{FF2B5EF4-FFF2-40B4-BE49-F238E27FC236}">
                <a16:creationId xmlns:a16="http://schemas.microsoft.com/office/drawing/2014/main" id="{972C0915-8D40-6963-B595-2CD7DEF98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9075" y="3149601"/>
            <a:ext cx="244475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5" name="Line 294">
            <a:extLst>
              <a:ext uri="{FF2B5EF4-FFF2-40B4-BE49-F238E27FC236}">
                <a16:creationId xmlns:a16="http://schemas.microsoft.com/office/drawing/2014/main" id="{7E92557E-FF5C-4261-FAF9-5F0DC731D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2575" y="593726"/>
            <a:ext cx="268288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6" name="Line 295">
            <a:extLst>
              <a:ext uri="{FF2B5EF4-FFF2-40B4-BE49-F238E27FC236}">
                <a16:creationId xmlns:a16="http://schemas.microsoft.com/office/drawing/2014/main" id="{C6FF5530-D597-D5B3-4160-0A972BB26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775" y="1104901"/>
            <a:ext cx="293688" cy="331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7" name="Line 296">
            <a:extLst>
              <a:ext uri="{FF2B5EF4-FFF2-40B4-BE49-F238E27FC236}">
                <a16:creationId xmlns:a16="http://schemas.microsoft.com/office/drawing/2014/main" id="{62F5B05D-2907-469C-50B6-B7CEFCDFD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075" y="657226"/>
            <a:ext cx="260350" cy="263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8" name="Line 297">
            <a:extLst>
              <a:ext uri="{FF2B5EF4-FFF2-40B4-BE49-F238E27FC236}">
                <a16:creationId xmlns:a16="http://schemas.microsoft.com/office/drawing/2014/main" id="{BFF87B59-0477-155A-C55E-E80FE601A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6063" y="1719263"/>
            <a:ext cx="282575" cy="241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9" name="Line 298">
            <a:extLst>
              <a:ext uri="{FF2B5EF4-FFF2-40B4-BE49-F238E27FC236}">
                <a16:creationId xmlns:a16="http://schemas.microsoft.com/office/drawing/2014/main" id="{ABD54996-A368-B7E1-14DD-E9E286224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3" y="2146301"/>
            <a:ext cx="73025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0" name="Line 299">
            <a:extLst>
              <a:ext uri="{FF2B5EF4-FFF2-40B4-BE49-F238E27FC236}">
                <a16:creationId xmlns:a16="http://schemas.microsoft.com/office/drawing/2014/main" id="{DA328917-2E2C-3DEC-E5FE-5B7EF2672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75" y="1862138"/>
            <a:ext cx="292100" cy="298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1" name="Line 300">
            <a:extLst>
              <a:ext uri="{FF2B5EF4-FFF2-40B4-BE49-F238E27FC236}">
                <a16:creationId xmlns:a16="http://schemas.microsoft.com/office/drawing/2014/main" id="{20C24FB5-877E-D383-EF79-DE5C414D2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1750" y="1571626"/>
            <a:ext cx="100013" cy="93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2" name="Line 301">
            <a:extLst>
              <a:ext uri="{FF2B5EF4-FFF2-40B4-BE49-F238E27FC236}">
                <a16:creationId xmlns:a16="http://schemas.microsoft.com/office/drawing/2014/main" id="{97BA537F-1563-9676-1180-3B3FA3993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3048001"/>
            <a:ext cx="215900" cy="303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3" name="Line 302">
            <a:extLst>
              <a:ext uri="{FF2B5EF4-FFF2-40B4-BE49-F238E27FC236}">
                <a16:creationId xmlns:a16="http://schemas.microsoft.com/office/drawing/2014/main" id="{89C3264C-2C60-62EC-3A7B-7EDBCC33C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25" y="2703513"/>
            <a:ext cx="85725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4" name="Line 303">
            <a:extLst>
              <a:ext uri="{FF2B5EF4-FFF2-40B4-BE49-F238E27FC236}">
                <a16:creationId xmlns:a16="http://schemas.microsoft.com/office/drawing/2014/main" id="{4C1D84E2-902A-9332-E75E-4D1A64A49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650" y="587376"/>
            <a:ext cx="74613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5" name="Line 304">
            <a:extLst>
              <a:ext uri="{FF2B5EF4-FFF2-40B4-BE49-F238E27FC236}">
                <a16:creationId xmlns:a16="http://schemas.microsoft.com/office/drawing/2014/main" id="{E2A1C9FB-F61C-F6CB-E530-25EBE2824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225" y="446088"/>
            <a:ext cx="298450" cy="361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6" name="Line 305">
            <a:extLst>
              <a:ext uri="{FF2B5EF4-FFF2-40B4-BE49-F238E27FC236}">
                <a16:creationId xmlns:a16="http://schemas.microsoft.com/office/drawing/2014/main" id="{894ECD52-A489-5B40-FE19-9721EF236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88" y="817563"/>
            <a:ext cx="195263" cy="195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7" name="Line 306">
            <a:extLst>
              <a:ext uri="{FF2B5EF4-FFF2-40B4-BE49-F238E27FC236}">
                <a16:creationId xmlns:a16="http://schemas.microsoft.com/office/drawing/2014/main" id="{15C955BC-A3AE-00EC-3F25-2210F04E9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663" y="1730376"/>
            <a:ext cx="257175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8" name="Line 307">
            <a:extLst>
              <a:ext uri="{FF2B5EF4-FFF2-40B4-BE49-F238E27FC236}">
                <a16:creationId xmlns:a16="http://schemas.microsoft.com/office/drawing/2014/main" id="{318030AD-C04C-32E0-624B-1DFF38273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954088"/>
            <a:ext cx="80963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9" name="Line 308">
            <a:extLst>
              <a:ext uri="{FF2B5EF4-FFF2-40B4-BE49-F238E27FC236}">
                <a16:creationId xmlns:a16="http://schemas.microsoft.com/office/drawing/2014/main" id="{A98FC9AD-1E94-642F-BF70-4023916CF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3488" y="1612901"/>
            <a:ext cx="100013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0" name="Line 309">
            <a:extLst>
              <a:ext uri="{FF2B5EF4-FFF2-40B4-BE49-F238E27FC236}">
                <a16:creationId xmlns:a16="http://schemas.microsoft.com/office/drawing/2014/main" id="{328DCFAB-E4B4-F91E-B1E9-052E19806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104901"/>
            <a:ext cx="182563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1" name="Line 310">
            <a:extLst>
              <a:ext uri="{FF2B5EF4-FFF2-40B4-BE49-F238E27FC236}">
                <a16:creationId xmlns:a16="http://schemas.microsoft.com/office/drawing/2014/main" id="{468E178A-DA5E-FB48-2B48-C352AC66D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1676401"/>
            <a:ext cx="287338" cy="558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2" name="Line 311">
            <a:extLst>
              <a:ext uri="{FF2B5EF4-FFF2-40B4-BE49-F238E27FC236}">
                <a16:creationId xmlns:a16="http://schemas.microsoft.com/office/drawing/2014/main" id="{DE77E9E3-3FE4-B1B4-1645-E4346A594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63" y="1957388"/>
            <a:ext cx="452438" cy="531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3" name="Line 312">
            <a:extLst>
              <a:ext uri="{FF2B5EF4-FFF2-40B4-BE49-F238E27FC236}">
                <a16:creationId xmlns:a16="http://schemas.microsoft.com/office/drawing/2014/main" id="{996060F8-71BD-AEFD-0EC3-5E3CD815D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100" y="368301"/>
            <a:ext cx="98425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4" name="Line 313">
            <a:extLst>
              <a:ext uri="{FF2B5EF4-FFF2-40B4-BE49-F238E27FC236}">
                <a16:creationId xmlns:a16="http://schemas.microsoft.com/office/drawing/2014/main" id="{15C42D4B-7B19-81B0-3731-E98509374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" y="2373313"/>
            <a:ext cx="8255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5" name="Line 314">
            <a:extLst>
              <a:ext uri="{FF2B5EF4-FFF2-40B4-BE49-F238E27FC236}">
                <a16:creationId xmlns:a16="http://schemas.microsoft.com/office/drawing/2014/main" id="{B70AC24C-3118-04F4-5136-D2D3AB2DB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525" y="3155951"/>
            <a:ext cx="33338" cy="34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6" name="Line 315">
            <a:extLst>
              <a:ext uri="{FF2B5EF4-FFF2-40B4-BE49-F238E27FC236}">
                <a16:creationId xmlns:a16="http://schemas.microsoft.com/office/drawing/2014/main" id="{0A2867DB-44A5-C5C3-C7C9-BF9D43267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5375" y="1193801"/>
            <a:ext cx="122238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7" name="Line 316">
            <a:extLst>
              <a:ext uri="{FF2B5EF4-FFF2-40B4-BE49-F238E27FC236}">
                <a16:creationId xmlns:a16="http://schemas.microsoft.com/office/drawing/2014/main" id="{B582FE99-108C-F88C-4E94-42ADD7843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2025651"/>
            <a:ext cx="76200" cy="74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8" name="Line 317">
            <a:extLst>
              <a:ext uri="{FF2B5EF4-FFF2-40B4-BE49-F238E27FC236}">
                <a16:creationId xmlns:a16="http://schemas.microsoft.com/office/drawing/2014/main" id="{BE83E44B-8C05-636A-616B-95BF72C3F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0038" y="2228851"/>
            <a:ext cx="84138" cy="87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9" name="Line 318">
            <a:extLst>
              <a:ext uri="{FF2B5EF4-FFF2-40B4-BE49-F238E27FC236}">
                <a16:creationId xmlns:a16="http://schemas.microsoft.com/office/drawing/2014/main" id="{4AEB3D35-D98D-E717-B08B-7E6B547EB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268663"/>
            <a:ext cx="119063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0" name="Line 319">
            <a:extLst>
              <a:ext uri="{FF2B5EF4-FFF2-40B4-BE49-F238E27FC236}">
                <a16:creationId xmlns:a16="http://schemas.microsoft.com/office/drawing/2014/main" id="{2A476D74-648B-1611-27A6-5BF20FE66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963" y="715963"/>
            <a:ext cx="387350" cy="496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1" name="Line 320">
            <a:extLst>
              <a:ext uri="{FF2B5EF4-FFF2-40B4-BE49-F238E27FC236}">
                <a16:creationId xmlns:a16="http://schemas.microsoft.com/office/drawing/2014/main" id="{DFC16387-091F-FAAA-C384-5D277274B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88" y="2195513"/>
            <a:ext cx="228600" cy="236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2" name="Line 321">
            <a:extLst>
              <a:ext uri="{FF2B5EF4-FFF2-40B4-BE49-F238E27FC236}">
                <a16:creationId xmlns:a16="http://schemas.microsoft.com/office/drawing/2014/main" id="{D5E8F0CF-6D24-2921-DA37-CF02BC63D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" y="2187576"/>
            <a:ext cx="201613" cy="234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3" name="Line 322">
            <a:extLst>
              <a:ext uri="{FF2B5EF4-FFF2-40B4-BE49-F238E27FC236}">
                <a16:creationId xmlns:a16="http://schemas.microsoft.com/office/drawing/2014/main" id="{9A6B2A74-DE8D-1B2D-008A-4AD5B51FD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44488"/>
            <a:ext cx="207963" cy="150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4" name="Line 323">
            <a:extLst>
              <a:ext uri="{FF2B5EF4-FFF2-40B4-BE49-F238E27FC236}">
                <a16:creationId xmlns:a16="http://schemas.microsoft.com/office/drawing/2014/main" id="{E7C0B3AA-69CD-3FAE-6110-0EBAA34E6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2157413"/>
            <a:ext cx="282575" cy="239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5" name="Line 324">
            <a:extLst>
              <a:ext uri="{FF2B5EF4-FFF2-40B4-BE49-F238E27FC236}">
                <a16:creationId xmlns:a16="http://schemas.microsoft.com/office/drawing/2014/main" id="{1892607F-CC11-78F3-17EC-E860B22E9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13" y="2790826"/>
            <a:ext cx="169863" cy="198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6" name="Line 325">
            <a:extLst>
              <a:ext uri="{FF2B5EF4-FFF2-40B4-BE49-F238E27FC236}">
                <a16:creationId xmlns:a16="http://schemas.microsoft.com/office/drawing/2014/main" id="{263A1A8A-CFE7-D562-AF06-3DEE41D53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288" y="2852738"/>
            <a:ext cx="228600" cy="239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7" name="Line 326">
            <a:extLst>
              <a:ext uri="{FF2B5EF4-FFF2-40B4-BE49-F238E27FC236}">
                <a16:creationId xmlns:a16="http://schemas.microsoft.com/office/drawing/2014/main" id="{CDD03594-78B6-6AE6-3D7B-4184B1FA2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3688" y="528638"/>
            <a:ext cx="122238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8" name="Line 327">
            <a:extLst>
              <a:ext uri="{FF2B5EF4-FFF2-40B4-BE49-F238E27FC236}">
                <a16:creationId xmlns:a16="http://schemas.microsoft.com/office/drawing/2014/main" id="{35AAC81B-CF7C-9289-D93B-F87DB8090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984501"/>
            <a:ext cx="6350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9" name="Line 328">
            <a:extLst>
              <a:ext uri="{FF2B5EF4-FFF2-40B4-BE49-F238E27FC236}">
                <a16:creationId xmlns:a16="http://schemas.microsoft.com/office/drawing/2014/main" id="{49F23B8A-1A5F-B3E9-BAC9-B1865A29A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7138" y="2668588"/>
            <a:ext cx="68263" cy="73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0" name="Line 329">
            <a:extLst>
              <a:ext uri="{FF2B5EF4-FFF2-40B4-BE49-F238E27FC236}">
                <a16:creationId xmlns:a16="http://schemas.microsoft.com/office/drawing/2014/main" id="{8CBC4A58-C1AC-6152-E322-3EB5A0664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2588" y="1239838"/>
            <a:ext cx="168275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1" name="Line 330">
            <a:extLst>
              <a:ext uri="{FF2B5EF4-FFF2-40B4-BE49-F238E27FC236}">
                <a16:creationId xmlns:a16="http://schemas.microsoft.com/office/drawing/2014/main" id="{18010B7C-2AA6-65BD-5BC7-1C66A4A0E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150" y="449263"/>
            <a:ext cx="536575" cy="446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2" name="Line 331">
            <a:extLst>
              <a:ext uri="{FF2B5EF4-FFF2-40B4-BE49-F238E27FC236}">
                <a16:creationId xmlns:a16="http://schemas.microsoft.com/office/drawing/2014/main" id="{33576802-95E2-595D-795C-76C85677E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3279776"/>
            <a:ext cx="82550" cy="111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3" name="Line 332">
            <a:extLst>
              <a:ext uri="{FF2B5EF4-FFF2-40B4-BE49-F238E27FC236}">
                <a16:creationId xmlns:a16="http://schemas.microsoft.com/office/drawing/2014/main" id="{846BADA1-53CC-AABC-D65B-D578A5F17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25676"/>
            <a:ext cx="57150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4" name="Line 333">
            <a:extLst>
              <a:ext uri="{FF2B5EF4-FFF2-40B4-BE49-F238E27FC236}">
                <a16:creationId xmlns:a16="http://schemas.microsoft.com/office/drawing/2014/main" id="{5E3AB293-448F-1163-8AE5-5A538220F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288" y="2706688"/>
            <a:ext cx="107950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5" name="Line 334">
            <a:extLst>
              <a:ext uri="{FF2B5EF4-FFF2-40B4-BE49-F238E27FC236}">
                <a16:creationId xmlns:a16="http://schemas.microsoft.com/office/drawing/2014/main" id="{19DD1C99-3A86-9FC9-3AA3-5AF382848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350" y="420688"/>
            <a:ext cx="665163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6" name="Line 335">
            <a:extLst>
              <a:ext uri="{FF2B5EF4-FFF2-40B4-BE49-F238E27FC236}">
                <a16:creationId xmlns:a16="http://schemas.microsoft.com/office/drawing/2014/main" id="{9F057616-5D30-6471-67F4-B66CD7431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13" y="2903538"/>
            <a:ext cx="207963" cy="231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7" name="Line 336">
            <a:extLst>
              <a:ext uri="{FF2B5EF4-FFF2-40B4-BE49-F238E27FC236}">
                <a16:creationId xmlns:a16="http://schemas.microsoft.com/office/drawing/2014/main" id="{E0ADE9D3-7660-AF97-7DF6-96554174B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3313" y="2741613"/>
            <a:ext cx="98425" cy="1666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8" name="Line 337">
            <a:extLst>
              <a:ext uri="{FF2B5EF4-FFF2-40B4-BE49-F238E27FC236}">
                <a16:creationId xmlns:a16="http://schemas.microsoft.com/office/drawing/2014/main" id="{40C7E0E7-9FF3-57DA-E808-2E38BB3B0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" y="350838"/>
            <a:ext cx="447675" cy="282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9" name="Line 338">
            <a:extLst>
              <a:ext uri="{FF2B5EF4-FFF2-40B4-BE49-F238E27FC236}">
                <a16:creationId xmlns:a16="http://schemas.microsoft.com/office/drawing/2014/main" id="{6491F62E-9721-1EFE-DFF1-A99DE946E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98451"/>
            <a:ext cx="187325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0" name="Line 339">
            <a:extLst>
              <a:ext uri="{FF2B5EF4-FFF2-40B4-BE49-F238E27FC236}">
                <a16:creationId xmlns:a16="http://schemas.microsoft.com/office/drawing/2014/main" id="{81F498FC-CF4C-9058-A1CF-CD9E5AFA0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2874963"/>
            <a:ext cx="39688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1" name="Line 340">
            <a:extLst>
              <a:ext uri="{FF2B5EF4-FFF2-40B4-BE49-F238E27FC236}">
                <a16:creationId xmlns:a16="http://schemas.microsoft.com/office/drawing/2014/main" id="{C0A39882-16E9-CFFC-64EB-EE27131ED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175" y="2371726"/>
            <a:ext cx="119063" cy="152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2" name="Line 341">
            <a:extLst>
              <a:ext uri="{FF2B5EF4-FFF2-40B4-BE49-F238E27FC236}">
                <a16:creationId xmlns:a16="http://schemas.microsoft.com/office/drawing/2014/main" id="{3AEE9774-9735-D8E3-8200-E2664988A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8" y="214313"/>
            <a:ext cx="296863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3" name="Line 342">
            <a:extLst>
              <a:ext uri="{FF2B5EF4-FFF2-40B4-BE49-F238E27FC236}">
                <a16:creationId xmlns:a16="http://schemas.microsoft.com/office/drawing/2014/main" id="{EB73330A-5CB2-0119-B9D1-B12CD7F72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6888" y="3040063"/>
            <a:ext cx="53975" cy="55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4" name="Line 343">
            <a:extLst>
              <a:ext uri="{FF2B5EF4-FFF2-40B4-BE49-F238E27FC236}">
                <a16:creationId xmlns:a16="http://schemas.microsoft.com/office/drawing/2014/main" id="{FFB70307-5BF9-5186-D247-46247AD9F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5063" y="2490788"/>
            <a:ext cx="84138" cy="65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5" name="Line 344">
            <a:extLst>
              <a:ext uri="{FF2B5EF4-FFF2-40B4-BE49-F238E27FC236}">
                <a16:creationId xmlns:a16="http://schemas.microsoft.com/office/drawing/2014/main" id="{DE179A0E-14A8-C592-F78C-FC2F3521C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0813" y="1143001"/>
            <a:ext cx="52388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6" name="Line 345">
            <a:extLst>
              <a:ext uri="{FF2B5EF4-FFF2-40B4-BE49-F238E27FC236}">
                <a16:creationId xmlns:a16="http://schemas.microsoft.com/office/drawing/2014/main" id="{63BAE9FD-BBD4-0FFE-A747-B959B0AE0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3262313"/>
            <a:ext cx="30163" cy="31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7" name="Line 346">
            <a:extLst>
              <a:ext uri="{FF2B5EF4-FFF2-40B4-BE49-F238E27FC236}">
                <a16:creationId xmlns:a16="http://schemas.microsoft.com/office/drawing/2014/main" id="{A4EF8F83-726A-0113-A410-1BBCB61366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" y="2098676"/>
            <a:ext cx="206375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8" name="Line 347">
            <a:extLst>
              <a:ext uri="{FF2B5EF4-FFF2-40B4-BE49-F238E27FC236}">
                <a16:creationId xmlns:a16="http://schemas.microsoft.com/office/drawing/2014/main" id="{001910A1-5EBA-880B-2A21-47257D809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538" y="3000376"/>
            <a:ext cx="66675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9" name="Line 348">
            <a:extLst>
              <a:ext uri="{FF2B5EF4-FFF2-40B4-BE49-F238E27FC236}">
                <a16:creationId xmlns:a16="http://schemas.microsoft.com/office/drawing/2014/main" id="{CA298E91-DE1D-AC88-B3B1-32F372870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638" y="2332038"/>
            <a:ext cx="80963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0" name="Line 349">
            <a:extLst>
              <a:ext uri="{FF2B5EF4-FFF2-40B4-BE49-F238E27FC236}">
                <a16:creationId xmlns:a16="http://schemas.microsoft.com/office/drawing/2014/main" id="{0B4913AD-37F2-B7C4-BBB0-8D4A4B9C3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" y="2668588"/>
            <a:ext cx="220663" cy="220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1" name="Line 350">
            <a:extLst>
              <a:ext uri="{FF2B5EF4-FFF2-40B4-BE49-F238E27FC236}">
                <a16:creationId xmlns:a16="http://schemas.microsoft.com/office/drawing/2014/main" id="{D89E16B2-C84E-91FD-AB46-D49FDD9A6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888" y="1831976"/>
            <a:ext cx="247650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2" name="Line 351">
            <a:extLst>
              <a:ext uri="{FF2B5EF4-FFF2-40B4-BE49-F238E27FC236}">
                <a16:creationId xmlns:a16="http://schemas.microsoft.com/office/drawing/2014/main" id="{BE5DA681-FACF-9901-1CA3-0ECD9EC1F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" y="2384426"/>
            <a:ext cx="120650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3" name="Line 352">
            <a:extLst>
              <a:ext uri="{FF2B5EF4-FFF2-40B4-BE49-F238E27FC236}">
                <a16:creationId xmlns:a16="http://schemas.microsoft.com/office/drawing/2014/main" id="{2E125DDC-5C12-2DDF-F2B9-7E6B777AC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238" y="1062038"/>
            <a:ext cx="493713" cy="542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4" name="Line 353">
            <a:extLst>
              <a:ext uri="{FF2B5EF4-FFF2-40B4-BE49-F238E27FC236}">
                <a16:creationId xmlns:a16="http://schemas.microsoft.com/office/drawing/2014/main" id="{DDC207CF-FB3A-0923-66D6-0456E2023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1831976"/>
            <a:ext cx="30163" cy="23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5" name="Line 354">
            <a:extLst>
              <a:ext uri="{FF2B5EF4-FFF2-40B4-BE49-F238E27FC236}">
                <a16:creationId xmlns:a16="http://schemas.microsoft.com/office/drawing/2014/main" id="{0F8E5337-A514-239F-F5A5-4D68CAE797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25" y="1485901"/>
            <a:ext cx="177800" cy="190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6" name="Line 355">
            <a:extLst>
              <a:ext uri="{FF2B5EF4-FFF2-40B4-BE49-F238E27FC236}">
                <a16:creationId xmlns:a16="http://schemas.microsoft.com/office/drawing/2014/main" id="{489D0905-1FC2-9B5F-3DD3-7BDB44799A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963" y="1473201"/>
            <a:ext cx="390525" cy="403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7" name="Line 356">
            <a:extLst>
              <a:ext uri="{FF2B5EF4-FFF2-40B4-BE49-F238E27FC236}">
                <a16:creationId xmlns:a16="http://schemas.microsoft.com/office/drawing/2014/main" id="{DF9E4DA3-354F-BFD9-24A4-FC92FFF420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2100263"/>
            <a:ext cx="161925" cy="125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8" name="Line 357">
            <a:extLst>
              <a:ext uri="{FF2B5EF4-FFF2-40B4-BE49-F238E27FC236}">
                <a16:creationId xmlns:a16="http://schemas.microsoft.com/office/drawing/2014/main" id="{87A60F5E-D0C8-ABB0-508D-4CD4B422D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7275" y="1285876"/>
            <a:ext cx="349250" cy="3571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9" name="Line 358">
            <a:extLst>
              <a:ext uri="{FF2B5EF4-FFF2-40B4-BE49-F238E27FC236}">
                <a16:creationId xmlns:a16="http://schemas.microsoft.com/office/drawing/2014/main" id="{28C4F59E-9693-F71A-62C6-D4F8DC319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" y="2746376"/>
            <a:ext cx="212725" cy="279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0" name="Line 359">
            <a:extLst>
              <a:ext uri="{FF2B5EF4-FFF2-40B4-BE49-F238E27FC236}">
                <a16:creationId xmlns:a16="http://schemas.microsoft.com/office/drawing/2014/main" id="{A6D6DB4D-3996-8B97-6240-A0A246526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2668588"/>
            <a:ext cx="46038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1" name="Line 360">
            <a:extLst>
              <a:ext uri="{FF2B5EF4-FFF2-40B4-BE49-F238E27FC236}">
                <a16:creationId xmlns:a16="http://schemas.microsoft.com/office/drawing/2014/main" id="{84DA80AC-D439-E89F-6686-B956ED351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3306763"/>
            <a:ext cx="109538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2" name="Line 361">
            <a:extLst>
              <a:ext uri="{FF2B5EF4-FFF2-40B4-BE49-F238E27FC236}">
                <a16:creationId xmlns:a16="http://schemas.microsoft.com/office/drawing/2014/main" id="{A980F270-A1D8-C7B9-39A6-4692A2582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600" y="2351088"/>
            <a:ext cx="257175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3" name="Line 362">
            <a:extLst>
              <a:ext uri="{FF2B5EF4-FFF2-40B4-BE49-F238E27FC236}">
                <a16:creationId xmlns:a16="http://schemas.microsoft.com/office/drawing/2014/main" id="{6D331D6E-3EF7-8563-B74F-E0DD4B45A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052763"/>
            <a:ext cx="77788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4" name="Line 363">
            <a:extLst>
              <a:ext uri="{FF2B5EF4-FFF2-40B4-BE49-F238E27FC236}">
                <a16:creationId xmlns:a16="http://schemas.microsoft.com/office/drawing/2014/main" id="{07F205B7-9EEB-D080-FBAF-40C5C979C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3" y="3281363"/>
            <a:ext cx="96838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5" name="Line 364">
            <a:extLst>
              <a:ext uri="{FF2B5EF4-FFF2-40B4-BE49-F238E27FC236}">
                <a16:creationId xmlns:a16="http://schemas.microsoft.com/office/drawing/2014/main" id="{795E2A76-245C-619F-CE6A-AEEF74C2E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988" y="249238"/>
            <a:ext cx="142875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6" name="Line 365">
            <a:extLst>
              <a:ext uri="{FF2B5EF4-FFF2-40B4-BE49-F238E27FC236}">
                <a16:creationId xmlns:a16="http://schemas.microsoft.com/office/drawing/2014/main" id="{4FC71858-AC02-70BA-DC53-A1EB98D3F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13" y="385763"/>
            <a:ext cx="447675" cy="393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7" name="Line 366">
            <a:extLst>
              <a:ext uri="{FF2B5EF4-FFF2-40B4-BE49-F238E27FC236}">
                <a16:creationId xmlns:a16="http://schemas.microsoft.com/office/drawing/2014/main" id="{119111E9-8F34-9069-69D1-EF085A718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3235326"/>
            <a:ext cx="141288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8" name="Line 367">
            <a:extLst>
              <a:ext uri="{FF2B5EF4-FFF2-40B4-BE49-F238E27FC236}">
                <a16:creationId xmlns:a16="http://schemas.microsoft.com/office/drawing/2014/main" id="{8CB3D63D-C700-6181-BEBD-C21DFDBD3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650" y="2433638"/>
            <a:ext cx="136525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9" name="Line 368">
            <a:extLst>
              <a:ext uri="{FF2B5EF4-FFF2-40B4-BE49-F238E27FC236}">
                <a16:creationId xmlns:a16="http://schemas.microsoft.com/office/drawing/2014/main" id="{9BB3091E-06B3-E91C-A97C-FA544E94F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1006476"/>
            <a:ext cx="157163" cy="163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0" name="Line 369">
            <a:extLst>
              <a:ext uri="{FF2B5EF4-FFF2-40B4-BE49-F238E27FC236}">
                <a16:creationId xmlns:a16="http://schemas.microsoft.com/office/drawing/2014/main" id="{803507DC-A2F7-A0D0-F8B1-BEF82A164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8400" y="1320801"/>
            <a:ext cx="10160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1" name="Line 370">
            <a:extLst>
              <a:ext uri="{FF2B5EF4-FFF2-40B4-BE49-F238E27FC236}">
                <a16:creationId xmlns:a16="http://schemas.microsoft.com/office/drawing/2014/main" id="{F33B4CC5-7008-C662-D160-AB1C60460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838" y="665163"/>
            <a:ext cx="76200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2" name="Line 371">
            <a:extLst>
              <a:ext uri="{FF2B5EF4-FFF2-40B4-BE49-F238E27FC236}">
                <a16:creationId xmlns:a16="http://schemas.microsoft.com/office/drawing/2014/main" id="{0D216CEF-48D1-5A38-828E-519B1C38B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46063"/>
            <a:ext cx="55563" cy="50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3" name="Line 372">
            <a:extLst>
              <a:ext uri="{FF2B5EF4-FFF2-40B4-BE49-F238E27FC236}">
                <a16:creationId xmlns:a16="http://schemas.microsoft.com/office/drawing/2014/main" id="{067E3B56-B724-EBD4-8B59-A38B15F18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3" y="954088"/>
            <a:ext cx="420688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4" name="Line 373">
            <a:extLst>
              <a:ext uri="{FF2B5EF4-FFF2-40B4-BE49-F238E27FC236}">
                <a16:creationId xmlns:a16="http://schemas.microsoft.com/office/drawing/2014/main" id="{689521B5-A065-801B-8E26-F2E748ABDC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788" y="1703388"/>
            <a:ext cx="434975" cy="501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5" name="Line 374">
            <a:extLst>
              <a:ext uri="{FF2B5EF4-FFF2-40B4-BE49-F238E27FC236}">
                <a16:creationId xmlns:a16="http://schemas.microsoft.com/office/drawing/2014/main" id="{BC534D57-A1D8-C8B7-E253-6350B38F7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813" y="214313"/>
            <a:ext cx="322263" cy="355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6" name="Line 375">
            <a:extLst>
              <a:ext uri="{FF2B5EF4-FFF2-40B4-BE49-F238E27FC236}">
                <a16:creationId xmlns:a16="http://schemas.microsoft.com/office/drawing/2014/main" id="{C13A9009-04F2-075C-1112-55A8CA72A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1106488"/>
            <a:ext cx="80963" cy="247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7" name="Line 376">
            <a:extLst>
              <a:ext uri="{FF2B5EF4-FFF2-40B4-BE49-F238E27FC236}">
                <a16:creationId xmlns:a16="http://schemas.microsoft.com/office/drawing/2014/main" id="{5BCD0651-C543-6EB6-2CD1-59A247A26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700" y="214313"/>
            <a:ext cx="231775" cy="252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8" name="Line 377">
            <a:extLst>
              <a:ext uri="{FF2B5EF4-FFF2-40B4-BE49-F238E27FC236}">
                <a16:creationId xmlns:a16="http://schemas.microsoft.com/office/drawing/2014/main" id="{42713613-AE0A-B9C5-9946-E6CD2A66A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4350" y="1060451"/>
            <a:ext cx="36513" cy="31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9" name="Line 378">
            <a:extLst>
              <a:ext uri="{FF2B5EF4-FFF2-40B4-BE49-F238E27FC236}">
                <a16:creationId xmlns:a16="http://schemas.microsoft.com/office/drawing/2014/main" id="{62D725AF-B6DB-1BC6-D0E3-AE8CF927D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" y="374651"/>
            <a:ext cx="136525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0" name="Line 379">
            <a:extLst>
              <a:ext uri="{FF2B5EF4-FFF2-40B4-BE49-F238E27FC236}">
                <a16:creationId xmlns:a16="http://schemas.microsoft.com/office/drawing/2014/main" id="{B6139AEE-FED4-7A79-E01B-46E5200C4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842963"/>
            <a:ext cx="285750" cy="2079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1" name="Line 380">
            <a:extLst>
              <a:ext uri="{FF2B5EF4-FFF2-40B4-BE49-F238E27FC236}">
                <a16:creationId xmlns:a16="http://schemas.microsoft.com/office/drawing/2014/main" id="{35E2DEFF-0CAB-E6DA-8FAF-8912B51E2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1488" y="1143001"/>
            <a:ext cx="79375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2" name="Line 381">
            <a:extLst>
              <a:ext uri="{FF2B5EF4-FFF2-40B4-BE49-F238E27FC236}">
                <a16:creationId xmlns:a16="http://schemas.microsoft.com/office/drawing/2014/main" id="{989557EC-8017-7A6D-A271-5518BE67B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3325" y="3286126"/>
            <a:ext cx="115888" cy="104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3" name="Line 382">
            <a:extLst>
              <a:ext uri="{FF2B5EF4-FFF2-40B4-BE49-F238E27FC236}">
                <a16:creationId xmlns:a16="http://schemas.microsoft.com/office/drawing/2014/main" id="{A9B55B6E-A8EA-38A3-40F8-741407FB3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8" y="1081088"/>
            <a:ext cx="60325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4" name="Line 383">
            <a:extLst>
              <a:ext uri="{FF2B5EF4-FFF2-40B4-BE49-F238E27FC236}">
                <a16:creationId xmlns:a16="http://schemas.microsoft.com/office/drawing/2014/main" id="{90C71BAC-BF4F-A48A-533B-05597BEC9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3200" y="214313"/>
            <a:ext cx="95250" cy="98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5" name="Line 384">
            <a:extLst>
              <a:ext uri="{FF2B5EF4-FFF2-40B4-BE49-F238E27FC236}">
                <a16:creationId xmlns:a16="http://schemas.microsoft.com/office/drawing/2014/main" id="{D82ECD4C-11A7-C0E7-D3A9-58B5A5679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5538" y="831851"/>
            <a:ext cx="144463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6" name="Line 385">
            <a:extLst>
              <a:ext uri="{FF2B5EF4-FFF2-40B4-BE49-F238E27FC236}">
                <a16:creationId xmlns:a16="http://schemas.microsoft.com/office/drawing/2014/main" id="{136EA72A-B8BB-D98D-2FCC-2302CC90A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1538288"/>
            <a:ext cx="127000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7" name="Line 386">
            <a:extLst>
              <a:ext uri="{FF2B5EF4-FFF2-40B4-BE49-F238E27FC236}">
                <a16:creationId xmlns:a16="http://schemas.microsoft.com/office/drawing/2014/main" id="{45EFAA78-3EF6-9D4C-5DCF-038B34D4F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775" y="1473201"/>
            <a:ext cx="274638" cy="315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8" name="Line 387">
            <a:extLst>
              <a:ext uri="{FF2B5EF4-FFF2-40B4-BE49-F238E27FC236}">
                <a16:creationId xmlns:a16="http://schemas.microsoft.com/office/drawing/2014/main" id="{E7CCEE02-4522-C370-DFA7-0E6755925E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8" y="2397126"/>
            <a:ext cx="88900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9" name="Line 388">
            <a:extLst>
              <a:ext uri="{FF2B5EF4-FFF2-40B4-BE49-F238E27FC236}">
                <a16:creationId xmlns:a16="http://schemas.microsoft.com/office/drawing/2014/main" id="{96790287-AA0A-5D97-DA88-D2C4FCA2C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" y="657226"/>
            <a:ext cx="517525" cy="468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0" name="Line 389">
            <a:extLst>
              <a:ext uri="{FF2B5EF4-FFF2-40B4-BE49-F238E27FC236}">
                <a16:creationId xmlns:a16="http://schemas.microsoft.com/office/drawing/2014/main" id="{65E57515-A0FC-A0CF-F33E-30273EF60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00" y="2601913"/>
            <a:ext cx="65088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1" name="Line 390">
            <a:extLst>
              <a:ext uri="{FF2B5EF4-FFF2-40B4-BE49-F238E27FC236}">
                <a16:creationId xmlns:a16="http://schemas.microsoft.com/office/drawing/2014/main" id="{1166E8A9-A85B-A6DE-3C81-1A85C06A9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075" y="320676"/>
            <a:ext cx="185738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2" name="Line 391">
            <a:extLst>
              <a:ext uri="{FF2B5EF4-FFF2-40B4-BE49-F238E27FC236}">
                <a16:creationId xmlns:a16="http://schemas.microsoft.com/office/drawing/2014/main" id="{1F3A82A2-01C2-012A-F982-8ECA6B31C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5288" y="974726"/>
            <a:ext cx="155575" cy="254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3" name="Line 392">
            <a:extLst>
              <a:ext uri="{FF2B5EF4-FFF2-40B4-BE49-F238E27FC236}">
                <a16:creationId xmlns:a16="http://schemas.microsoft.com/office/drawing/2014/main" id="{8843B675-348D-DA0D-04C2-3F9C7762F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1563" y="1870076"/>
            <a:ext cx="417513" cy="374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4" name="Line 393">
            <a:extLst>
              <a:ext uri="{FF2B5EF4-FFF2-40B4-BE49-F238E27FC236}">
                <a16:creationId xmlns:a16="http://schemas.microsoft.com/office/drawing/2014/main" id="{9065B725-5AA2-CB72-2A78-CCE0B41A9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" y="214313"/>
            <a:ext cx="231775" cy="250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5" name="Line 394">
            <a:extLst>
              <a:ext uri="{FF2B5EF4-FFF2-40B4-BE49-F238E27FC236}">
                <a16:creationId xmlns:a16="http://schemas.microsoft.com/office/drawing/2014/main" id="{677FF69F-71A4-EC30-E042-600B743C3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4788" y="609601"/>
            <a:ext cx="187325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6" name="Line 395">
            <a:extLst>
              <a:ext uri="{FF2B5EF4-FFF2-40B4-BE49-F238E27FC236}">
                <a16:creationId xmlns:a16="http://schemas.microsoft.com/office/drawing/2014/main" id="{B92A9A6B-DB7B-6F81-C2A4-A145BE0B4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563" y="1252538"/>
            <a:ext cx="239713" cy="225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7" name="Line 396">
            <a:extLst>
              <a:ext uri="{FF2B5EF4-FFF2-40B4-BE49-F238E27FC236}">
                <a16:creationId xmlns:a16="http://schemas.microsoft.com/office/drawing/2014/main" id="{DF4332DA-9B2D-6C01-59E9-3C0E6F8B5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075" y="660401"/>
            <a:ext cx="344488" cy="319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8" name="Line 397">
            <a:extLst>
              <a:ext uri="{FF2B5EF4-FFF2-40B4-BE49-F238E27FC236}">
                <a16:creationId xmlns:a16="http://schemas.microsoft.com/office/drawing/2014/main" id="{03B0541D-CBF4-C0A6-E975-24D3BDDCA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500" y="2765426"/>
            <a:ext cx="93663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9" name="Line 398">
            <a:extLst>
              <a:ext uri="{FF2B5EF4-FFF2-40B4-BE49-F238E27FC236}">
                <a16:creationId xmlns:a16="http://schemas.microsoft.com/office/drawing/2014/main" id="{C848B784-45C0-182D-0C54-E53559563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15901"/>
            <a:ext cx="136525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0" name="Line 399">
            <a:extLst>
              <a:ext uri="{FF2B5EF4-FFF2-40B4-BE49-F238E27FC236}">
                <a16:creationId xmlns:a16="http://schemas.microsoft.com/office/drawing/2014/main" id="{770E08FA-7F3B-6444-89B0-8E3C630DC9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0763" y="2184401"/>
            <a:ext cx="466725" cy="473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1" name="Line 400">
            <a:extLst>
              <a:ext uri="{FF2B5EF4-FFF2-40B4-BE49-F238E27FC236}">
                <a16:creationId xmlns:a16="http://schemas.microsoft.com/office/drawing/2014/main" id="{F14ED41E-C1A6-937F-7938-7A892ADAE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3" y="214313"/>
            <a:ext cx="85725" cy="396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2" name="Line 401">
            <a:extLst>
              <a:ext uri="{FF2B5EF4-FFF2-40B4-BE49-F238E27FC236}">
                <a16:creationId xmlns:a16="http://schemas.microsoft.com/office/drawing/2014/main" id="{43D78FB1-2F6B-4EE7-4885-5C745CAC1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813" y="2870201"/>
            <a:ext cx="104775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3" name="Line 402">
            <a:extLst>
              <a:ext uri="{FF2B5EF4-FFF2-40B4-BE49-F238E27FC236}">
                <a16:creationId xmlns:a16="http://schemas.microsoft.com/office/drawing/2014/main" id="{13EDB246-8D00-DA63-420C-202078E69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888" y="1838326"/>
            <a:ext cx="149225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4" name="Line 403">
            <a:extLst>
              <a:ext uri="{FF2B5EF4-FFF2-40B4-BE49-F238E27FC236}">
                <a16:creationId xmlns:a16="http://schemas.microsoft.com/office/drawing/2014/main" id="{BEC9BD22-5A47-65A5-5373-971D97B2E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525463"/>
            <a:ext cx="187325" cy="204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5" name="Line 404">
            <a:extLst>
              <a:ext uri="{FF2B5EF4-FFF2-40B4-BE49-F238E27FC236}">
                <a16:creationId xmlns:a16="http://schemas.microsoft.com/office/drawing/2014/main" id="{6BBDB9C0-FF8E-8319-A03A-B330DFDAD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3" y="661988"/>
            <a:ext cx="239713" cy="254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6" name="Line 405">
            <a:extLst>
              <a:ext uri="{FF2B5EF4-FFF2-40B4-BE49-F238E27FC236}">
                <a16:creationId xmlns:a16="http://schemas.microsoft.com/office/drawing/2014/main" id="{9CD21773-7433-DCF5-99C9-9B47A319B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7925" y="1693863"/>
            <a:ext cx="104775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7" name="Freeform 407">
            <a:extLst>
              <a:ext uri="{FF2B5EF4-FFF2-40B4-BE49-F238E27FC236}">
                <a16:creationId xmlns:a16="http://schemas.microsoft.com/office/drawing/2014/main" id="{E838514D-AA6B-97AC-762A-5F40E210F0A9}"/>
              </a:ext>
            </a:extLst>
          </p:cNvPr>
          <p:cNvSpPr>
            <a:spLocks noEditPoints="1"/>
          </p:cNvSpPr>
          <p:nvPr/>
        </p:nvSpPr>
        <p:spPr bwMode="auto">
          <a:xfrm>
            <a:off x="484188" y="1147763"/>
            <a:ext cx="214313" cy="53975"/>
          </a:xfrm>
          <a:custGeom>
            <a:avLst/>
            <a:gdLst>
              <a:gd name="T0" fmla="*/ 271 w 271"/>
              <a:gd name="T1" fmla="*/ 0 h 68"/>
              <a:gd name="T2" fmla="*/ 203 w 271"/>
              <a:gd name="T3" fmla="*/ 17 h 68"/>
              <a:gd name="T4" fmla="*/ 170 w 271"/>
              <a:gd name="T5" fmla="*/ 26 h 68"/>
              <a:gd name="T6" fmla="*/ 101 w 271"/>
              <a:gd name="T7" fmla="*/ 43 h 68"/>
              <a:gd name="T8" fmla="*/ 68 w 271"/>
              <a:gd name="T9" fmla="*/ 51 h 68"/>
              <a:gd name="T10" fmla="*/ 0 w 271"/>
              <a:gd name="T11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1" h="68">
                <a:moveTo>
                  <a:pt x="271" y="0"/>
                </a:moveTo>
                <a:lnTo>
                  <a:pt x="203" y="17"/>
                </a:lnTo>
                <a:moveTo>
                  <a:pt x="170" y="26"/>
                </a:moveTo>
                <a:lnTo>
                  <a:pt x="101" y="43"/>
                </a:lnTo>
                <a:moveTo>
                  <a:pt x="68" y="51"/>
                </a:moveTo>
                <a:lnTo>
                  <a:pt x="0" y="6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8" name="Freeform 408">
            <a:extLst>
              <a:ext uri="{FF2B5EF4-FFF2-40B4-BE49-F238E27FC236}">
                <a16:creationId xmlns:a16="http://schemas.microsoft.com/office/drawing/2014/main" id="{D6DCD56A-3542-2270-69D6-3C8C34A36622}"/>
              </a:ext>
            </a:extLst>
          </p:cNvPr>
          <p:cNvSpPr>
            <a:spLocks noEditPoints="1"/>
          </p:cNvSpPr>
          <p:nvPr/>
        </p:nvSpPr>
        <p:spPr bwMode="auto">
          <a:xfrm>
            <a:off x="1368425" y="3081338"/>
            <a:ext cx="446088" cy="150813"/>
          </a:xfrm>
          <a:custGeom>
            <a:avLst/>
            <a:gdLst>
              <a:gd name="T0" fmla="*/ 562 w 562"/>
              <a:gd name="T1" fmla="*/ 0 h 189"/>
              <a:gd name="T2" fmla="*/ 495 w 562"/>
              <a:gd name="T3" fmla="*/ 22 h 189"/>
              <a:gd name="T4" fmla="*/ 463 w 562"/>
              <a:gd name="T5" fmla="*/ 33 h 189"/>
              <a:gd name="T6" fmla="*/ 396 w 562"/>
              <a:gd name="T7" fmla="*/ 56 h 189"/>
              <a:gd name="T8" fmla="*/ 363 w 562"/>
              <a:gd name="T9" fmla="*/ 67 h 189"/>
              <a:gd name="T10" fmla="*/ 296 w 562"/>
              <a:gd name="T11" fmla="*/ 89 h 189"/>
              <a:gd name="T12" fmla="*/ 264 w 562"/>
              <a:gd name="T13" fmla="*/ 100 h 189"/>
              <a:gd name="T14" fmla="*/ 197 w 562"/>
              <a:gd name="T15" fmla="*/ 123 h 189"/>
              <a:gd name="T16" fmla="*/ 165 w 562"/>
              <a:gd name="T17" fmla="*/ 133 h 189"/>
              <a:gd name="T18" fmla="*/ 98 w 562"/>
              <a:gd name="T19" fmla="*/ 156 h 189"/>
              <a:gd name="T20" fmla="*/ 66 w 562"/>
              <a:gd name="T21" fmla="*/ 167 h 189"/>
              <a:gd name="T22" fmla="*/ 0 w 562"/>
              <a:gd name="T23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62" h="189">
                <a:moveTo>
                  <a:pt x="562" y="0"/>
                </a:moveTo>
                <a:lnTo>
                  <a:pt x="495" y="22"/>
                </a:lnTo>
                <a:moveTo>
                  <a:pt x="463" y="33"/>
                </a:moveTo>
                <a:lnTo>
                  <a:pt x="396" y="56"/>
                </a:lnTo>
                <a:moveTo>
                  <a:pt x="363" y="67"/>
                </a:moveTo>
                <a:lnTo>
                  <a:pt x="296" y="89"/>
                </a:lnTo>
                <a:moveTo>
                  <a:pt x="264" y="100"/>
                </a:moveTo>
                <a:lnTo>
                  <a:pt x="197" y="123"/>
                </a:lnTo>
                <a:moveTo>
                  <a:pt x="165" y="133"/>
                </a:moveTo>
                <a:lnTo>
                  <a:pt x="98" y="156"/>
                </a:lnTo>
                <a:moveTo>
                  <a:pt x="66" y="167"/>
                </a:moveTo>
                <a:lnTo>
                  <a:pt x="0" y="18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9" name="Freeform 409">
            <a:extLst>
              <a:ext uri="{FF2B5EF4-FFF2-40B4-BE49-F238E27FC236}">
                <a16:creationId xmlns:a16="http://schemas.microsoft.com/office/drawing/2014/main" id="{F86AF389-C593-023B-9857-258663AB7A27}"/>
              </a:ext>
            </a:extLst>
          </p:cNvPr>
          <p:cNvSpPr>
            <a:spLocks noEditPoints="1"/>
          </p:cNvSpPr>
          <p:nvPr/>
        </p:nvSpPr>
        <p:spPr bwMode="auto">
          <a:xfrm>
            <a:off x="668338" y="2225676"/>
            <a:ext cx="398463" cy="127000"/>
          </a:xfrm>
          <a:custGeom>
            <a:avLst/>
            <a:gdLst>
              <a:gd name="T0" fmla="*/ 502 w 502"/>
              <a:gd name="T1" fmla="*/ 0 h 159"/>
              <a:gd name="T2" fmla="*/ 435 w 502"/>
              <a:gd name="T3" fmla="*/ 21 h 159"/>
              <a:gd name="T4" fmla="*/ 402 w 502"/>
              <a:gd name="T5" fmla="*/ 31 h 159"/>
              <a:gd name="T6" fmla="*/ 335 w 502"/>
              <a:gd name="T7" fmla="*/ 53 h 159"/>
              <a:gd name="T8" fmla="*/ 303 w 502"/>
              <a:gd name="T9" fmla="*/ 63 h 159"/>
              <a:gd name="T10" fmla="*/ 235 w 502"/>
              <a:gd name="T11" fmla="*/ 84 h 159"/>
              <a:gd name="T12" fmla="*/ 203 w 502"/>
              <a:gd name="T13" fmla="*/ 95 h 159"/>
              <a:gd name="T14" fmla="*/ 135 w 502"/>
              <a:gd name="T15" fmla="*/ 116 h 159"/>
              <a:gd name="T16" fmla="*/ 103 w 502"/>
              <a:gd name="T17" fmla="*/ 126 h 159"/>
              <a:gd name="T18" fmla="*/ 35 w 502"/>
              <a:gd name="T19" fmla="*/ 147 h 159"/>
              <a:gd name="T20" fmla="*/ 3 w 502"/>
              <a:gd name="T21" fmla="*/ 158 h 159"/>
              <a:gd name="T22" fmla="*/ 0 w 502"/>
              <a:gd name="T23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02" h="159">
                <a:moveTo>
                  <a:pt x="502" y="0"/>
                </a:moveTo>
                <a:lnTo>
                  <a:pt x="435" y="21"/>
                </a:lnTo>
                <a:moveTo>
                  <a:pt x="402" y="31"/>
                </a:moveTo>
                <a:lnTo>
                  <a:pt x="335" y="53"/>
                </a:lnTo>
                <a:moveTo>
                  <a:pt x="303" y="63"/>
                </a:moveTo>
                <a:lnTo>
                  <a:pt x="235" y="84"/>
                </a:lnTo>
                <a:moveTo>
                  <a:pt x="203" y="95"/>
                </a:moveTo>
                <a:lnTo>
                  <a:pt x="135" y="116"/>
                </a:lnTo>
                <a:moveTo>
                  <a:pt x="103" y="126"/>
                </a:moveTo>
                <a:lnTo>
                  <a:pt x="35" y="147"/>
                </a:lnTo>
                <a:moveTo>
                  <a:pt x="3" y="158"/>
                </a:moveTo>
                <a:lnTo>
                  <a:pt x="0" y="15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0" name="Freeform 410">
            <a:extLst>
              <a:ext uri="{FF2B5EF4-FFF2-40B4-BE49-F238E27FC236}">
                <a16:creationId xmlns:a16="http://schemas.microsoft.com/office/drawing/2014/main" id="{48D47A84-564F-732D-7FA3-ED3831BE0270}"/>
              </a:ext>
            </a:extLst>
          </p:cNvPr>
          <p:cNvSpPr>
            <a:spLocks noEditPoints="1"/>
          </p:cNvSpPr>
          <p:nvPr/>
        </p:nvSpPr>
        <p:spPr bwMode="auto">
          <a:xfrm>
            <a:off x="719138" y="2495551"/>
            <a:ext cx="636588" cy="20638"/>
          </a:xfrm>
          <a:custGeom>
            <a:avLst/>
            <a:gdLst>
              <a:gd name="T0" fmla="*/ 0 w 803"/>
              <a:gd name="T1" fmla="*/ 0 h 27"/>
              <a:gd name="T2" fmla="*/ 70 w 803"/>
              <a:gd name="T3" fmla="*/ 2 h 27"/>
              <a:gd name="T4" fmla="*/ 104 w 803"/>
              <a:gd name="T5" fmla="*/ 3 h 27"/>
              <a:gd name="T6" fmla="*/ 175 w 803"/>
              <a:gd name="T7" fmla="*/ 6 h 27"/>
              <a:gd name="T8" fmla="*/ 209 w 803"/>
              <a:gd name="T9" fmla="*/ 7 h 27"/>
              <a:gd name="T10" fmla="*/ 280 w 803"/>
              <a:gd name="T11" fmla="*/ 9 h 27"/>
              <a:gd name="T12" fmla="*/ 314 w 803"/>
              <a:gd name="T13" fmla="*/ 10 h 27"/>
              <a:gd name="T14" fmla="*/ 384 w 803"/>
              <a:gd name="T15" fmla="*/ 13 h 27"/>
              <a:gd name="T16" fmla="*/ 418 w 803"/>
              <a:gd name="T17" fmla="*/ 14 h 27"/>
              <a:gd name="T18" fmla="*/ 489 w 803"/>
              <a:gd name="T19" fmla="*/ 16 h 27"/>
              <a:gd name="T20" fmla="*/ 523 w 803"/>
              <a:gd name="T21" fmla="*/ 17 h 27"/>
              <a:gd name="T22" fmla="*/ 594 w 803"/>
              <a:gd name="T23" fmla="*/ 20 h 27"/>
              <a:gd name="T24" fmla="*/ 628 w 803"/>
              <a:gd name="T25" fmla="*/ 21 h 27"/>
              <a:gd name="T26" fmla="*/ 698 w 803"/>
              <a:gd name="T27" fmla="*/ 23 h 27"/>
              <a:gd name="T28" fmla="*/ 732 w 803"/>
              <a:gd name="T29" fmla="*/ 24 h 27"/>
              <a:gd name="T30" fmla="*/ 803 w 803"/>
              <a:gd name="T31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03" h="27">
                <a:moveTo>
                  <a:pt x="0" y="0"/>
                </a:moveTo>
                <a:lnTo>
                  <a:pt x="70" y="2"/>
                </a:lnTo>
                <a:moveTo>
                  <a:pt x="104" y="3"/>
                </a:moveTo>
                <a:lnTo>
                  <a:pt x="175" y="6"/>
                </a:lnTo>
                <a:moveTo>
                  <a:pt x="209" y="7"/>
                </a:moveTo>
                <a:lnTo>
                  <a:pt x="280" y="9"/>
                </a:lnTo>
                <a:moveTo>
                  <a:pt x="314" y="10"/>
                </a:moveTo>
                <a:lnTo>
                  <a:pt x="384" y="13"/>
                </a:lnTo>
                <a:moveTo>
                  <a:pt x="418" y="14"/>
                </a:moveTo>
                <a:lnTo>
                  <a:pt x="489" y="16"/>
                </a:lnTo>
                <a:moveTo>
                  <a:pt x="523" y="17"/>
                </a:moveTo>
                <a:lnTo>
                  <a:pt x="594" y="20"/>
                </a:lnTo>
                <a:moveTo>
                  <a:pt x="628" y="21"/>
                </a:moveTo>
                <a:lnTo>
                  <a:pt x="698" y="23"/>
                </a:lnTo>
                <a:moveTo>
                  <a:pt x="732" y="24"/>
                </a:moveTo>
                <a:lnTo>
                  <a:pt x="803" y="2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1" name="Freeform 411">
            <a:extLst>
              <a:ext uri="{FF2B5EF4-FFF2-40B4-BE49-F238E27FC236}">
                <a16:creationId xmlns:a16="http://schemas.microsoft.com/office/drawing/2014/main" id="{E09C9972-9C8C-4009-7F1F-CB9D0C374B91}"/>
              </a:ext>
            </a:extLst>
          </p:cNvPr>
          <p:cNvSpPr>
            <a:spLocks noEditPoints="1"/>
          </p:cNvSpPr>
          <p:nvPr/>
        </p:nvSpPr>
        <p:spPr bwMode="auto">
          <a:xfrm>
            <a:off x="946150" y="1054101"/>
            <a:ext cx="200025" cy="96838"/>
          </a:xfrm>
          <a:custGeom>
            <a:avLst/>
            <a:gdLst>
              <a:gd name="T0" fmla="*/ 253 w 253"/>
              <a:gd name="T1" fmla="*/ 0 h 122"/>
              <a:gd name="T2" fmla="*/ 189 w 253"/>
              <a:gd name="T3" fmla="*/ 31 h 122"/>
              <a:gd name="T4" fmla="*/ 158 w 253"/>
              <a:gd name="T5" fmla="*/ 46 h 122"/>
              <a:gd name="T6" fmla="*/ 95 w 253"/>
              <a:gd name="T7" fmla="*/ 77 h 122"/>
              <a:gd name="T8" fmla="*/ 64 w 253"/>
              <a:gd name="T9" fmla="*/ 91 h 122"/>
              <a:gd name="T10" fmla="*/ 0 w 253"/>
              <a:gd name="T11" fmla="*/ 122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" h="122">
                <a:moveTo>
                  <a:pt x="253" y="0"/>
                </a:moveTo>
                <a:lnTo>
                  <a:pt x="189" y="31"/>
                </a:lnTo>
                <a:moveTo>
                  <a:pt x="158" y="46"/>
                </a:moveTo>
                <a:lnTo>
                  <a:pt x="95" y="77"/>
                </a:lnTo>
                <a:moveTo>
                  <a:pt x="64" y="91"/>
                </a:moveTo>
                <a:lnTo>
                  <a:pt x="0" y="12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2" name="Freeform 412">
            <a:extLst>
              <a:ext uri="{FF2B5EF4-FFF2-40B4-BE49-F238E27FC236}">
                <a16:creationId xmlns:a16="http://schemas.microsoft.com/office/drawing/2014/main" id="{B22B22CD-4432-AD5F-6901-514AC9E34F02}"/>
              </a:ext>
            </a:extLst>
          </p:cNvPr>
          <p:cNvSpPr>
            <a:spLocks noEditPoints="1"/>
          </p:cNvSpPr>
          <p:nvPr/>
        </p:nvSpPr>
        <p:spPr bwMode="auto">
          <a:xfrm>
            <a:off x="1276350" y="1758951"/>
            <a:ext cx="544513" cy="4763"/>
          </a:xfrm>
          <a:custGeom>
            <a:avLst/>
            <a:gdLst>
              <a:gd name="T0" fmla="*/ 686 w 686"/>
              <a:gd name="T1" fmla="*/ 0 h 5"/>
              <a:gd name="T2" fmla="*/ 616 w 686"/>
              <a:gd name="T3" fmla="*/ 0 h 5"/>
              <a:gd name="T4" fmla="*/ 582 w 686"/>
              <a:gd name="T5" fmla="*/ 1 h 5"/>
              <a:gd name="T6" fmla="*/ 511 w 686"/>
              <a:gd name="T7" fmla="*/ 1 h 5"/>
              <a:gd name="T8" fmla="*/ 477 w 686"/>
              <a:gd name="T9" fmla="*/ 2 h 5"/>
              <a:gd name="T10" fmla="*/ 406 w 686"/>
              <a:gd name="T11" fmla="*/ 2 h 5"/>
              <a:gd name="T12" fmla="*/ 372 w 686"/>
              <a:gd name="T13" fmla="*/ 2 h 5"/>
              <a:gd name="T14" fmla="*/ 302 w 686"/>
              <a:gd name="T15" fmla="*/ 3 h 5"/>
              <a:gd name="T16" fmla="*/ 268 w 686"/>
              <a:gd name="T17" fmla="*/ 3 h 5"/>
              <a:gd name="T18" fmla="*/ 197 w 686"/>
              <a:gd name="T19" fmla="*/ 4 h 5"/>
              <a:gd name="T20" fmla="*/ 163 w 686"/>
              <a:gd name="T21" fmla="*/ 4 h 5"/>
              <a:gd name="T22" fmla="*/ 92 w 686"/>
              <a:gd name="T23" fmla="*/ 5 h 5"/>
              <a:gd name="T24" fmla="*/ 58 w 686"/>
              <a:gd name="T25" fmla="*/ 5 h 5"/>
              <a:gd name="T26" fmla="*/ 0 w 686"/>
              <a:gd name="T2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86" h="5">
                <a:moveTo>
                  <a:pt x="686" y="0"/>
                </a:moveTo>
                <a:lnTo>
                  <a:pt x="616" y="0"/>
                </a:lnTo>
                <a:moveTo>
                  <a:pt x="582" y="1"/>
                </a:moveTo>
                <a:lnTo>
                  <a:pt x="511" y="1"/>
                </a:lnTo>
                <a:moveTo>
                  <a:pt x="477" y="2"/>
                </a:moveTo>
                <a:lnTo>
                  <a:pt x="406" y="2"/>
                </a:lnTo>
                <a:moveTo>
                  <a:pt x="372" y="2"/>
                </a:moveTo>
                <a:lnTo>
                  <a:pt x="302" y="3"/>
                </a:lnTo>
                <a:moveTo>
                  <a:pt x="268" y="3"/>
                </a:moveTo>
                <a:lnTo>
                  <a:pt x="197" y="4"/>
                </a:lnTo>
                <a:moveTo>
                  <a:pt x="163" y="4"/>
                </a:moveTo>
                <a:lnTo>
                  <a:pt x="92" y="5"/>
                </a:lnTo>
                <a:moveTo>
                  <a:pt x="58" y="5"/>
                </a:moveTo>
                <a:lnTo>
                  <a:pt x="0" y="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3" name="Freeform 413">
            <a:extLst>
              <a:ext uri="{FF2B5EF4-FFF2-40B4-BE49-F238E27FC236}">
                <a16:creationId xmlns:a16="http://schemas.microsoft.com/office/drawing/2014/main" id="{4A50CB4F-F924-AA0D-A03D-A8AD62AF61B2}"/>
              </a:ext>
            </a:extLst>
          </p:cNvPr>
          <p:cNvSpPr>
            <a:spLocks noEditPoints="1"/>
          </p:cNvSpPr>
          <p:nvPr/>
        </p:nvSpPr>
        <p:spPr bwMode="auto">
          <a:xfrm>
            <a:off x="641350" y="3173413"/>
            <a:ext cx="454025" cy="127000"/>
          </a:xfrm>
          <a:custGeom>
            <a:avLst/>
            <a:gdLst>
              <a:gd name="T0" fmla="*/ 571 w 571"/>
              <a:gd name="T1" fmla="*/ 0 h 160"/>
              <a:gd name="T2" fmla="*/ 503 w 571"/>
              <a:gd name="T3" fmla="*/ 19 h 160"/>
              <a:gd name="T4" fmla="*/ 470 w 571"/>
              <a:gd name="T5" fmla="*/ 28 h 160"/>
              <a:gd name="T6" fmla="*/ 402 w 571"/>
              <a:gd name="T7" fmla="*/ 47 h 160"/>
              <a:gd name="T8" fmla="*/ 369 w 571"/>
              <a:gd name="T9" fmla="*/ 57 h 160"/>
              <a:gd name="T10" fmla="*/ 301 w 571"/>
              <a:gd name="T11" fmla="*/ 76 h 160"/>
              <a:gd name="T12" fmla="*/ 268 w 571"/>
              <a:gd name="T13" fmla="*/ 85 h 160"/>
              <a:gd name="T14" fmla="*/ 200 w 571"/>
              <a:gd name="T15" fmla="*/ 104 h 160"/>
              <a:gd name="T16" fmla="*/ 167 w 571"/>
              <a:gd name="T17" fmla="*/ 113 h 160"/>
              <a:gd name="T18" fmla="*/ 99 w 571"/>
              <a:gd name="T19" fmla="*/ 132 h 160"/>
              <a:gd name="T20" fmla="*/ 66 w 571"/>
              <a:gd name="T21" fmla="*/ 141 h 160"/>
              <a:gd name="T22" fmla="*/ 0 w 571"/>
              <a:gd name="T23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71" h="160">
                <a:moveTo>
                  <a:pt x="571" y="0"/>
                </a:moveTo>
                <a:lnTo>
                  <a:pt x="503" y="19"/>
                </a:lnTo>
                <a:moveTo>
                  <a:pt x="470" y="28"/>
                </a:moveTo>
                <a:lnTo>
                  <a:pt x="402" y="47"/>
                </a:lnTo>
                <a:moveTo>
                  <a:pt x="369" y="57"/>
                </a:moveTo>
                <a:lnTo>
                  <a:pt x="301" y="76"/>
                </a:lnTo>
                <a:moveTo>
                  <a:pt x="268" y="85"/>
                </a:moveTo>
                <a:lnTo>
                  <a:pt x="200" y="104"/>
                </a:lnTo>
                <a:moveTo>
                  <a:pt x="167" y="113"/>
                </a:moveTo>
                <a:lnTo>
                  <a:pt x="99" y="132"/>
                </a:lnTo>
                <a:moveTo>
                  <a:pt x="66" y="141"/>
                </a:moveTo>
                <a:lnTo>
                  <a:pt x="0" y="1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4" name="Freeform 414">
            <a:extLst>
              <a:ext uri="{FF2B5EF4-FFF2-40B4-BE49-F238E27FC236}">
                <a16:creationId xmlns:a16="http://schemas.microsoft.com/office/drawing/2014/main" id="{1D8EA051-F690-5411-3D55-A35965EF8FFE}"/>
              </a:ext>
            </a:extLst>
          </p:cNvPr>
          <p:cNvSpPr>
            <a:spLocks noEditPoints="1"/>
          </p:cNvSpPr>
          <p:nvPr/>
        </p:nvSpPr>
        <p:spPr bwMode="auto">
          <a:xfrm>
            <a:off x="1216025" y="598488"/>
            <a:ext cx="504825" cy="163513"/>
          </a:xfrm>
          <a:custGeom>
            <a:avLst/>
            <a:gdLst>
              <a:gd name="T0" fmla="*/ 635 w 635"/>
              <a:gd name="T1" fmla="*/ 0 h 205"/>
              <a:gd name="T2" fmla="*/ 568 w 635"/>
              <a:gd name="T3" fmla="*/ 21 h 205"/>
              <a:gd name="T4" fmla="*/ 536 w 635"/>
              <a:gd name="T5" fmla="*/ 32 h 205"/>
              <a:gd name="T6" fmla="*/ 468 w 635"/>
              <a:gd name="T7" fmla="*/ 53 h 205"/>
              <a:gd name="T8" fmla="*/ 436 w 635"/>
              <a:gd name="T9" fmla="*/ 64 h 205"/>
              <a:gd name="T10" fmla="*/ 369 w 635"/>
              <a:gd name="T11" fmla="*/ 86 h 205"/>
              <a:gd name="T12" fmla="*/ 336 w 635"/>
              <a:gd name="T13" fmla="*/ 96 h 205"/>
              <a:gd name="T14" fmla="*/ 269 w 635"/>
              <a:gd name="T15" fmla="*/ 118 h 205"/>
              <a:gd name="T16" fmla="*/ 237 w 635"/>
              <a:gd name="T17" fmla="*/ 128 h 205"/>
              <a:gd name="T18" fmla="*/ 169 w 635"/>
              <a:gd name="T19" fmla="*/ 150 h 205"/>
              <a:gd name="T20" fmla="*/ 137 w 635"/>
              <a:gd name="T21" fmla="*/ 160 h 205"/>
              <a:gd name="T22" fmla="*/ 70 w 635"/>
              <a:gd name="T23" fmla="*/ 182 h 205"/>
              <a:gd name="T24" fmla="*/ 37 w 635"/>
              <a:gd name="T25" fmla="*/ 193 h 205"/>
              <a:gd name="T26" fmla="*/ 0 w 635"/>
              <a:gd name="T27" fmla="*/ 205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35" h="205">
                <a:moveTo>
                  <a:pt x="635" y="0"/>
                </a:moveTo>
                <a:lnTo>
                  <a:pt x="568" y="21"/>
                </a:lnTo>
                <a:moveTo>
                  <a:pt x="536" y="32"/>
                </a:moveTo>
                <a:lnTo>
                  <a:pt x="468" y="53"/>
                </a:lnTo>
                <a:moveTo>
                  <a:pt x="436" y="64"/>
                </a:moveTo>
                <a:lnTo>
                  <a:pt x="369" y="86"/>
                </a:lnTo>
                <a:moveTo>
                  <a:pt x="336" y="96"/>
                </a:moveTo>
                <a:lnTo>
                  <a:pt x="269" y="118"/>
                </a:lnTo>
                <a:moveTo>
                  <a:pt x="237" y="128"/>
                </a:moveTo>
                <a:lnTo>
                  <a:pt x="169" y="150"/>
                </a:lnTo>
                <a:moveTo>
                  <a:pt x="137" y="160"/>
                </a:moveTo>
                <a:lnTo>
                  <a:pt x="70" y="182"/>
                </a:lnTo>
                <a:moveTo>
                  <a:pt x="37" y="193"/>
                </a:moveTo>
                <a:lnTo>
                  <a:pt x="0" y="20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5" name="Freeform 415">
            <a:extLst>
              <a:ext uri="{FF2B5EF4-FFF2-40B4-BE49-F238E27FC236}">
                <a16:creationId xmlns:a16="http://schemas.microsoft.com/office/drawing/2014/main" id="{733408E5-EBF4-9381-0E98-6B5A939B418C}"/>
              </a:ext>
            </a:extLst>
          </p:cNvPr>
          <p:cNvSpPr>
            <a:spLocks noEditPoints="1"/>
          </p:cNvSpPr>
          <p:nvPr/>
        </p:nvSpPr>
        <p:spPr bwMode="auto">
          <a:xfrm>
            <a:off x="142875" y="1552576"/>
            <a:ext cx="349250" cy="1588"/>
          </a:xfrm>
          <a:custGeom>
            <a:avLst/>
            <a:gdLst>
              <a:gd name="T0" fmla="*/ 440 w 440"/>
              <a:gd name="T1" fmla="*/ 0 h 1"/>
              <a:gd name="T2" fmla="*/ 370 w 440"/>
              <a:gd name="T3" fmla="*/ 0 h 1"/>
              <a:gd name="T4" fmla="*/ 336 w 440"/>
              <a:gd name="T5" fmla="*/ 0 h 1"/>
              <a:gd name="T6" fmla="*/ 265 w 440"/>
              <a:gd name="T7" fmla="*/ 0 h 1"/>
              <a:gd name="T8" fmla="*/ 231 w 440"/>
              <a:gd name="T9" fmla="*/ 0 h 1"/>
              <a:gd name="T10" fmla="*/ 160 w 440"/>
              <a:gd name="T11" fmla="*/ 0 h 1"/>
              <a:gd name="T12" fmla="*/ 126 w 440"/>
              <a:gd name="T13" fmla="*/ 0 h 1"/>
              <a:gd name="T14" fmla="*/ 56 w 440"/>
              <a:gd name="T15" fmla="*/ 1 h 1"/>
              <a:gd name="T16" fmla="*/ 22 w 440"/>
              <a:gd name="T17" fmla="*/ 1 h 1"/>
              <a:gd name="T18" fmla="*/ 0 w 440"/>
              <a:gd name="T1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0" h="1">
                <a:moveTo>
                  <a:pt x="440" y="0"/>
                </a:moveTo>
                <a:lnTo>
                  <a:pt x="370" y="0"/>
                </a:lnTo>
                <a:moveTo>
                  <a:pt x="336" y="0"/>
                </a:moveTo>
                <a:lnTo>
                  <a:pt x="265" y="0"/>
                </a:lnTo>
                <a:moveTo>
                  <a:pt x="231" y="0"/>
                </a:moveTo>
                <a:lnTo>
                  <a:pt x="160" y="0"/>
                </a:lnTo>
                <a:moveTo>
                  <a:pt x="126" y="0"/>
                </a:moveTo>
                <a:lnTo>
                  <a:pt x="56" y="1"/>
                </a:lnTo>
                <a:moveTo>
                  <a:pt x="22" y="1"/>
                </a:moveTo>
                <a:lnTo>
                  <a:pt x="0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6" name="Freeform 416">
            <a:extLst>
              <a:ext uri="{FF2B5EF4-FFF2-40B4-BE49-F238E27FC236}">
                <a16:creationId xmlns:a16="http://schemas.microsoft.com/office/drawing/2014/main" id="{3C7D94DD-22E6-B2F6-1390-F67B1A3F7AC7}"/>
              </a:ext>
            </a:extLst>
          </p:cNvPr>
          <p:cNvSpPr>
            <a:spLocks noEditPoints="1"/>
          </p:cNvSpPr>
          <p:nvPr/>
        </p:nvSpPr>
        <p:spPr bwMode="auto">
          <a:xfrm>
            <a:off x="1606550" y="1243013"/>
            <a:ext cx="214313" cy="12700"/>
          </a:xfrm>
          <a:custGeom>
            <a:avLst/>
            <a:gdLst>
              <a:gd name="T0" fmla="*/ 271 w 271"/>
              <a:gd name="T1" fmla="*/ 0 h 16"/>
              <a:gd name="T2" fmla="*/ 201 w 271"/>
              <a:gd name="T3" fmla="*/ 4 h 16"/>
              <a:gd name="T4" fmla="*/ 167 w 271"/>
              <a:gd name="T5" fmla="*/ 6 h 16"/>
              <a:gd name="T6" fmla="*/ 96 w 271"/>
              <a:gd name="T7" fmla="*/ 10 h 16"/>
              <a:gd name="T8" fmla="*/ 62 w 271"/>
              <a:gd name="T9" fmla="*/ 12 h 16"/>
              <a:gd name="T10" fmla="*/ 0 w 271"/>
              <a:gd name="T11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1" h="16">
                <a:moveTo>
                  <a:pt x="271" y="0"/>
                </a:moveTo>
                <a:lnTo>
                  <a:pt x="201" y="4"/>
                </a:lnTo>
                <a:moveTo>
                  <a:pt x="167" y="6"/>
                </a:moveTo>
                <a:lnTo>
                  <a:pt x="96" y="10"/>
                </a:lnTo>
                <a:moveTo>
                  <a:pt x="62" y="12"/>
                </a:moveTo>
                <a:lnTo>
                  <a:pt x="0" y="1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7" name="Freeform 417">
            <a:extLst>
              <a:ext uri="{FF2B5EF4-FFF2-40B4-BE49-F238E27FC236}">
                <a16:creationId xmlns:a16="http://schemas.microsoft.com/office/drawing/2014/main" id="{EAE8B5A0-A447-5EB7-99EC-08E22A14A828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2533651"/>
            <a:ext cx="230188" cy="107950"/>
          </a:xfrm>
          <a:custGeom>
            <a:avLst/>
            <a:gdLst>
              <a:gd name="T0" fmla="*/ 291 w 291"/>
              <a:gd name="T1" fmla="*/ 0 h 136"/>
              <a:gd name="T2" fmla="*/ 227 w 291"/>
              <a:gd name="T3" fmla="*/ 30 h 136"/>
              <a:gd name="T4" fmla="*/ 196 w 291"/>
              <a:gd name="T5" fmla="*/ 44 h 136"/>
              <a:gd name="T6" fmla="*/ 132 w 291"/>
              <a:gd name="T7" fmla="*/ 74 h 136"/>
              <a:gd name="T8" fmla="*/ 102 w 291"/>
              <a:gd name="T9" fmla="*/ 88 h 136"/>
              <a:gd name="T10" fmla="*/ 38 w 291"/>
              <a:gd name="T11" fmla="*/ 118 h 136"/>
              <a:gd name="T12" fmla="*/ 7 w 291"/>
              <a:gd name="T13" fmla="*/ 133 h 136"/>
              <a:gd name="T14" fmla="*/ 0 w 291"/>
              <a:gd name="T15" fmla="*/ 136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1" h="136">
                <a:moveTo>
                  <a:pt x="291" y="0"/>
                </a:moveTo>
                <a:lnTo>
                  <a:pt x="227" y="30"/>
                </a:lnTo>
                <a:moveTo>
                  <a:pt x="196" y="44"/>
                </a:moveTo>
                <a:lnTo>
                  <a:pt x="132" y="74"/>
                </a:lnTo>
                <a:moveTo>
                  <a:pt x="102" y="88"/>
                </a:moveTo>
                <a:lnTo>
                  <a:pt x="38" y="118"/>
                </a:lnTo>
                <a:moveTo>
                  <a:pt x="7" y="133"/>
                </a:moveTo>
                <a:lnTo>
                  <a:pt x="0" y="13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8" name="Freeform 418">
            <a:extLst>
              <a:ext uri="{FF2B5EF4-FFF2-40B4-BE49-F238E27FC236}">
                <a16:creationId xmlns:a16="http://schemas.microsoft.com/office/drawing/2014/main" id="{173463E9-4EA4-1C5F-E891-E32503DF54BA}"/>
              </a:ext>
            </a:extLst>
          </p:cNvPr>
          <p:cNvSpPr>
            <a:spLocks noEditPoints="1"/>
          </p:cNvSpPr>
          <p:nvPr/>
        </p:nvSpPr>
        <p:spPr bwMode="auto">
          <a:xfrm>
            <a:off x="293688" y="2905126"/>
            <a:ext cx="136525" cy="3175"/>
          </a:xfrm>
          <a:custGeom>
            <a:avLst/>
            <a:gdLst>
              <a:gd name="T0" fmla="*/ 171 w 171"/>
              <a:gd name="T1" fmla="*/ 0 h 3"/>
              <a:gd name="T2" fmla="*/ 101 w 171"/>
              <a:gd name="T3" fmla="*/ 1 h 3"/>
              <a:gd name="T4" fmla="*/ 67 w 171"/>
              <a:gd name="T5" fmla="*/ 2 h 3"/>
              <a:gd name="T6" fmla="*/ 0 w 171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1" h="3">
                <a:moveTo>
                  <a:pt x="171" y="0"/>
                </a:moveTo>
                <a:lnTo>
                  <a:pt x="101" y="1"/>
                </a:lnTo>
                <a:moveTo>
                  <a:pt x="67" y="2"/>
                </a:moveTo>
                <a:lnTo>
                  <a:pt x="0" y="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9" name="Freeform 419">
            <a:extLst>
              <a:ext uri="{FF2B5EF4-FFF2-40B4-BE49-F238E27FC236}">
                <a16:creationId xmlns:a16="http://schemas.microsoft.com/office/drawing/2014/main" id="{B3190777-AFA1-A80B-8699-A57C9900704C}"/>
              </a:ext>
            </a:extLst>
          </p:cNvPr>
          <p:cNvSpPr>
            <a:spLocks noEditPoints="1"/>
          </p:cNvSpPr>
          <p:nvPr/>
        </p:nvSpPr>
        <p:spPr bwMode="auto">
          <a:xfrm>
            <a:off x="1549400" y="2381251"/>
            <a:ext cx="133350" cy="25400"/>
          </a:xfrm>
          <a:custGeom>
            <a:avLst/>
            <a:gdLst>
              <a:gd name="T0" fmla="*/ 168 w 168"/>
              <a:gd name="T1" fmla="*/ 0 h 31"/>
              <a:gd name="T2" fmla="*/ 98 w 168"/>
              <a:gd name="T3" fmla="*/ 13 h 31"/>
              <a:gd name="T4" fmla="*/ 65 w 168"/>
              <a:gd name="T5" fmla="*/ 19 h 31"/>
              <a:gd name="T6" fmla="*/ 0 w 168"/>
              <a:gd name="T7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8" h="31">
                <a:moveTo>
                  <a:pt x="168" y="0"/>
                </a:moveTo>
                <a:lnTo>
                  <a:pt x="98" y="13"/>
                </a:lnTo>
                <a:moveTo>
                  <a:pt x="65" y="19"/>
                </a:moveTo>
                <a:lnTo>
                  <a:pt x="0" y="3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0" name="Freeform 420">
            <a:extLst>
              <a:ext uri="{FF2B5EF4-FFF2-40B4-BE49-F238E27FC236}">
                <a16:creationId xmlns:a16="http://schemas.microsoft.com/office/drawing/2014/main" id="{1473F863-DA04-1E83-CC29-1DAFA023FC07}"/>
              </a:ext>
            </a:extLst>
          </p:cNvPr>
          <p:cNvSpPr>
            <a:spLocks noEditPoints="1"/>
          </p:cNvSpPr>
          <p:nvPr/>
        </p:nvSpPr>
        <p:spPr bwMode="auto">
          <a:xfrm>
            <a:off x="544513" y="2157413"/>
            <a:ext cx="371475" cy="0"/>
          </a:xfrm>
          <a:custGeom>
            <a:avLst/>
            <a:gdLst>
              <a:gd name="T0" fmla="*/ 0 w 468"/>
              <a:gd name="T1" fmla="*/ 0 h 1"/>
              <a:gd name="T2" fmla="*/ 71 w 468"/>
              <a:gd name="T3" fmla="*/ 0 h 1"/>
              <a:gd name="T4" fmla="*/ 105 w 468"/>
              <a:gd name="T5" fmla="*/ 0 h 1"/>
              <a:gd name="T6" fmla="*/ 175 w 468"/>
              <a:gd name="T7" fmla="*/ 0 h 1"/>
              <a:gd name="T8" fmla="*/ 209 w 468"/>
              <a:gd name="T9" fmla="*/ 0 h 1"/>
              <a:gd name="T10" fmla="*/ 280 w 468"/>
              <a:gd name="T11" fmla="*/ 0 h 1"/>
              <a:gd name="T12" fmla="*/ 314 w 468"/>
              <a:gd name="T13" fmla="*/ 0 h 1"/>
              <a:gd name="T14" fmla="*/ 385 w 468"/>
              <a:gd name="T15" fmla="*/ 1 h 1"/>
              <a:gd name="T16" fmla="*/ 419 w 468"/>
              <a:gd name="T17" fmla="*/ 1 h 1"/>
              <a:gd name="T18" fmla="*/ 468 w 468"/>
              <a:gd name="T1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8" h="1">
                <a:moveTo>
                  <a:pt x="0" y="0"/>
                </a:moveTo>
                <a:lnTo>
                  <a:pt x="71" y="0"/>
                </a:lnTo>
                <a:moveTo>
                  <a:pt x="105" y="0"/>
                </a:moveTo>
                <a:lnTo>
                  <a:pt x="175" y="0"/>
                </a:lnTo>
                <a:moveTo>
                  <a:pt x="209" y="0"/>
                </a:moveTo>
                <a:lnTo>
                  <a:pt x="280" y="0"/>
                </a:lnTo>
                <a:moveTo>
                  <a:pt x="314" y="0"/>
                </a:moveTo>
                <a:lnTo>
                  <a:pt x="385" y="1"/>
                </a:lnTo>
                <a:moveTo>
                  <a:pt x="419" y="1"/>
                </a:moveTo>
                <a:lnTo>
                  <a:pt x="468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1" name="Line 421">
            <a:extLst>
              <a:ext uri="{FF2B5EF4-FFF2-40B4-BE49-F238E27FC236}">
                <a16:creationId xmlns:a16="http://schemas.microsoft.com/office/drawing/2014/main" id="{1EE4B69B-5F48-3B23-ABA4-2F7BD715D9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9900" y="2109788"/>
            <a:ext cx="57150" cy="31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2" name="Freeform 422">
            <a:extLst>
              <a:ext uri="{FF2B5EF4-FFF2-40B4-BE49-F238E27FC236}">
                <a16:creationId xmlns:a16="http://schemas.microsoft.com/office/drawing/2014/main" id="{379986CC-2800-4B39-FBED-2BBE3562CC01}"/>
              </a:ext>
            </a:extLst>
          </p:cNvPr>
          <p:cNvSpPr>
            <a:spLocks noEditPoints="1"/>
          </p:cNvSpPr>
          <p:nvPr/>
        </p:nvSpPr>
        <p:spPr bwMode="auto">
          <a:xfrm>
            <a:off x="469900" y="1443038"/>
            <a:ext cx="407988" cy="93663"/>
          </a:xfrm>
          <a:custGeom>
            <a:avLst/>
            <a:gdLst>
              <a:gd name="T0" fmla="*/ 514 w 514"/>
              <a:gd name="T1" fmla="*/ 0 h 117"/>
              <a:gd name="T2" fmla="*/ 445 w 514"/>
              <a:gd name="T3" fmla="*/ 16 h 117"/>
              <a:gd name="T4" fmla="*/ 412 w 514"/>
              <a:gd name="T5" fmla="*/ 23 h 117"/>
              <a:gd name="T6" fmla="*/ 343 w 514"/>
              <a:gd name="T7" fmla="*/ 39 h 117"/>
              <a:gd name="T8" fmla="*/ 310 w 514"/>
              <a:gd name="T9" fmla="*/ 47 h 117"/>
              <a:gd name="T10" fmla="*/ 241 w 514"/>
              <a:gd name="T11" fmla="*/ 62 h 117"/>
              <a:gd name="T12" fmla="*/ 207 w 514"/>
              <a:gd name="T13" fmla="*/ 70 h 117"/>
              <a:gd name="T14" fmla="*/ 138 w 514"/>
              <a:gd name="T15" fmla="*/ 86 h 117"/>
              <a:gd name="T16" fmla="*/ 105 w 514"/>
              <a:gd name="T17" fmla="*/ 93 h 117"/>
              <a:gd name="T18" fmla="*/ 36 w 514"/>
              <a:gd name="T19" fmla="*/ 109 h 117"/>
              <a:gd name="T20" fmla="*/ 3 w 514"/>
              <a:gd name="T21" fmla="*/ 116 h 117"/>
              <a:gd name="T22" fmla="*/ 0 w 514"/>
              <a:gd name="T23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4" h="117">
                <a:moveTo>
                  <a:pt x="514" y="0"/>
                </a:moveTo>
                <a:lnTo>
                  <a:pt x="445" y="16"/>
                </a:lnTo>
                <a:moveTo>
                  <a:pt x="412" y="23"/>
                </a:moveTo>
                <a:lnTo>
                  <a:pt x="343" y="39"/>
                </a:lnTo>
                <a:moveTo>
                  <a:pt x="310" y="47"/>
                </a:moveTo>
                <a:lnTo>
                  <a:pt x="241" y="62"/>
                </a:lnTo>
                <a:moveTo>
                  <a:pt x="207" y="70"/>
                </a:moveTo>
                <a:lnTo>
                  <a:pt x="138" y="86"/>
                </a:lnTo>
                <a:moveTo>
                  <a:pt x="105" y="93"/>
                </a:moveTo>
                <a:lnTo>
                  <a:pt x="36" y="109"/>
                </a:lnTo>
                <a:moveTo>
                  <a:pt x="3" y="116"/>
                </a:moveTo>
                <a:lnTo>
                  <a:pt x="0" y="11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3" name="Freeform 423">
            <a:extLst>
              <a:ext uri="{FF2B5EF4-FFF2-40B4-BE49-F238E27FC236}">
                <a16:creationId xmlns:a16="http://schemas.microsoft.com/office/drawing/2014/main" id="{A222160D-3985-A1B6-8883-8A9A08C5C0C4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787401"/>
            <a:ext cx="614363" cy="315913"/>
          </a:xfrm>
          <a:custGeom>
            <a:avLst/>
            <a:gdLst>
              <a:gd name="T0" fmla="*/ 775 w 775"/>
              <a:gd name="T1" fmla="*/ 0 h 399"/>
              <a:gd name="T2" fmla="*/ 712 w 775"/>
              <a:gd name="T3" fmla="*/ 32 h 399"/>
              <a:gd name="T4" fmla="*/ 682 w 775"/>
              <a:gd name="T5" fmla="*/ 48 h 399"/>
              <a:gd name="T6" fmla="*/ 619 w 775"/>
              <a:gd name="T7" fmla="*/ 80 h 399"/>
              <a:gd name="T8" fmla="*/ 589 w 775"/>
              <a:gd name="T9" fmla="*/ 96 h 399"/>
              <a:gd name="T10" fmla="*/ 526 w 775"/>
              <a:gd name="T11" fmla="*/ 128 h 399"/>
              <a:gd name="T12" fmla="*/ 496 w 775"/>
              <a:gd name="T13" fmla="*/ 144 h 399"/>
              <a:gd name="T14" fmla="*/ 433 w 775"/>
              <a:gd name="T15" fmla="*/ 176 h 399"/>
              <a:gd name="T16" fmla="*/ 403 w 775"/>
              <a:gd name="T17" fmla="*/ 192 h 399"/>
              <a:gd name="T18" fmla="*/ 340 w 775"/>
              <a:gd name="T19" fmla="*/ 224 h 399"/>
              <a:gd name="T20" fmla="*/ 310 w 775"/>
              <a:gd name="T21" fmla="*/ 239 h 399"/>
              <a:gd name="T22" fmla="*/ 247 w 775"/>
              <a:gd name="T23" fmla="*/ 272 h 399"/>
              <a:gd name="T24" fmla="*/ 217 w 775"/>
              <a:gd name="T25" fmla="*/ 287 h 399"/>
              <a:gd name="T26" fmla="*/ 154 w 775"/>
              <a:gd name="T27" fmla="*/ 320 h 399"/>
              <a:gd name="T28" fmla="*/ 124 w 775"/>
              <a:gd name="T29" fmla="*/ 335 h 399"/>
              <a:gd name="T30" fmla="*/ 61 w 775"/>
              <a:gd name="T31" fmla="*/ 368 h 399"/>
              <a:gd name="T32" fmla="*/ 30 w 775"/>
              <a:gd name="T33" fmla="*/ 383 h 399"/>
              <a:gd name="T34" fmla="*/ 0 w 775"/>
              <a:gd name="T35" fmla="*/ 399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75" h="399">
                <a:moveTo>
                  <a:pt x="775" y="0"/>
                </a:moveTo>
                <a:lnTo>
                  <a:pt x="712" y="32"/>
                </a:lnTo>
                <a:moveTo>
                  <a:pt x="682" y="48"/>
                </a:moveTo>
                <a:lnTo>
                  <a:pt x="619" y="80"/>
                </a:lnTo>
                <a:moveTo>
                  <a:pt x="589" y="96"/>
                </a:moveTo>
                <a:lnTo>
                  <a:pt x="526" y="128"/>
                </a:lnTo>
                <a:moveTo>
                  <a:pt x="496" y="144"/>
                </a:moveTo>
                <a:lnTo>
                  <a:pt x="433" y="176"/>
                </a:lnTo>
                <a:moveTo>
                  <a:pt x="403" y="192"/>
                </a:moveTo>
                <a:lnTo>
                  <a:pt x="340" y="224"/>
                </a:lnTo>
                <a:moveTo>
                  <a:pt x="310" y="239"/>
                </a:moveTo>
                <a:lnTo>
                  <a:pt x="247" y="272"/>
                </a:lnTo>
                <a:moveTo>
                  <a:pt x="217" y="287"/>
                </a:moveTo>
                <a:lnTo>
                  <a:pt x="154" y="320"/>
                </a:lnTo>
                <a:moveTo>
                  <a:pt x="124" y="335"/>
                </a:moveTo>
                <a:lnTo>
                  <a:pt x="61" y="368"/>
                </a:lnTo>
                <a:moveTo>
                  <a:pt x="30" y="383"/>
                </a:moveTo>
                <a:lnTo>
                  <a:pt x="0" y="39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4" name="Freeform 424">
            <a:extLst>
              <a:ext uri="{FF2B5EF4-FFF2-40B4-BE49-F238E27FC236}">
                <a16:creationId xmlns:a16="http://schemas.microsoft.com/office/drawing/2014/main" id="{B4CD6A7A-E637-612E-79ED-4F0371AA7C9D}"/>
              </a:ext>
            </a:extLst>
          </p:cNvPr>
          <p:cNvSpPr>
            <a:spLocks noEditPoints="1"/>
          </p:cNvSpPr>
          <p:nvPr/>
        </p:nvSpPr>
        <p:spPr bwMode="auto">
          <a:xfrm>
            <a:off x="1193800" y="1830388"/>
            <a:ext cx="106363" cy="4763"/>
          </a:xfrm>
          <a:custGeom>
            <a:avLst/>
            <a:gdLst>
              <a:gd name="T0" fmla="*/ 135 w 135"/>
              <a:gd name="T1" fmla="*/ 0 h 7"/>
              <a:gd name="T2" fmla="*/ 65 w 135"/>
              <a:gd name="T3" fmla="*/ 4 h 7"/>
              <a:gd name="T4" fmla="*/ 31 w 135"/>
              <a:gd name="T5" fmla="*/ 5 h 7"/>
              <a:gd name="T6" fmla="*/ 0 w 135"/>
              <a:gd name="T7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5" h="7">
                <a:moveTo>
                  <a:pt x="135" y="0"/>
                </a:moveTo>
                <a:lnTo>
                  <a:pt x="65" y="4"/>
                </a:lnTo>
                <a:moveTo>
                  <a:pt x="31" y="5"/>
                </a:moveTo>
                <a:lnTo>
                  <a:pt x="0" y="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5" name="Freeform 425">
            <a:extLst>
              <a:ext uri="{FF2B5EF4-FFF2-40B4-BE49-F238E27FC236}">
                <a16:creationId xmlns:a16="http://schemas.microsoft.com/office/drawing/2014/main" id="{9578FBC2-F96A-25F5-1917-5490A3F7C5B7}"/>
              </a:ext>
            </a:extLst>
          </p:cNvPr>
          <p:cNvSpPr>
            <a:spLocks noEditPoints="1"/>
          </p:cNvSpPr>
          <p:nvPr/>
        </p:nvSpPr>
        <p:spPr bwMode="auto">
          <a:xfrm>
            <a:off x="1193800" y="1552576"/>
            <a:ext cx="171450" cy="0"/>
          </a:xfrm>
          <a:custGeom>
            <a:avLst/>
            <a:gdLst>
              <a:gd name="T0" fmla="*/ 0 w 216"/>
              <a:gd name="T1" fmla="*/ 0 h 1"/>
              <a:gd name="T2" fmla="*/ 70 w 216"/>
              <a:gd name="T3" fmla="*/ 0 h 1"/>
              <a:gd name="T4" fmla="*/ 104 w 216"/>
              <a:gd name="T5" fmla="*/ 0 h 1"/>
              <a:gd name="T6" fmla="*/ 175 w 216"/>
              <a:gd name="T7" fmla="*/ 1 h 1"/>
              <a:gd name="T8" fmla="*/ 209 w 216"/>
              <a:gd name="T9" fmla="*/ 1 h 1"/>
              <a:gd name="T10" fmla="*/ 216 w 216"/>
              <a:gd name="T11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" h="1">
                <a:moveTo>
                  <a:pt x="0" y="0"/>
                </a:moveTo>
                <a:lnTo>
                  <a:pt x="70" y="0"/>
                </a:lnTo>
                <a:moveTo>
                  <a:pt x="104" y="0"/>
                </a:moveTo>
                <a:lnTo>
                  <a:pt x="175" y="1"/>
                </a:lnTo>
                <a:moveTo>
                  <a:pt x="209" y="1"/>
                </a:moveTo>
                <a:lnTo>
                  <a:pt x="216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6" name="Freeform 426">
            <a:extLst>
              <a:ext uri="{FF2B5EF4-FFF2-40B4-BE49-F238E27FC236}">
                <a16:creationId xmlns:a16="http://schemas.microsoft.com/office/drawing/2014/main" id="{4A10D3AA-CF90-CA5F-A427-2A4F410822C2}"/>
              </a:ext>
            </a:extLst>
          </p:cNvPr>
          <p:cNvSpPr>
            <a:spLocks noEditPoints="1"/>
          </p:cNvSpPr>
          <p:nvPr/>
        </p:nvSpPr>
        <p:spPr bwMode="auto">
          <a:xfrm>
            <a:off x="1449388" y="2214563"/>
            <a:ext cx="371475" cy="6350"/>
          </a:xfrm>
          <a:custGeom>
            <a:avLst/>
            <a:gdLst>
              <a:gd name="T0" fmla="*/ 0 w 469"/>
              <a:gd name="T1" fmla="*/ 0 h 8"/>
              <a:gd name="T2" fmla="*/ 71 w 469"/>
              <a:gd name="T3" fmla="*/ 1 h 8"/>
              <a:gd name="T4" fmla="*/ 105 w 469"/>
              <a:gd name="T5" fmla="*/ 2 h 8"/>
              <a:gd name="T6" fmla="*/ 175 w 469"/>
              <a:gd name="T7" fmla="*/ 3 h 8"/>
              <a:gd name="T8" fmla="*/ 209 w 469"/>
              <a:gd name="T9" fmla="*/ 4 h 8"/>
              <a:gd name="T10" fmla="*/ 280 w 469"/>
              <a:gd name="T11" fmla="*/ 5 h 8"/>
              <a:gd name="T12" fmla="*/ 314 w 469"/>
              <a:gd name="T13" fmla="*/ 5 h 8"/>
              <a:gd name="T14" fmla="*/ 385 w 469"/>
              <a:gd name="T15" fmla="*/ 6 h 8"/>
              <a:gd name="T16" fmla="*/ 419 w 469"/>
              <a:gd name="T17" fmla="*/ 7 h 8"/>
              <a:gd name="T18" fmla="*/ 469 w 469"/>
              <a:gd name="T1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9" h="8">
                <a:moveTo>
                  <a:pt x="0" y="0"/>
                </a:moveTo>
                <a:lnTo>
                  <a:pt x="71" y="1"/>
                </a:lnTo>
                <a:moveTo>
                  <a:pt x="105" y="2"/>
                </a:moveTo>
                <a:lnTo>
                  <a:pt x="175" y="3"/>
                </a:lnTo>
                <a:moveTo>
                  <a:pt x="209" y="4"/>
                </a:moveTo>
                <a:lnTo>
                  <a:pt x="280" y="5"/>
                </a:lnTo>
                <a:moveTo>
                  <a:pt x="314" y="5"/>
                </a:moveTo>
                <a:lnTo>
                  <a:pt x="385" y="6"/>
                </a:lnTo>
                <a:moveTo>
                  <a:pt x="419" y="7"/>
                </a:moveTo>
                <a:lnTo>
                  <a:pt x="469" y="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7" name="Freeform 427">
            <a:extLst>
              <a:ext uri="{FF2B5EF4-FFF2-40B4-BE49-F238E27FC236}">
                <a16:creationId xmlns:a16="http://schemas.microsoft.com/office/drawing/2014/main" id="{F0796A8B-6294-FD80-C84C-3A3CEA54CB99}"/>
              </a:ext>
            </a:extLst>
          </p:cNvPr>
          <p:cNvSpPr>
            <a:spLocks noEditPoints="1"/>
          </p:cNvSpPr>
          <p:nvPr/>
        </p:nvSpPr>
        <p:spPr bwMode="auto">
          <a:xfrm>
            <a:off x="492125" y="658813"/>
            <a:ext cx="442913" cy="23813"/>
          </a:xfrm>
          <a:custGeom>
            <a:avLst/>
            <a:gdLst>
              <a:gd name="T0" fmla="*/ 0 w 558"/>
              <a:gd name="T1" fmla="*/ 0 h 30"/>
              <a:gd name="T2" fmla="*/ 71 w 558"/>
              <a:gd name="T3" fmla="*/ 4 h 30"/>
              <a:gd name="T4" fmla="*/ 105 w 558"/>
              <a:gd name="T5" fmla="*/ 6 h 30"/>
              <a:gd name="T6" fmla="*/ 175 w 558"/>
              <a:gd name="T7" fmla="*/ 10 h 30"/>
              <a:gd name="T8" fmla="*/ 209 w 558"/>
              <a:gd name="T9" fmla="*/ 11 h 30"/>
              <a:gd name="T10" fmla="*/ 280 w 558"/>
              <a:gd name="T11" fmla="*/ 15 h 30"/>
              <a:gd name="T12" fmla="*/ 314 w 558"/>
              <a:gd name="T13" fmla="*/ 17 h 30"/>
              <a:gd name="T14" fmla="*/ 385 w 558"/>
              <a:gd name="T15" fmla="*/ 21 h 30"/>
              <a:gd name="T16" fmla="*/ 419 w 558"/>
              <a:gd name="T17" fmla="*/ 22 h 30"/>
              <a:gd name="T18" fmla="*/ 489 w 558"/>
              <a:gd name="T19" fmla="*/ 26 h 30"/>
              <a:gd name="T20" fmla="*/ 523 w 558"/>
              <a:gd name="T21" fmla="*/ 28 h 30"/>
              <a:gd name="T22" fmla="*/ 558 w 558"/>
              <a:gd name="T23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58" h="30">
                <a:moveTo>
                  <a:pt x="0" y="0"/>
                </a:moveTo>
                <a:lnTo>
                  <a:pt x="71" y="4"/>
                </a:lnTo>
                <a:moveTo>
                  <a:pt x="105" y="6"/>
                </a:moveTo>
                <a:lnTo>
                  <a:pt x="175" y="10"/>
                </a:lnTo>
                <a:moveTo>
                  <a:pt x="209" y="11"/>
                </a:moveTo>
                <a:lnTo>
                  <a:pt x="280" y="15"/>
                </a:lnTo>
                <a:moveTo>
                  <a:pt x="314" y="17"/>
                </a:moveTo>
                <a:lnTo>
                  <a:pt x="385" y="21"/>
                </a:lnTo>
                <a:moveTo>
                  <a:pt x="419" y="22"/>
                </a:moveTo>
                <a:lnTo>
                  <a:pt x="489" y="26"/>
                </a:lnTo>
                <a:moveTo>
                  <a:pt x="523" y="28"/>
                </a:moveTo>
                <a:lnTo>
                  <a:pt x="558" y="3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8" name="Line 428">
            <a:extLst>
              <a:ext uri="{FF2B5EF4-FFF2-40B4-BE49-F238E27FC236}">
                <a16:creationId xmlns:a16="http://schemas.microsoft.com/office/drawing/2014/main" id="{BD80134E-6F82-026D-14D6-10762821FF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4825" y="981076"/>
            <a:ext cx="46038" cy="206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9" name="Freeform 429">
            <a:extLst>
              <a:ext uri="{FF2B5EF4-FFF2-40B4-BE49-F238E27FC236}">
                <a16:creationId xmlns:a16="http://schemas.microsoft.com/office/drawing/2014/main" id="{38121B0A-A65F-F81D-4A52-577D39F0112C}"/>
              </a:ext>
            </a:extLst>
          </p:cNvPr>
          <p:cNvSpPr>
            <a:spLocks noEditPoints="1"/>
          </p:cNvSpPr>
          <p:nvPr/>
        </p:nvSpPr>
        <p:spPr bwMode="auto">
          <a:xfrm>
            <a:off x="525463" y="1295401"/>
            <a:ext cx="698500" cy="0"/>
          </a:xfrm>
          <a:custGeom>
            <a:avLst/>
            <a:gdLst>
              <a:gd name="T0" fmla="*/ 880 w 880"/>
              <a:gd name="T1" fmla="*/ 0 h 1"/>
              <a:gd name="T2" fmla="*/ 809 w 880"/>
              <a:gd name="T3" fmla="*/ 0 h 1"/>
              <a:gd name="T4" fmla="*/ 775 w 880"/>
              <a:gd name="T5" fmla="*/ 0 h 1"/>
              <a:gd name="T6" fmla="*/ 704 w 880"/>
              <a:gd name="T7" fmla="*/ 0 h 1"/>
              <a:gd name="T8" fmla="*/ 670 w 880"/>
              <a:gd name="T9" fmla="*/ 0 h 1"/>
              <a:gd name="T10" fmla="*/ 599 w 880"/>
              <a:gd name="T11" fmla="*/ 0 h 1"/>
              <a:gd name="T12" fmla="*/ 565 w 880"/>
              <a:gd name="T13" fmla="*/ 0 h 1"/>
              <a:gd name="T14" fmla="*/ 495 w 880"/>
              <a:gd name="T15" fmla="*/ 0 h 1"/>
              <a:gd name="T16" fmla="*/ 461 w 880"/>
              <a:gd name="T17" fmla="*/ 0 h 1"/>
              <a:gd name="T18" fmla="*/ 390 w 880"/>
              <a:gd name="T19" fmla="*/ 0 h 1"/>
              <a:gd name="T20" fmla="*/ 356 w 880"/>
              <a:gd name="T21" fmla="*/ 0 h 1"/>
              <a:gd name="T22" fmla="*/ 285 w 880"/>
              <a:gd name="T23" fmla="*/ 0 h 1"/>
              <a:gd name="T24" fmla="*/ 251 w 880"/>
              <a:gd name="T25" fmla="*/ 0 h 1"/>
              <a:gd name="T26" fmla="*/ 181 w 880"/>
              <a:gd name="T27" fmla="*/ 1 h 1"/>
              <a:gd name="T28" fmla="*/ 147 w 880"/>
              <a:gd name="T29" fmla="*/ 1 h 1"/>
              <a:gd name="T30" fmla="*/ 76 w 880"/>
              <a:gd name="T31" fmla="*/ 1 h 1"/>
              <a:gd name="T32" fmla="*/ 42 w 880"/>
              <a:gd name="T33" fmla="*/ 1 h 1"/>
              <a:gd name="T34" fmla="*/ 0 w 880"/>
              <a:gd name="T3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80" h="1">
                <a:moveTo>
                  <a:pt x="880" y="0"/>
                </a:moveTo>
                <a:lnTo>
                  <a:pt x="809" y="0"/>
                </a:lnTo>
                <a:moveTo>
                  <a:pt x="775" y="0"/>
                </a:moveTo>
                <a:lnTo>
                  <a:pt x="704" y="0"/>
                </a:lnTo>
                <a:moveTo>
                  <a:pt x="670" y="0"/>
                </a:moveTo>
                <a:lnTo>
                  <a:pt x="599" y="0"/>
                </a:lnTo>
                <a:moveTo>
                  <a:pt x="565" y="0"/>
                </a:moveTo>
                <a:lnTo>
                  <a:pt x="495" y="0"/>
                </a:lnTo>
                <a:moveTo>
                  <a:pt x="461" y="0"/>
                </a:moveTo>
                <a:lnTo>
                  <a:pt x="390" y="0"/>
                </a:lnTo>
                <a:moveTo>
                  <a:pt x="356" y="0"/>
                </a:moveTo>
                <a:lnTo>
                  <a:pt x="285" y="0"/>
                </a:lnTo>
                <a:moveTo>
                  <a:pt x="251" y="0"/>
                </a:moveTo>
                <a:lnTo>
                  <a:pt x="181" y="1"/>
                </a:lnTo>
                <a:moveTo>
                  <a:pt x="147" y="1"/>
                </a:moveTo>
                <a:lnTo>
                  <a:pt x="76" y="1"/>
                </a:lnTo>
                <a:moveTo>
                  <a:pt x="42" y="1"/>
                </a:moveTo>
                <a:lnTo>
                  <a:pt x="0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0" name="Freeform 430">
            <a:extLst>
              <a:ext uri="{FF2B5EF4-FFF2-40B4-BE49-F238E27FC236}">
                <a16:creationId xmlns:a16="http://schemas.microsoft.com/office/drawing/2014/main" id="{A50651AB-5C72-93D0-C13C-CEF510A81A98}"/>
              </a:ext>
            </a:extLst>
          </p:cNvPr>
          <p:cNvSpPr>
            <a:spLocks noEditPoints="1"/>
          </p:cNvSpPr>
          <p:nvPr/>
        </p:nvSpPr>
        <p:spPr bwMode="auto">
          <a:xfrm>
            <a:off x="1117600" y="3181351"/>
            <a:ext cx="276225" cy="7938"/>
          </a:xfrm>
          <a:custGeom>
            <a:avLst/>
            <a:gdLst>
              <a:gd name="T0" fmla="*/ 0 w 347"/>
              <a:gd name="T1" fmla="*/ 0 h 11"/>
              <a:gd name="T2" fmla="*/ 70 w 347"/>
              <a:gd name="T3" fmla="*/ 2 h 11"/>
              <a:gd name="T4" fmla="*/ 104 w 347"/>
              <a:gd name="T5" fmla="*/ 3 h 11"/>
              <a:gd name="T6" fmla="*/ 175 w 347"/>
              <a:gd name="T7" fmla="*/ 5 h 11"/>
              <a:gd name="T8" fmla="*/ 209 w 347"/>
              <a:gd name="T9" fmla="*/ 6 h 11"/>
              <a:gd name="T10" fmla="*/ 280 w 347"/>
              <a:gd name="T11" fmla="*/ 8 h 11"/>
              <a:gd name="T12" fmla="*/ 314 w 347"/>
              <a:gd name="T13" fmla="*/ 9 h 11"/>
              <a:gd name="T14" fmla="*/ 347 w 347"/>
              <a:gd name="T1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7" h="11">
                <a:moveTo>
                  <a:pt x="0" y="0"/>
                </a:moveTo>
                <a:lnTo>
                  <a:pt x="70" y="2"/>
                </a:lnTo>
                <a:moveTo>
                  <a:pt x="104" y="3"/>
                </a:moveTo>
                <a:lnTo>
                  <a:pt x="175" y="5"/>
                </a:lnTo>
                <a:moveTo>
                  <a:pt x="209" y="6"/>
                </a:moveTo>
                <a:lnTo>
                  <a:pt x="280" y="8"/>
                </a:lnTo>
                <a:moveTo>
                  <a:pt x="314" y="9"/>
                </a:moveTo>
                <a:lnTo>
                  <a:pt x="347" y="1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1" name="Freeform 431">
            <a:extLst>
              <a:ext uri="{FF2B5EF4-FFF2-40B4-BE49-F238E27FC236}">
                <a16:creationId xmlns:a16="http://schemas.microsoft.com/office/drawing/2014/main" id="{6DACDA4D-6ADB-5782-FAC6-A42CEC777183}"/>
              </a:ext>
            </a:extLst>
          </p:cNvPr>
          <p:cNvSpPr>
            <a:spLocks noEditPoints="1"/>
          </p:cNvSpPr>
          <p:nvPr/>
        </p:nvSpPr>
        <p:spPr bwMode="auto">
          <a:xfrm>
            <a:off x="1417638" y="2166938"/>
            <a:ext cx="182563" cy="0"/>
          </a:xfrm>
          <a:custGeom>
            <a:avLst/>
            <a:gdLst>
              <a:gd name="T0" fmla="*/ 0 w 230"/>
              <a:gd name="T1" fmla="*/ 0 h 1"/>
              <a:gd name="T2" fmla="*/ 71 w 230"/>
              <a:gd name="T3" fmla="*/ 0 h 1"/>
              <a:gd name="T4" fmla="*/ 105 w 230"/>
              <a:gd name="T5" fmla="*/ 1 h 1"/>
              <a:gd name="T6" fmla="*/ 176 w 230"/>
              <a:gd name="T7" fmla="*/ 1 h 1"/>
              <a:gd name="T8" fmla="*/ 210 w 230"/>
              <a:gd name="T9" fmla="*/ 1 h 1"/>
              <a:gd name="T10" fmla="*/ 230 w 230"/>
              <a:gd name="T11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" h="1">
                <a:moveTo>
                  <a:pt x="0" y="0"/>
                </a:moveTo>
                <a:lnTo>
                  <a:pt x="71" y="0"/>
                </a:lnTo>
                <a:moveTo>
                  <a:pt x="105" y="1"/>
                </a:moveTo>
                <a:lnTo>
                  <a:pt x="176" y="1"/>
                </a:lnTo>
                <a:moveTo>
                  <a:pt x="210" y="1"/>
                </a:moveTo>
                <a:lnTo>
                  <a:pt x="230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2" name="Freeform 432">
            <a:extLst>
              <a:ext uri="{FF2B5EF4-FFF2-40B4-BE49-F238E27FC236}">
                <a16:creationId xmlns:a16="http://schemas.microsoft.com/office/drawing/2014/main" id="{EA24952A-4911-4664-22B7-1743770229AC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846138"/>
            <a:ext cx="217488" cy="7938"/>
          </a:xfrm>
          <a:custGeom>
            <a:avLst/>
            <a:gdLst>
              <a:gd name="T0" fmla="*/ 275 w 275"/>
              <a:gd name="T1" fmla="*/ 0 h 11"/>
              <a:gd name="T2" fmla="*/ 204 w 275"/>
              <a:gd name="T3" fmla="*/ 3 h 11"/>
              <a:gd name="T4" fmla="*/ 170 w 275"/>
              <a:gd name="T5" fmla="*/ 4 h 11"/>
              <a:gd name="T6" fmla="*/ 100 w 275"/>
              <a:gd name="T7" fmla="*/ 7 h 11"/>
              <a:gd name="T8" fmla="*/ 66 w 275"/>
              <a:gd name="T9" fmla="*/ 8 h 11"/>
              <a:gd name="T10" fmla="*/ 0 w 275"/>
              <a:gd name="T11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" h="11">
                <a:moveTo>
                  <a:pt x="275" y="0"/>
                </a:moveTo>
                <a:lnTo>
                  <a:pt x="204" y="3"/>
                </a:lnTo>
                <a:moveTo>
                  <a:pt x="170" y="4"/>
                </a:moveTo>
                <a:lnTo>
                  <a:pt x="100" y="7"/>
                </a:lnTo>
                <a:moveTo>
                  <a:pt x="66" y="8"/>
                </a:moveTo>
                <a:lnTo>
                  <a:pt x="0" y="1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3" name="Line 433">
            <a:extLst>
              <a:ext uri="{FF2B5EF4-FFF2-40B4-BE49-F238E27FC236}">
                <a16:creationId xmlns:a16="http://schemas.microsoft.com/office/drawing/2014/main" id="{8B0A17F4-F988-6126-98DB-95F21797EA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2763" y="1957388"/>
            <a:ext cx="38100" cy="158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4" name="Freeform 434">
            <a:extLst>
              <a:ext uri="{FF2B5EF4-FFF2-40B4-BE49-F238E27FC236}">
                <a16:creationId xmlns:a16="http://schemas.microsoft.com/office/drawing/2014/main" id="{39F23273-1646-CA3A-36FC-9B616B7A5E14}"/>
              </a:ext>
            </a:extLst>
          </p:cNvPr>
          <p:cNvSpPr>
            <a:spLocks noEditPoints="1"/>
          </p:cNvSpPr>
          <p:nvPr/>
        </p:nvSpPr>
        <p:spPr bwMode="auto">
          <a:xfrm>
            <a:off x="579438" y="3033713"/>
            <a:ext cx="425450" cy="123825"/>
          </a:xfrm>
          <a:custGeom>
            <a:avLst/>
            <a:gdLst>
              <a:gd name="T0" fmla="*/ 537 w 537"/>
              <a:gd name="T1" fmla="*/ 0 h 157"/>
              <a:gd name="T2" fmla="*/ 469 w 537"/>
              <a:gd name="T3" fmla="*/ 20 h 157"/>
              <a:gd name="T4" fmla="*/ 436 w 537"/>
              <a:gd name="T5" fmla="*/ 30 h 157"/>
              <a:gd name="T6" fmla="*/ 368 w 537"/>
              <a:gd name="T7" fmla="*/ 49 h 157"/>
              <a:gd name="T8" fmla="*/ 335 w 537"/>
              <a:gd name="T9" fmla="*/ 59 h 157"/>
              <a:gd name="T10" fmla="*/ 268 w 537"/>
              <a:gd name="T11" fmla="*/ 79 h 157"/>
              <a:gd name="T12" fmla="*/ 235 w 537"/>
              <a:gd name="T13" fmla="*/ 88 h 157"/>
              <a:gd name="T14" fmla="*/ 167 w 537"/>
              <a:gd name="T15" fmla="*/ 108 h 157"/>
              <a:gd name="T16" fmla="*/ 134 w 537"/>
              <a:gd name="T17" fmla="*/ 118 h 157"/>
              <a:gd name="T18" fmla="*/ 67 w 537"/>
              <a:gd name="T19" fmla="*/ 137 h 157"/>
              <a:gd name="T20" fmla="*/ 34 w 537"/>
              <a:gd name="T21" fmla="*/ 147 h 157"/>
              <a:gd name="T22" fmla="*/ 0 w 537"/>
              <a:gd name="T23" fmla="*/ 157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37" h="157">
                <a:moveTo>
                  <a:pt x="537" y="0"/>
                </a:moveTo>
                <a:lnTo>
                  <a:pt x="469" y="20"/>
                </a:lnTo>
                <a:moveTo>
                  <a:pt x="436" y="30"/>
                </a:moveTo>
                <a:lnTo>
                  <a:pt x="368" y="49"/>
                </a:lnTo>
                <a:moveTo>
                  <a:pt x="335" y="59"/>
                </a:moveTo>
                <a:lnTo>
                  <a:pt x="268" y="79"/>
                </a:lnTo>
                <a:moveTo>
                  <a:pt x="235" y="88"/>
                </a:moveTo>
                <a:lnTo>
                  <a:pt x="167" y="108"/>
                </a:lnTo>
                <a:moveTo>
                  <a:pt x="134" y="118"/>
                </a:moveTo>
                <a:lnTo>
                  <a:pt x="67" y="137"/>
                </a:lnTo>
                <a:moveTo>
                  <a:pt x="34" y="147"/>
                </a:moveTo>
                <a:lnTo>
                  <a:pt x="0" y="15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5" name="Freeform 435">
            <a:extLst>
              <a:ext uri="{FF2B5EF4-FFF2-40B4-BE49-F238E27FC236}">
                <a16:creationId xmlns:a16="http://schemas.microsoft.com/office/drawing/2014/main" id="{74CC15FF-9328-D0A0-A7C4-F9E8EA5F838B}"/>
              </a:ext>
            </a:extLst>
          </p:cNvPr>
          <p:cNvSpPr>
            <a:spLocks noEditPoints="1"/>
          </p:cNvSpPr>
          <p:nvPr/>
        </p:nvSpPr>
        <p:spPr bwMode="auto">
          <a:xfrm>
            <a:off x="852488" y="1984376"/>
            <a:ext cx="225425" cy="130175"/>
          </a:xfrm>
          <a:custGeom>
            <a:avLst/>
            <a:gdLst>
              <a:gd name="T0" fmla="*/ 284 w 284"/>
              <a:gd name="T1" fmla="*/ 0 h 164"/>
              <a:gd name="T2" fmla="*/ 223 w 284"/>
              <a:gd name="T3" fmla="*/ 36 h 164"/>
              <a:gd name="T4" fmla="*/ 194 w 284"/>
              <a:gd name="T5" fmla="*/ 53 h 164"/>
              <a:gd name="T6" fmla="*/ 132 w 284"/>
              <a:gd name="T7" fmla="*/ 88 h 164"/>
              <a:gd name="T8" fmla="*/ 103 w 284"/>
              <a:gd name="T9" fmla="*/ 105 h 164"/>
              <a:gd name="T10" fmla="*/ 42 w 284"/>
              <a:gd name="T11" fmla="*/ 140 h 164"/>
              <a:gd name="T12" fmla="*/ 12 w 284"/>
              <a:gd name="T13" fmla="*/ 157 h 164"/>
              <a:gd name="T14" fmla="*/ 0 w 284"/>
              <a:gd name="T15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4" h="164">
                <a:moveTo>
                  <a:pt x="284" y="0"/>
                </a:moveTo>
                <a:lnTo>
                  <a:pt x="223" y="36"/>
                </a:lnTo>
                <a:moveTo>
                  <a:pt x="194" y="53"/>
                </a:moveTo>
                <a:lnTo>
                  <a:pt x="132" y="88"/>
                </a:lnTo>
                <a:moveTo>
                  <a:pt x="103" y="105"/>
                </a:moveTo>
                <a:lnTo>
                  <a:pt x="42" y="140"/>
                </a:lnTo>
                <a:moveTo>
                  <a:pt x="12" y="157"/>
                </a:moveTo>
                <a:lnTo>
                  <a:pt x="0" y="16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6" name="Freeform 436">
            <a:extLst>
              <a:ext uri="{FF2B5EF4-FFF2-40B4-BE49-F238E27FC236}">
                <a16:creationId xmlns:a16="http://schemas.microsoft.com/office/drawing/2014/main" id="{EF7948DD-2B53-85AC-DF53-02353E6EF757}"/>
              </a:ext>
            </a:extLst>
          </p:cNvPr>
          <p:cNvSpPr>
            <a:spLocks noEditPoints="1"/>
          </p:cNvSpPr>
          <p:nvPr/>
        </p:nvSpPr>
        <p:spPr bwMode="auto">
          <a:xfrm>
            <a:off x="119063" y="1460501"/>
            <a:ext cx="185738" cy="122238"/>
          </a:xfrm>
          <a:custGeom>
            <a:avLst/>
            <a:gdLst>
              <a:gd name="T0" fmla="*/ 233 w 233"/>
              <a:gd name="T1" fmla="*/ 0 h 154"/>
              <a:gd name="T2" fmla="*/ 174 w 233"/>
              <a:gd name="T3" fmla="*/ 39 h 154"/>
              <a:gd name="T4" fmla="*/ 146 w 233"/>
              <a:gd name="T5" fmla="*/ 57 h 154"/>
              <a:gd name="T6" fmla="*/ 87 w 233"/>
              <a:gd name="T7" fmla="*/ 96 h 154"/>
              <a:gd name="T8" fmla="*/ 59 w 233"/>
              <a:gd name="T9" fmla="*/ 115 h 154"/>
              <a:gd name="T10" fmla="*/ 0 w 233"/>
              <a:gd name="T11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3" h="154">
                <a:moveTo>
                  <a:pt x="233" y="0"/>
                </a:moveTo>
                <a:lnTo>
                  <a:pt x="174" y="39"/>
                </a:lnTo>
                <a:moveTo>
                  <a:pt x="146" y="57"/>
                </a:moveTo>
                <a:lnTo>
                  <a:pt x="87" y="96"/>
                </a:lnTo>
                <a:moveTo>
                  <a:pt x="59" y="115"/>
                </a:moveTo>
                <a:lnTo>
                  <a:pt x="0" y="1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7" name="Freeform 437">
            <a:extLst>
              <a:ext uri="{FF2B5EF4-FFF2-40B4-BE49-F238E27FC236}">
                <a16:creationId xmlns:a16="http://schemas.microsoft.com/office/drawing/2014/main" id="{34ECA806-A786-F7D8-338B-CFBD93422C01}"/>
              </a:ext>
            </a:extLst>
          </p:cNvPr>
          <p:cNvSpPr>
            <a:spLocks noEditPoints="1"/>
          </p:cNvSpPr>
          <p:nvPr/>
        </p:nvSpPr>
        <p:spPr bwMode="auto">
          <a:xfrm>
            <a:off x="1182688" y="2219326"/>
            <a:ext cx="439738" cy="58738"/>
          </a:xfrm>
          <a:custGeom>
            <a:avLst/>
            <a:gdLst>
              <a:gd name="T0" fmla="*/ 0 w 554"/>
              <a:gd name="T1" fmla="*/ 0 h 73"/>
              <a:gd name="T2" fmla="*/ 70 w 554"/>
              <a:gd name="T3" fmla="*/ 9 h 73"/>
              <a:gd name="T4" fmla="*/ 104 w 554"/>
              <a:gd name="T5" fmla="*/ 13 h 73"/>
              <a:gd name="T6" fmla="*/ 174 w 554"/>
              <a:gd name="T7" fmla="*/ 23 h 73"/>
              <a:gd name="T8" fmla="*/ 208 w 554"/>
              <a:gd name="T9" fmla="*/ 27 h 73"/>
              <a:gd name="T10" fmla="*/ 278 w 554"/>
              <a:gd name="T11" fmla="*/ 37 h 73"/>
              <a:gd name="T12" fmla="*/ 312 w 554"/>
              <a:gd name="T13" fmla="*/ 41 h 73"/>
              <a:gd name="T14" fmla="*/ 382 w 554"/>
              <a:gd name="T15" fmla="*/ 50 h 73"/>
              <a:gd name="T16" fmla="*/ 416 w 554"/>
              <a:gd name="T17" fmla="*/ 55 h 73"/>
              <a:gd name="T18" fmla="*/ 486 w 554"/>
              <a:gd name="T19" fmla="*/ 64 h 73"/>
              <a:gd name="T20" fmla="*/ 519 w 554"/>
              <a:gd name="T21" fmla="*/ 69 h 73"/>
              <a:gd name="T22" fmla="*/ 554 w 554"/>
              <a:gd name="T23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54" h="73">
                <a:moveTo>
                  <a:pt x="0" y="0"/>
                </a:moveTo>
                <a:lnTo>
                  <a:pt x="70" y="9"/>
                </a:lnTo>
                <a:moveTo>
                  <a:pt x="104" y="13"/>
                </a:moveTo>
                <a:lnTo>
                  <a:pt x="174" y="23"/>
                </a:lnTo>
                <a:moveTo>
                  <a:pt x="208" y="27"/>
                </a:moveTo>
                <a:lnTo>
                  <a:pt x="278" y="37"/>
                </a:lnTo>
                <a:moveTo>
                  <a:pt x="312" y="41"/>
                </a:moveTo>
                <a:lnTo>
                  <a:pt x="382" y="50"/>
                </a:lnTo>
                <a:moveTo>
                  <a:pt x="416" y="55"/>
                </a:moveTo>
                <a:lnTo>
                  <a:pt x="486" y="64"/>
                </a:lnTo>
                <a:moveTo>
                  <a:pt x="519" y="69"/>
                </a:moveTo>
                <a:lnTo>
                  <a:pt x="554" y="7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8" name="Freeform 438">
            <a:extLst>
              <a:ext uri="{FF2B5EF4-FFF2-40B4-BE49-F238E27FC236}">
                <a16:creationId xmlns:a16="http://schemas.microsoft.com/office/drawing/2014/main" id="{7F2F71E1-2851-89EF-FD3E-B0644F06585A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2819401"/>
            <a:ext cx="88900" cy="3175"/>
          </a:xfrm>
          <a:custGeom>
            <a:avLst/>
            <a:gdLst>
              <a:gd name="T0" fmla="*/ 112 w 112"/>
              <a:gd name="T1" fmla="*/ 0 h 4"/>
              <a:gd name="T2" fmla="*/ 41 w 112"/>
              <a:gd name="T3" fmla="*/ 3 h 4"/>
              <a:gd name="T4" fmla="*/ 7 w 112"/>
              <a:gd name="T5" fmla="*/ 4 h 4"/>
              <a:gd name="T6" fmla="*/ 0 w 11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4">
                <a:moveTo>
                  <a:pt x="112" y="0"/>
                </a:moveTo>
                <a:lnTo>
                  <a:pt x="41" y="3"/>
                </a:lnTo>
                <a:moveTo>
                  <a:pt x="7" y="4"/>
                </a:moveTo>
                <a:lnTo>
                  <a:pt x="0" y="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9" name="Freeform 439">
            <a:extLst>
              <a:ext uri="{FF2B5EF4-FFF2-40B4-BE49-F238E27FC236}">
                <a16:creationId xmlns:a16="http://schemas.microsoft.com/office/drawing/2014/main" id="{C937BB9B-7439-3605-3924-684B2606E34A}"/>
              </a:ext>
            </a:extLst>
          </p:cNvPr>
          <p:cNvSpPr>
            <a:spLocks noEditPoints="1"/>
          </p:cNvSpPr>
          <p:nvPr/>
        </p:nvSpPr>
        <p:spPr bwMode="auto">
          <a:xfrm>
            <a:off x="455613" y="2208213"/>
            <a:ext cx="276225" cy="1588"/>
          </a:xfrm>
          <a:custGeom>
            <a:avLst/>
            <a:gdLst>
              <a:gd name="T0" fmla="*/ 0 w 348"/>
              <a:gd name="T1" fmla="*/ 0 h 2"/>
              <a:gd name="T2" fmla="*/ 70 w 348"/>
              <a:gd name="T3" fmla="*/ 1 h 2"/>
              <a:gd name="T4" fmla="*/ 104 w 348"/>
              <a:gd name="T5" fmla="*/ 1 h 2"/>
              <a:gd name="T6" fmla="*/ 175 w 348"/>
              <a:gd name="T7" fmla="*/ 1 h 2"/>
              <a:gd name="T8" fmla="*/ 209 w 348"/>
              <a:gd name="T9" fmla="*/ 1 h 2"/>
              <a:gd name="T10" fmla="*/ 280 w 348"/>
              <a:gd name="T11" fmla="*/ 1 h 2"/>
              <a:gd name="T12" fmla="*/ 314 w 348"/>
              <a:gd name="T13" fmla="*/ 1 h 2"/>
              <a:gd name="T14" fmla="*/ 348 w 348"/>
              <a:gd name="T1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8" h="2">
                <a:moveTo>
                  <a:pt x="0" y="0"/>
                </a:moveTo>
                <a:lnTo>
                  <a:pt x="70" y="1"/>
                </a:lnTo>
                <a:moveTo>
                  <a:pt x="104" y="1"/>
                </a:moveTo>
                <a:lnTo>
                  <a:pt x="175" y="1"/>
                </a:lnTo>
                <a:moveTo>
                  <a:pt x="209" y="1"/>
                </a:moveTo>
                <a:lnTo>
                  <a:pt x="280" y="1"/>
                </a:lnTo>
                <a:moveTo>
                  <a:pt x="314" y="1"/>
                </a:moveTo>
                <a:lnTo>
                  <a:pt x="348" y="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0" name="Freeform 440">
            <a:extLst>
              <a:ext uri="{FF2B5EF4-FFF2-40B4-BE49-F238E27FC236}">
                <a16:creationId xmlns:a16="http://schemas.microsoft.com/office/drawing/2014/main" id="{B3874F4D-EFF4-AA5E-3420-7D46B50D948D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820738"/>
            <a:ext cx="371475" cy="0"/>
          </a:xfrm>
          <a:custGeom>
            <a:avLst/>
            <a:gdLst>
              <a:gd name="T0" fmla="*/ 469 w 469"/>
              <a:gd name="T1" fmla="*/ 0 h 1"/>
              <a:gd name="T2" fmla="*/ 398 w 469"/>
              <a:gd name="T3" fmla="*/ 1 h 1"/>
              <a:gd name="T4" fmla="*/ 364 w 469"/>
              <a:gd name="T5" fmla="*/ 1 h 1"/>
              <a:gd name="T6" fmla="*/ 293 w 469"/>
              <a:gd name="T7" fmla="*/ 1 h 1"/>
              <a:gd name="T8" fmla="*/ 259 w 469"/>
              <a:gd name="T9" fmla="*/ 1 h 1"/>
              <a:gd name="T10" fmla="*/ 189 w 469"/>
              <a:gd name="T11" fmla="*/ 1 h 1"/>
              <a:gd name="T12" fmla="*/ 155 w 469"/>
              <a:gd name="T13" fmla="*/ 1 h 1"/>
              <a:gd name="T14" fmla="*/ 84 w 469"/>
              <a:gd name="T15" fmla="*/ 1 h 1"/>
              <a:gd name="T16" fmla="*/ 50 w 469"/>
              <a:gd name="T17" fmla="*/ 1 h 1"/>
              <a:gd name="T18" fmla="*/ 0 w 469"/>
              <a:gd name="T1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9" h="1">
                <a:moveTo>
                  <a:pt x="469" y="0"/>
                </a:moveTo>
                <a:lnTo>
                  <a:pt x="398" y="1"/>
                </a:lnTo>
                <a:moveTo>
                  <a:pt x="364" y="1"/>
                </a:moveTo>
                <a:lnTo>
                  <a:pt x="293" y="1"/>
                </a:lnTo>
                <a:moveTo>
                  <a:pt x="259" y="1"/>
                </a:moveTo>
                <a:lnTo>
                  <a:pt x="189" y="1"/>
                </a:lnTo>
                <a:moveTo>
                  <a:pt x="155" y="1"/>
                </a:moveTo>
                <a:lnTo>
                  <a:pt x="84" y="1"/>
                </a:lnTo>
                <a:moveTo>
                  <a:pt x="50" y="1"/>
                </a:moveTo>
                <a:lnTo>
                  <a:pt x="0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1" name="Freeform 441">
            <a:extLst>
              <a:ext uri="{FF2B5EF4-FFF2-40B4-BE49-F238E27FC236}">
                <a16:creationId xmlns:a16="http://schemas.microsoft.com/office/drawing/2014/main" id="{E725844F-7A43-0F9D-42AF-3C7F104370A9}"/>
              </a:ext>
            </a:extLst>
          </p:cNvPr>
          <p:cNvSpPr>
            <a:spLocks noEditPoints="1"/>
          </p:cNvSpPr>
          <p:nvPr/>
        </p:nvSpPr>
        <p:spPr bwMode="auto">
          <a:xfrm>
            <a:off x="922338" y="355601"/>
            <a:ext cx="388938" cy="6350"/>
          </a:xfrm>
          <a:custGeom>
            <a:avLst/>
            <a:gdLst>
              <a:gd name="T0" fmla="*/ 489 w 489"/>
              <a:gd name="T1" fmla="*/ 0 h 8"/>
              <a:gd name="T2" fmla="*/ 418 w 489"/>
              <a:gd name="T3" fmla="*/ 1 h 8"/>
              <a:gd name="T4" fmla="*/ 384 w 489"/>
              <a:gd name="T5" fmla="*/ 2 h 8"/>
              <a:gd name="T6" fmla="*/ 314 w 489"/>
              <a:gd name="T7" fmla="*/ 3 h 8"/>
              <a:gd name="T8" fmla="*/ 280 w 489"/>
              <a:gd name="T9" fmla="*/ 3 h 8"/>
              <a:gd name="T10" fmla="*/ 209 w 489"/>
              <a:gd name="T11" fmla="*/ 4 h 8"/>
              <a:gd name="T12" fmla="*/ 175 w 489"/>
              <a:gd name="T13" fmla="*/ 5 h 8"/>
              <a:gd name="T14" fmla="*/ 104 w 489"/>
              <a:gd name="T15" fmla="*/ 6 h 8"/>
              <a:gd name="T16" fmla="*/ 70 w 489"/>
              <a:gd name="T17" fmla="*/ 7 h 8"/>
              <a:gd name="T18" fmla="*/ 0 w 489"/>
              <a:gd name="T1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9" h="8">
                <a:moveTo>
                  <a:pt x="489" y="0"/>
                </a:moveTo>
                <a:lnTo>
                  <a:pt x="418" y="1"/>
                </a:lnTo>
                <a:moveTo>
                  <a:pt x="384" y="2"/>
                </a:moveTo>
                <a:lnTo>
                  <a:pt x="314" y="3"/>
                </a:lnTo>
                <a:moveTo>
                  <a:pt x="280" y="3"/>
                </a:moveTo>
                <a:lnTo>
                  <a:pt x="209" y="4"/>
                </a:lnTo>
                <a:moveTo>
                  <a:pt x="175" y="5"/>
                </a:moveTo>
                <a:lnTo>
                  <a:pt x="104" y="6"/>
                </a:lnTo>
                <a:moveTo>
                  <a:pt x="70" y="7"/>
                </a:moveTo>
                <a:lnTo>
                  <a:pt x="0" y="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2" name="Freeform 442">
            <a:extLst>
              <a:ext uri="{FF2B5EF4-FFF2-40B4-BE49-F238E27FC236}">
                <a16:creationId xmlns:a16="http://schemas.microsoft.com/office/drawing/2014/main" id="{4B64B76B-B1EB-D892-0835-5E92E62C8D5E}"/>
              </a:ext>
            </a:extLst>
          </p:cNvPr>
          <p:cNvSpPr>
            <a:spLocks noEditPoints="1"/>
          </p:cNvSpPr>
          <p:nvPr/>
        </p:nvSpPr>
        <p:spPr bwMode="auto">
          <a:xfrm>
            <a:off x="1101725" y="1017588"/>
            <a:ext cx="595313" cy="22225"/>
          </a:xfrm>
          <a:custGeom>
            <a:avLst/>
            <a:gdLst>
              <a:gd name="T0" fmla="*/ 0 w 750"/>
              <a:gd name="T1" fmla="*/ 0 h 29"/>
              <a:gd name="T2" fmla="*/ 71 w 750"/>
              <a:gd name="T3" fmla="*/ 2 h 29"/>
              <a:gd name="T4" fmla="*/ 105 w 750"/>
              <a:gd name="T5" fmla="*/ 4 h 29"/>
              <a:gd name="T6" fmla="*/ 175 w 750"/>
              <a:gd name="T7" fmla="*/ 6 h 29"/>
              <a:gd name="T8" fmla="*/ 209 w 750"/>
              <a:gd name="T9" fmla="*/ 8 h 29"/>
              <a:gd name="T10" fmla="*/ 280 w 750"/>
              <a:gd name="T11" fmla="*/ 10 h 29"/>
              <a:gd name="T12" fmla="*/ 314 w 750"/>
              <a:gd name="T13" fmla="*/ 12 h 29"/>
              <a:gd name="T14" fmla="*/ 385 w 750"/>
              <a:gd name="T15" fmla="*/ 15 h 29"/>
              <a:gd name="T16" fmla="*/ 419 w 750"/>
              <a:gd name="T17" fmla="*/ 16 h 29"/>
              <a:gd name="T18" fmla="*/ 489 w 750"/>
              <a:gd name="T19" fmla="*/ 19 h 29"/>
              <a:gd name="T20" fmla="*/ 523 w 750"/>
              <a:gd name="T21" fmla="*/ 20 h 29"/>
              <a:gd name="T22" fmla="*/ 594 w 750"/>
              <a:gd name="T23" fmla="*/ 23 h 29"/>
              <a:gd name="T24" fmla="*/ 628 w 750"/>
              <a:gd name="T25" fmla="*/ 24 h 29"/>
              <a:gd name="T26" fmla="*/ 699 w 750"/>
              <a:gd name="T27" fmla="*/ 27 h 29"/>
              <a:gd name="T28" fmla="*/ 733 w 750"/>
              <a:gd name="T29" fmla="*/ 28 h 29"/>
              <a:gd name="T30" fmla="*/ 750 w 750"/>
              <a:gd name="T3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50" h="29">
                <a:moveTo>
                  <a:pt x="0" y="0"/>
                </a:moveTo>
                <a:lnTo>
                  <a:pt x="71" y="2"/>
                </a:lnTo>
                <a:moveTo>
                  <a:pt x="105" y="4"/>
                </a:moveTo>
                <a:lnTo>
                  <a:pt x="175" y="6"/>
                </a:lnTo>
                <a:moveTo>
                  <a:pt x="209" y="8"/>
                </a:moveTo>
                <a:lnTo>
                  <a:pt x="280" y="10"/>
                </a:lnTo>
                <a:moveTo>
                  <a:pt x="314" y="12"/>
                </a:moveTo>
                <a:lnTo>
                  <a:pt x="385" y="15"/>
                </a:lnTo>
                <a:moveTo>
                  <a:pt x="419" y="16"/>
                </a:moveTo>
                <a:lnTo>
                  <a:pt x="489" y="19"/>
                </a:lnTo>
                <a:moveTo>
                  <a:pt x="523" y="20"/>
                </a:moveTo>
                <a:lnTo>
                  <a:pt x="594" y="23"/>
                </a:lnTo>
                <a:moveTo>
                  <a:pt x="628" y="24"/>
                </a:moveTo>
                <a:lnTo>
                  <a:pt x="699" y="27"/>
                </a:lnTo>
                <a:moveTo>
                  <a:pt x="733" y="28"/>
                </a:moveTo>
                <a:lnTo>
                  <a:pt x="750" y="2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3" name="Freeform 443">
            <a:extLst>
              <a:ext uri="{FF2B5EF4-FFF2-40B4-BE49-F238E27FC236}">
                <a16:creationId xmlns:a16="http://schemas.microsoft.com/office/drawing/2014/main" id="{4C60FDB2-CB72-1CE0-79C6-BC81B47F7574}"/>
              </a:ext>
            </a:extLst>
          </p:cNvPr>
          <p:cNvSpPr>
            <a:spLocks noEditPoints="1"/>
          </p:cNvSpPr>
          <p:nvPr/>
        </p:nvSpPr>
        <p:spPr bwMode="auto">
          <a:xfrm>
            <a:off x="133350" y="2843213"/>
            <a:ext cx="214313" cy="61913"/>
          </a:xfrm>
          <a:custGeom>
            <a:avLst/>
            <a:gdLst>
              <a:gd name="T0" fmla="*/ 269 w 269"/>
              <a:gd name="T1" fmla="*/ 0 h 78"/>
              <a:gd name="T2" fmla="*/ 201 w 269"/>
              <a:gd name="T3" fmla="*/ 20 h 78"/>
              <a:gd name="T4" fmla="*/ 169 w 269"/>
              <a:gd name="T5" fmla="*/ 29 h 78"/>
              <a:gd name="T6" fmla="*/ 101 w 269"/>
              <a:gd name="T7" fmla="*/ 49 h 78"/>
              <a:gd name="T8" fmla="*/ 68 w 269"/>
              <a:gd name="T9" fmla="*/ 58 h 78"/>
              <a:gd name="T10" fmla="*/ 0 w 269"/>
              <a:gd name="T11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9" h="78">
                <a:moveTo>
                  <a:pt x="269" y="0"/>
                </a:moveTo>
                <a:lnTo>
                  <a:pt x="201" y="20"/>
                </a:lnTo>
                <a:moveTo>
                  <a:pt x="169" y="29"/>
                </a:moveTo>
                <a:lnTo>
                  <a:pt x="101" y="49"/>
                </a:lnTo>
                <a:moveTo>
                  <a:pt x="68" y="58"/>
                </a:moveTo>
                <a:lnTo>
                  <a:pt x="0" y="7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4" name="Freeform 444">
            <a:extLst>
              <a:ext uri="{FF2B5EF4-FFF2-40B4-BE49-F238E27FC236}">
                <a16:creationId xmlns:a16="http://schemas.microsoft.com/office/drawing/2014/main" id="{3EF4D81F-2829-DFAC-4675-0F599CE88075}"/>
              </a:ext>
            </a:extLst>
          </p:cNvPr>
          <p:cNvSpPr>
            <a:spLocks noEditPoints="1"/>
          </p:cNvSpPr>
          <p:nvPr/>
        </p:nvSpPr>
        <p:spPr bwMode="auto">
          <a:xfrm>
            <a:off x="654050" y="3105151"/>
            <a:ext cx="319088" cy="188913"/>
          </a:xfrm>
          <a:custGeom>
            <a:avLst/>
            <a:gdLst>
              <a:gd name="T0" fmla="*/ 403 w 403"/>
              <a:gd name="T1" fmla="*/ 0 h 237"/>
              <a:gd name="T2" fmla="*/ 342 w 403"/>
              <a:gd name="T3" fmla="*/ 36 h 237"/>
              <a:gd name="T4" fmla="*/ 313 w 403"/>
              <a:gd name="T5" fmla="*/ 53 h 237"/>
              <a:gd name="T6" fmla="*/ 252 w 403"/>
              <a:gd name="T7" fmla="*/ 89 h 237"/>
              <a:gd name="T8" fmla="*/ 223 w 403"/>
              <a:gd name="T9" fmla="*/ 106 h 237"/>
              <a:gd name="T10" fmla="*/ 162 w 403"/>
              <a:gd name="T11" fmla="*/ 142 h 237"/>
              <a:gd name="T12" fmla="*/ 132 w 403"/>
              <a:gd name="T13" fmla="*/ 159 h 237"/>
              <a:gd name="T14" fmla="*/ 71 w 403"/>
              <a:gd name="T15" fmla="*/ 195 h 237"/>
              <a:gd name="T16" fmla="*/ 42 w 403"/>
              <a:gd name="T17" fmla="*/ 212 h 237"/>
              <a:gd name="T18" fmla="*/ 0 w 403"/>
              <a:gd name="T19" fmla="*/ 237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03" h="237">
                <a:moveTo>
                  <a:pt x="403" y="0"/>
                </a:moveTo>
                <a:lnTo>
                  <a:pt x="342" y="36"/>
                </a:lnTo>
                <a:moveTo>
                  <a:pt x="313" y="53"/>
                </a:moveTo>
                <a:lnTo>
                  <a:pt x="252" y="89"/>
                </a:lnTo>
                <a:moveTo>
                  <a:pt x="223" y="106"/>
                </a:moveTo>
                <a:lnTo>
                  <a:pt x="162" y="142"/>
                </a:lnTo>
                <a:moveTo>
                  <a:pt x="132" y="159"/>
                </a:moveTo>
                <a:lnTo>
                  <a:pt x="71" y="195"/>
                </a:lnTo>
                <a:moveTo>
                  <a:pt x="42" y="212"/>
                </a:moveTo>
                <a:lnTo>
                  <a:pt x="0" y="23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5" name="Freeform 445">
            <a:extLst>
              <a:ext uri="{FF2B5EF4-FFF2-40B4-BE49-F238E27FC236}">
                <a16:creationId xmlns:a16="http://schemas.microsoft.com/office/drawing/2014/main" id="{61A730AC-DB99-2840-B3FC-4C75FEA7D8E8}"/>
              </a:ext>
            </a:extLst>
          </p:cNvPr>
          <p:cNvSpPr>
            <a:spLocks noEditPoints="1"/>
          </p:cNvSpPr>
          <p:nvPr/>
        </p:nvSpPr>
        <p:spPr bwMode="auto">
          <a:xfrm>
            <a:off x="1227138" y="2238376"/>
            <a:ext cx="101600" cy="34925"/>
          </a:xfrm>
          <a:custGeom>
            <a:avLst/>
            <a:gdLst>
              <a:gd name="T0" fmla="*/ 127 w 127"/>
              <a:gd name="T1" fmla="*/ 0 h 44"/>
              <a:gd name="T2" fmla="*/ 60 w 127"/>
              <a:gd name="T3" fmla="*/ 23 h 44"/>
              <a:gd name="T4" fmla="*/ 28 w 127"/>
              <a:gd name="T5" fmla="*/ 34 h 44"/>
              <a:gd name="T6" fmla="*/ 0 w 127"/>
              <a:gd name="T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7" h="44">
                <a:moveTo>
                  <a:pt x="127" y="0"/>
                </a:moveTo>
                <a:lnTo>
                  <a:pt x="60" y="23"/>
                </a:lnTo>
                <a:moveTo>
                  <a:pt x="28" y="34"/>
                </a:moveTo>
                <a:lnTo>
                  <a:pt x="0" y="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6" name="Freeform 446">
            <a:extLst>
              <a:ext uri="{FF2B5EF4-FFF2-40B4-BE49-F238E27FC236}">
                <a16:creationId xmlns:a16="http://schemas.microsoft.com/office/drawing/2014/main" id="{6817BD3C-9631-1292-6783-49381F43A5A1}"/>
              </a:ext>
            </a:extLst>
          </p:cNvPr>
          <p:cNvSpPr>
            <a:spLocks noEditPoints="1"/>
          </p:cNvSpPr>
          <p:nvPr/>
        </p:nvSpPr>
        <p:spPr bwMode="auto">
          <a:xfrm>
            <a:off x="442913" y="414338"/>
            <a:ext cx="114300" cy="38100"/>
          </a:xfrm>
          <a:custGeom>
            <a:avLst/>
            <a:gdLst>
              <a:gd name="T0" fmla="*/ 144 w 144"/>
              <a:gd name="T1" fmla="*/ 0 h 48"/>
              <a:gd name="T2" fmla="*/ 77 w 144"/>
              <a:gd name="T3" fmla="*/ 22 h 48"/>
              <a:gd name="T4" fmla="*/ 45 w 144"/>
              <a:gd name="T5" fmla="*/ 33 h 48"/>
              <a:gd name="T6" fmla="*/ 0 w 144"/>
              <a:gd name="T7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" h="48">
                <a:moveTo>
                  <a:pt x="144" y="0"/>
                </a:moveTo>
                <a:lnTo>
                  <a:pt x="77" y="22"/>
                </a:lnTo>
                <a:moveTo>
                  <a:pt x="45" y="33"/>
                </a:moveTo>
                <a:lnTo>
                  <a:pt x="0" y="4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7" name="Freeform 447">
            <a:extLst>
              <a:ext uri="{FF2B5EF4-FFF2-40B4-BE49-F238E27FC236}">
                <a16:creationId xmlns:a16="http://schemas.microsoft.com/office/drawing/2014/main" id="{A82E430E-B9F3-75FA-420D-532DA8220FA8}"/>
              </a:ext>
            </a:extLst>
          </p:cNvPr>
          <p:cNvSpPr>
            <a:spLocks noEditPoints="1"/>
          </p:cNvSpPr>
          <p:nvPr/>
        </p:nvSpPr>
        <p:spPr bwMode="auto">
          <a:xfrm>
            <a:off x="725488" y="2446338"/>
            <a:ext cx="417513" cy="15875"/>
          </a:xfrm>
          <a:custGeom>
            <a:avLst/>
            <a:gdLst>
              <a:gd name="T0" fmla="*/ 526 w 526"/>
              <a:gd name="T1" fmla="*/ 0 h 19"/>
              <a:gd name="T2" fmla="*/ 455 w 526"/>
              <a:gd name="T3" fmla="*/ 2 h 19"/>
              <a:gd name="T4" fmla="*/ 421 w 526"/>
              <a:gd name="T5" fmla="*/ 3 h 19"/>
              <a:gd name="T6" fmla="*/ 350 w 526"/>
              <a:gd name="T7" fmla="*/ 6 h 19"/>
              <a:gd name="T8" fmla="*/ 316 w 526"/>
              <a:gd name="T9" fmla="*/ 7 h 19"/>
              <a:gd name="T10" fmla="*/ 246 w 526"/>
              <a:gd name="T11" fmla="*/ 10 h 19"/>
              <a:gd name="T12" fmla="*/ 212 w 526"/>
              <a:gd name="T13" fmla="*/ 11 h 19"/>
              <a:gd name="T14" fmla="*/ 141 w 526"/>
              <a:gd name="T15" fmla="*/ 14 h 19"/>
              <a:gd name="T16" fmla="*/ 107 w 526"/>
              <a:gd name="T17" fmla="*/ 15 h 19"/>
              <a:gd name="T18" fmla="*/ 36 w 526"/>
              <a:gd name="T19" fmla="*/ 18 h 19"/>
              <a:gd name="T20" fmla="*/ 2 w 526"/>
              <a:gd name="T21" fmla="*/ 19 h 19"/>
              <a:gd name="T22" fmla="*/ 0 w 526"/>
              <a:gd name="T23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26" h="19">
                <a:moveTo>
                  <a:pt x="526" y="0"/>
                </a:moveTo>
                <a:lnTo>
                  <a:pt x="455" y="2"/>
                </a:lnTo>
                <a:moveTo>
                  <a:pt x="421" y="3"/>
                </a:moveTo>
                <a:lnTo>
                  <a:pt x="350" y="6"/>
                </a:lnTo>
                <a:moveTo>
                  <a:pt x="316" y="7"/>
                </a:moveTo>
                <a:lnTo>
                  <a:pt x="246" y="10"/>
                </a:lnTo>
                <a:moveTo>
                  <a:pt x="212" y="11"/>
                </a:moveTo>
                <a:lnTo>
                  <a:pt x="141" y="14"/>
                </a:lnTo>
                <a:moveTo>
                  <a:pt x="107" y="15"/>
                </a:moveTo>
                <a:lnTo>
                  <a:pt x="36" y="18"/>
                </a:lnTo>
                <a:moveTo>
                  <a:pt x="2" y="19"/>
                </a:moveTo>
                <a:lnTo>
                  <a:pt x="0" y="1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8" name="Freeform 448">
            <a:extLst>
              <a:ext uri="{FF2B5EF4-FFF2-40B4-BE49-F238E27FC236}">
                <a16:creationId xmlns:a16="http://schemas.microsoft.com/office/drawing/2014/main" id="{7537926E-22C3-7D58-A1C6-41FB9475559A}"/>
              </a:ext>
            </a:extLst>
          </p:cNvPr>
          <p:cNvSpPr>
            <a:spLocks noEditPoints="1"/>
          </p:cNvSpPr>
          <p:nvPr/>
        </p:nvSpPr>
        <p:spPr bwMode="auto">
          <a:xfrm>
            <a:off x="1266825" y="2625726"/>
            <a:ext cx="330200" cy="114300"/>
          </a:xfrm>
          <a:custGeom>
            <a:avLst/>
            <a:gdLst>
              <a:gd name="T0" fmla="*/ 0 w 416"/>
              <a:gd name="T1" fmla="*/ 0 h 144"/>
              <a:gd name="T2" fmla="*/ 67 w 416"/>
              <a:gd name="T3" fmla="*/ 23 h 144"/>
              <a:gd name="T4" fmla="*/ 99 w 416"/>
              <a:gd name="T5" fmla="*/ 34 h 144"/>
              <a:gd name="T6" fmla="*/ 166 w 416"/>
              <a:gd name="T7" fmla="*/ 57 h 144"/>
              <a:gd name="T8" fmla="*/ 198 w 416"/>
              <a:gd name="T9" fmla="*/ 68 h 144"/>
              <a:gd name="T10" fmla="*/ 265 w 416"/>
              <a:gd name="T11" fmla="*/ 91 h 144"/>
              <a:gd name="T12" fmla="*/ 297 w 416"/>
              <a:gd name="T13" fmla="*/ 102 h 144"/>
              <a:gd name="T14" fmla="*/ 363 w 416"/>
              <a:gd name="T15" fmla="*/ 126 h 144"/>
              <a:gd name="T16" fmla="*/ 396 w 416"/>
              <a:gd name="T17" fmla="*/ 137 h 144"/>
              <a:gd name="T18" fmla="*/ 416 w 416"/>
              <a:gd name="T19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6" h="144">
                <a:moveTo>
                  <a:pt x="0" y="0"/>
                </a:moveTo>
                <a:lnTo>
                  <a:pt x="67" y="23"/>
                </a:lnTo>
                <a:moveTo>
                  <a:pt x="99" y="34"/>
                </a:moveTo>
                <a:lnTo>
                  <a:pt x="166" y="57"/>
                </a:lnTo>
                <a:moveTo>
                  <a:pt x="198" y="68"/>
                </a:moveTo>
                <a:lnTo>
                  <a:pt x="265" y="91"/>
                </a:lnTo>
                <a:moveTo>
                  <a:pt x="297" y="102"/>
                </a:moveTo>
                <a:lnTo>
                  <a:pt x="363" y="126"/>
                </a:lnTo>
                <a:moveTo>
                  <a:pt x="396" y="137"/>
                </a:moveTo>
                <a:lnTo>
                  <a:pt x="416" y="1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9" name="Freeform 449">
            <a:extLst>
              <a:ext uri="{FF2B5EF4-FFF2-40B4-BE49-F238E27FC236}">
                <a16:creationId xmlns:a16="http://schemas.microsoft.com/office/drawing/2014/main" id="{46BF9F0A-88FD-2200-ABB4-0170C308579A}"/>
              </a:ext>
            </a:extLst>
          </p:cNvPr>
          <p:cNvSpPr>
            <a:spLocks noEditPoints="1"/>
          </p:cNvSpPr>
          <p:nvPr/>
        </p:nvSpPr>
        <p:spPr bwMode="auto">
          <a:xfrm>
            <a:off x="1119188" y="1108076"/>
            <a:ext cx="134938" cy="36513"/>
          </a:xfrm>
          <a:custGeom>
            <a:avLst/>
            <a:gdLst>
              <a:gd name="T0" fmla="*/ 169 w 169"/>
              <a:gd name="T1" fmla="*/ 0 h 47"/>
              <a:gd name="T2" fmla="*/ 101 w 169"/>
              <a:gd name="T3" fmla="*/ 19 h 47"/>
              <a:gd name="T4" fmla="*/ 68 w 169"/>
              <a:gd name="T5" fmla="*/ 28 h 47"/>
              <a:gd name="T6" fmla="*/ 0 w 169"/>
              <a:gd name="T7" fmla="*/ 4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9" h="47">
                <a:moveTo>
                  <a:pt x="169" y="0"/>
                </a:moveTo>
                <a:lnTo>
                  <a:pt x="101" y="19"/>
                </a:lnTo>
                <a:moveTo>
                  <a:pt x="68" y="28"/>
                </a:moveTo>
                <a:lnTo>
                  <a:pt x="0" y="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0" name="Freeform 450">
            <a:extLst>
              <a:ext uri="{FF2B5EF4-FFF2-40B4-BE49-F238E27FC236}">
                <a16:creationId xmlns:a16="http://schemas.microsoft.com/office/drawing/2014/main" id="{C844DF43-C8E2-9CC5-A8F1-540D90CD3835}"/>
              </a:ext>
            </a:extLst>
          </p:cNvPr>
          <p:cNvSpPr>
            <a:spLocks noEditPoints="1"/>
          </p:cNvSpPr>
          <p:nvPr/>
        </p:nvSpPr>
        <p:spPr bwMode="auto">
          <a:xfrm>
            <a:off x="1281113" y="2909888"/>
            <a:ext cx="444500" cy="9525"/>
          </a:xfrm>
          <a:custGeom>
            <a:avLst/>
            <a:gdLst>
              <a:gd name="T0" fmla="*/ 559 w 559"/>
              <a:gd name="T1" fmla="*/ 0 h 12"/>
              <a:gd name="T2" fmla="*/ 488 w 559"/>
              <a:gd name="T3" fmla="*/ 2 h 12"/>
              <a:gd name="T4" fmla="*/ 454 w 559"/>
              <a:gd name="T5" fmla="*/ 2 h 12"/>
              <a:gd name="T6" fmla="*/ 383 w 559"/>
              <a:gd name="T7" fmla="*/ 4 h 12"/>
              <a:gd name="T8" fmla="*/ 349 w 559"/>
              <a:gd name="T9" fmla="*/ 5 h 12"/>
              <a:gd name="T10" fmla="*/ 278 w 559"/>
              <a:gd name="T11" fmla="*/ 6 h 12"/>
              <a:gd name="T12" fmla="*/ 245 w 559"/>
              <a:gd name="T13" fmla="*/ 7 h 12"/>
              <a:gd name="T14" fmla="*/ 174 w 559"/>
              <a:gd name="T15" fmla="*/ 9 h 12"/>
              <a:gd name="T16" fmla="*/ 140 w 559"/>
              <a:gd name="T17" fmla="*/ 9 h 12"/>
              <a:gd name="T18" fmla="*/ 69 w 559"/>
              <a:gd name="T19" fmla="*/ 11 h 12"/>
              <a:gd name="T20" fmla="*/ 35 w 559"/>
              <a:gd name="T21" fmla="*/ 12 h 12"/>
              <a:gd name="T22" fmla="*/ 0 w 559"/>
              <a:gd name="T23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59" h="12">
                <a:moveTo>
                  <a:pt x="559" y="0"/>
                </a:moveTo>
                <a:lnTo>
                  <a:pt x="488" y="2"/>
                </a:lnTo>
                <a:moveTo>
                  <a:pt x="454" y="2"/>
                </a:moveTo>
                <a:lnTo>
                  <a:pt x="383" y="4"/>
                </a:lnTo>
                <a:moveTo>
                  <a:pt x="349" y="5"/>
                </a:moveTo>
                <a:lnTo>
                  <a:pt x="278" y="6"/>
                </a:lnTo>
                <a:moveTo>
                  <a:pt x="245" y="7"/>
                </a:moveTo>
                <a:lnTo>
                  <a:pt x="174" y="9"/>
                </a:lnTo>
                <a:moveTo>
                  <a:pt x="140" y="9"/>
                </a:moveTo>
                <a:lnTo>
                  <a:pt x="69" y="11"/>
                </a:lnTo>
                <a:moveTo>
                  <a:pt x="35" y="12"/>
                </a:moveTo>
                <a:lnTo>
                  <a:pt x="0" y="1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1" name="Freeform 451">
            <a:extLst>
              <a:ext uri="{FF2B5EF4-FFF2-40B4-BE49-F238E27FC236}">
                <a16:creationId xmlns:a16="http://schemas.microsoft.com/office/drawing/2014/main" id="{B51E3428-CC6F-69A3-6A44-AC440A28BF0A}"/>
              </a:ext>
            </a:extLst>
          </p:cNvPr>
          <p:cNvSpPr>
            <a:spLocks noEditPoints="1"/>
          </p:cNvSpPr>
          <p:nvPr/>
        </p:nvSpPr>
        <p:spPr bwMode="auto">
          <a:xfrm>
            <a:off x="217488" y="1316038"/>
            <a:ext cx="112713" cy="60325"/>
          </a:xfrm>
          <a:custGeom>
            <a:avLst/>
            <a:gdLst>
              <a:gd name="T0" fmla="*/ 142 w 142"/>
              <a:gd name="T1" fmla="*/ 0 h 77"/>
              <a:gd name="T2" fmla="*/ 80 w 142"/>
              <a:gd name="T3" fmla="*/ 34 h 77"/>
              <a:gd name="T4" fmla="*/ 50 w 142"/>
              <a:gd name="T5" fmla="*/ 50 h 77"/>
              <a:gd name="T6" fmla="*/ 0 w 142"/>
              <a:gd name="T7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77">
                <a:moveTo>
                  <a:pt x="142" y="0"/>
                </a:moveTo>
                <a:lnTo>
                  <a:pt x="80" y="34"/>
                </a:lnTo>
                <a:moveTo>
                  <a:pt x="50" y="50"/>
                </a:moveTo>
                <a:lnTo>
                  <a:pt x="0" y="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2" name="Freeform 452">
            <a:extLst>
              <a:ext uri="{FF2B5EF4-FFF2-40B4-BE49-F238E27FC236}">
                <a16:creationId xmlns:a16="http://schemas.microsoft.com/office/drawing/2014/main" id="{6384AD7E-FF55-6A08-ECC6-FA6AA23F3AF1}"/>
              </a:ext>
            </a:extLst>
          </p:cNvPr>
          <p:cNvSpPr>
            <a:spLocks noEditPoints="1"/>
          </p:cNvSpPr>
          <p:nvPr/>
        </p:nvSpPr>
        <p:spPr bwMode="auto">
          <a:xfrm>
            <a:off x="1208088" y="2400301"/>
            <a:ext cx="106363" cy="6350"/>
          </a:xfrm>
          <a:custGeom>
            <a:avLst/>
            <a:gdLst>
              <a:gd name="T0" fmla="*/ 135 w 135"/>
              <a:gd name="T1" fmla="*/ 0 h 8"/>
              <a:gd name="T2" fmla="*/ 64 w 135"/>
              <a:gd name="T3" fmla="*/ 4 h 8"/>
              <a:gd name="T4" fmla="*/ 30 w 135"/>
              <a:gd name="T5" fmla="*/ 6 h 8"/>
              <a:gd name="T6" fmla="*/ 0 w 135"/>
              <a:gd name="T7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5" h="8">
                <a:moveTo>
                  <a:pt x="135" y="0"/>
                </a:moveTo>
                <a:lnTo>
                  <a:pt x="64" y="4"/>
                </a:lnTo>
                <a:moveTo>
                  <a:pt x="30" y="6"/>
                </a:moveTo>
                <a:lnTo>
                  <a:pt x="0" y="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3" name="Freeform 453">
            <a:extLst>
              <a:ext uri="{FF2B5EF4-FFF2-40B4-BE49-F238E27FC236}">
                <a16:creationId xmlns:a16="http://schemas.microsoft.com/office/drawing/2014/main" id="{83628FD6-7336-2B5A-2A1F-B16297C85EE3}"/>
              </a:ext>
            </a:extLst>
          </p:cNvPr>
          <p:cNvSpPr>
            <a:spLocks noEditPoints="1"/>
          </p:cNvSpPr>
          <p:nvPr/>
        </p:nvSpPr>
        <p:spPr bwMode="auto">
          <a:xfrm>
            <a:off x="1260475" y="1755776"/>
            <a:ext cx="120650" cy="4763"/>
          </a:xfrm>
          <a:custGeom>
            <a:avLst/>
            <a:gdLst>
              <a:gd name="T0" fmla="*/ 152 w 152"/>
              <a:gd name="T1" fmla="*/ 0 h 5"/>
              <a:gd name="T2" fmla="*/ 81 w 152"/>
              <a:gd name="T3" fmla="*/ 2 h 5"/>
              <a:gd name="T4" fmla="*/ 47 w 152"/>
              <a:gd name="T5" fmla="*/ 3 h 5"/>
              <a:gd name="T6" fmla="*/ 0 w 152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" h="5">
                <a:moveTo>
                  <a:pt x="152" y="0"/>
                </a:moveTo>
                <a:lnTo>
                  <a:pt x="81" y="2"/>
                </a:lnTo>
                <a:moveTo>
                  <a:pt x="47" y="3"/>
                </a:moveTo>
                <a:lnTo>
                  <a:pt x="0" y="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4" name="Freeform 454">
            <a:extLst>
              <a:ext uri="{FF2B5EF4-FFF2-40B4-BE49-F238E27FC236}">
                <a16:creationId xmlns:a16="http://schemas.microsoft.com/office/drawing/2014/main" id="{8D8486B4-3719-67DB-6DFE-F3B36689DBE4}"/>
              </a:ext>
            </a:extLst>
          </p:cNvPr>
          <p:cNvSpPr>
            <a:spLocks noEditPoints="1"/>
          </p:cNvSpPr>
          <p:nvPr/>
        </p:nvSpPr>
        <p:spPr bwMode="auto">
          <a:xfrm>
            <a:off x="444500" y="1025526"/>
            <a:ext cx="222250" cy="1588"/>
          </a:xfrm>
          <a:custGeom>
            <a:avLst/>
            <a:gdLst>
              <a:gd name="T0" fmla="*/ 0 w 280"/>
              <a:gd name="T1" fmla="*/ 0 h 1"/>
              <a:gd name="T2" fmla="*/ 70 w 280"/>
              <a:gd name="T3" fmla="*/ 0 h 1"/>
              <a:gd name="T4" fmla="*/ 104 w 280"/>
              <a:gd name="T5" fmla="*/ 0 h 1"/>
              <a:gd name="T6" fmla="*/ 175 w 280"/>
              <a:gd name="T7" fmla="*/ 0 h 1"/>
              <a:gd name="T8" fmla="*/ 209 w 280"/>
              <a:gd name="T9" fmla="*/ 1 h 1"/>
              <a:gd name="T10" fmla="*/ 280 w 280"/>
              <a:gd name="T11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">
                <a:moveTo>
                  <a:pt x="0" y="0"/>
                </a:moveTo>
                <a:lnTo>
                  <a:pt x="70" y="0"/>
                </a:lnTo>
                <a:moveTo>
                  <a:pt x="104" y="0"/>
                </a:moveTo>
                <a:lnTo>
                  <a:pt x="175" y="0"/>
                </a:lnTo>
                <a:moveTo>
                  <a:pt x="209" y="1"/>
                </a:moveTo>
                <a:lnTo>
                  <a:pt x="280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5" name="Freeform 455">
            <a:extLst>
              <a:ext uri="{FF2B5EF4-FFF2-40B4-BE49-F238E27FC236}">
                <a16:creationId xmlns:a16="http://schemas.microsoft.com/office/drawing/2014/main" id="{F6803EA6-9584-174F-3CE3-B97F077836CD}"/>
              </a:ext>
            </a:extLst>
          </p:cNvPr>
          <p:cNvSpPr>
            <a:spLocks noEditPoints="1"/>
          </p:cNvSpPr>
          <p:nvPr/>
        </p:nvSpPr>
        <p:spPr bwMode="auto">
          <a:xfrm>
            <a:off x="265113" y="852488"/>
            <a:ext cx="276225" cy="9525"/>
          </a:xfrm>
          <a:custGeom>
            <a:avLst/>
            <a:gdLst>
              <a:gd name="T0" fmla="*/ 348 w 348"/>
              <a:gd name="T1" fmla="*/ 0 h 11"/>
              <a:gd name="T2" fmla="*/ 277 w 348"/>
              <a:gd name="T3" fmla="*/ 2 h 11"/>
              <a:gd name="T4" fmla="*/ 243 w 348"/>
              <a:gd name="T5" fmla="*/ 3 h 11"/>
              <a:gd name="T6" fmla="*/ 172 w 348"/>
              <a:gd name="T7" fmla="*/ 6 h 11"/>
              <a:gd name="T8" fmla="*/ 138 w 348"/>
              <a:gd name="T9" fmla="*/ 7 h 11"/>
              <a:gd name="T10" fmla="*/ 68 w 348"/>
              <a:gd name="T11" fmla="*/ 9 h 11"/>
              <a:gd name="T12" fmla="*/ 34 w 348"/>
              <a:gd name="T13" fmla="*/ 10 h 11"/>
              <a:gd name="T14" fmla="*/ 0 w 348"/>
              <a:gd name="T1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8" h="11">
                <a:moveTo>
                  <a:pt x="348" y="0"/>
                </a:moveTo>
                <a:lnTo>
                  <a:pt x="277" y="2"/>
                </a:lnTo>
                <a:moveTo>
                  <a:pt x="243" y="3"/>
                </a:moveTo>
                <a:lnTo>
                  <a:pt x="172" y="6"/>
                </a:lnTo>
                <a:moveTo>
                  <a:pt x="138" y="7"/>
                </a:moveTo>
                <a:lnTo>
                  <a:pt x="68" y="9"/>
                </a:lnTo>
                <a:moveTo>
                  <a:pt x="34" y="10"/>
                </a:moveTo>
                <a:lnTo>
                  <a:pt x="0" y="1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6" name="Freeform 456">
            <a:extLst>
              <a:ext uri="{FF2B5EF4-FFF2-40B4-BE49-F238E27FC236}">
                <a16:creationId xmlns:a16="http://schemas.microsoft.com/office/drawing/2014/main" id="{D9F6099B-9372-0205-6943-AAE82A4FA16D}"/>
              </a:ext>
            </a:extLst>
          </p:cNvPr>
          <p:cNvSpPr>
            <a:spLocks noEditPoints="1"/>
          </p:cNvSpPr>
          <p:nvPr/>
        </p:nvSpPr>
        <p:spPr bwMode="auto">
          <a:xfrm>
            <a:off x="1044575" y="850901"/>
            <a:ext cx="620713" cy="109538"/>
          </a:xfrm>
          <a:custGeom>
            <a:avLst/>
            <a:gdLst>
              <a:gd name="T0" fmla="*/ 0 w 782"/>
              <a:gd name="T1" fmla="*/ 0 h 139"/>
              <a:gd name="T2" fmla="*/ 70 w 782"/>
              <a:gd name="T3" fmla="*/ 13 h 139"/>
              <a:gd name="T4" fmla="*/ 103 w 782"/>
              <a:gd name="T5" fmla="*/ 19 h 139"/>
              <a:gd name="T6" fmla="*/ 173 w 782"/>
              <a:gd name="T7" fmla="*/ 31 h 139"/>
              <a:gd name="T8" fmla="*/ 206 w 782"/>
              <a:gd name="T9" fmla="*/ 37 h 139"/>
              <a:gd name="T10" fmla="*/ 276 w 782"/>
              <a:gd name="T11" fmla="*/ 49 h 139"/>
              <a:gd name="T12" fmla="*/ 309 w 782"/>
              <a:gd name="T13" fmla="*/ 55 h 139"/>
              <a:gd name="T14" fmla="*/ 379 w 782"/>
              <a:gd name="T15" fmla="*/ 68 h 139"/>
              <a:gd name="T16" fmla="*/ 412 w 782"/>
              <a:gd name="T17" fmla="*/ 74 h 139"/>
              <a:gd name="T18" fmla="*/ 482 w 782"/>
              <a:gd name="T19" fmla="*/ 86 h 139"/>
              <a:gd name="T20" fmla="*/ 516 w 782"/>
              <a:gd name="T21" fmla="*/ 92 h 139"/>
              <a:gd name="T22" fmla="*/ 585 w 782"/>
              <a:gd name="T23" fmla="*/ 104 h 139"/>
              <a:gd name="T24" fmla="*/ 619 w 782"/>
              <a:gd name="T25" fmla="*/ 110 h 139"/>
              <a:gd name="T26" fmla="*/ 688 w 782"/>
              <a:gd name="T27" fmla="*/ 123 h 139"/>
              <a:gd name="T28" fmla="*/ 722 w 782"/>
              <a:gd name="T29" fmla="*/ 129 h 139"/>
              <a:gd name="T30" fmla="*/ 782 w 782"/>
              <a:gd name="T31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82" h="139">
                <a:moveTo>
                  <a:pt x="0" y="0"/>
                </a:moveTo>
                <a:lnTo>
                  <a:pt x="70" y="13"/>
                </a:lnTo>
                <a:moveTo>
                  <a:pt x="103" y="19"/>
                </a:moveTo>
                <a:lnTo>
                  <a:pt x="173" y="31"/>
                </a:lnTo>
                <a:moveTo>
                  <a:pt x="206" y="37"/>
                </a:moveTo>
                <a:lnTo>
                  <a:pt x="276" y="49"/>
                </a:lnTo>
                <a:moveTo>
                  <a:pt x="309" y="55"/>
                </a:moveTo>
                <a:lnTo>
                  <a:pt x="379" y="68"/>
                </a:lnTo>
                <a:moveTo>
                  <a:pt x="412" y="74"/>
                </a:moveTo>
                <a:lnTo>
                  <a:pt x="482" y="86"/>
                </a:lnTo>
                <a:moveTo>
                  <a:pt x="516" y="92"/>
                </a:moveTo>
                <a:lnTo>
                  <a:pt x="585" y="104"/>
                </a:lnTo>
                <a:moveTo>
                  <a:pt x="619" y="110"/>
                </a:moveTo>
                <a:lnTo>
                  <a:pt x="688" y="123"/>
                </a:lnTo>
                <a:moveTo>
                  <a:pt x="722" y="129"/>
                </a:moveTo>
                <a:lnTo>
                  <a:pt x="782" y="13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7" name="Freeform 457">
            <a:extLst>
              <a:ext uri="{FF2B5EF4-FFF2-40B4-BE49-F238E27FC236}">
                <a16:creationId xmlns:a16="http://schemas.microsoft.com/office/drawing/2014/main" id="{59567269-EC35-5214-E2C6-057D5847BD20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1992313"/>
            <a:ext cx="153988" cy="80963"/>
          </a:xfrm>
          <a:custGeom>
            <a:avLst/>
            <a:gdLst>
              <a:gd name="T0" fmla="*/ 195 w 195"/>
              <a:gd name="T1" fmla="*/ 0 h 103"/>
              <a:gd name="T2" fmla="*/ 133 w 195"/>
              <a:gd name="T3" fmla="*/ 33 h 103"/>
              <a:gd name="T4" fmla="*/ 103 w 195"/>
              <a:gd name="T5" fmla="*/ 48 h 103"/>
              <a:gd name="T6" fmla="*/ 40 w 195"/>
              <a:gd name="T7" fmla="*/ 81 h 103"/>
              <a:gd name="T8" fmla="*/ 10 w 195"/>
              <a:gd name="T9" fmla="*/ 97 h 103"/>
              <a:gd name="T10" fmla="*/ 0 w 195"/>
              <a:gd name="T11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5" h="103">
                <a:moveTo>
                  <a:pt x="195" y="0"/>
                </a:moveTo>
                <a:lnTo>
                  <a:pt x="133" y="33"/>
                </a:lnTo>
                <a:moveTo>
                  <a:pt x="103" y="48"/>
                </a:moveTo>
                <a:lnTo>
                  <a:pt x="40" y="81"/>
                </a:lnTo>
                <a:moveTo>
                  <a:pt x="10" y="97"/>
                </a:moveTo>
                <a:lnTo>
                  <a:pt x="0" y="10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8" name="Freeform 458">
            <a:extLst>
              <a:ext uri="{FF2B5EF4-FFF2-40B4-BE49-F238E27FC236}">
                <a16:creationId xmlns:a16="http://schemas.microsoft.com/office/drawing/2014/main" id="{526760F3-2F32-A4C1-F443-51F6E22055B8}"/>
              </a:ext>
            </a:extLst>
          </p:cNvPr>
          <p:cNvSpPr>
            <a:spLocks noEditPoints="1"/>
          </p:cNvSpPr>
          <p:nvPr/>
        </p:nvSpPr>
        <p:spPr bwMode="auto">
          <a:xfrm>
            <a:off x="406400" y="1309688"/>
            <a:ext cx="115888" cy="55563"/>
          </a:xfrm>
          <a:custGeom>
            <a:avLst/>
            <a:gdLst>
              <a:gd name="T0" fmla="*/ 146 w 146"/>
              <a:gd name="T1" fmla="*/ 0 h 70"/>
              <a:gd name="T2" fmla="*/ 82 w 146"/>
              <a:gd name="T3" fmla="*/ 31 h 70"/>
              <a:gd name="T4" fmla="*/ 51 w 146"/>
              <a:gd name="T5" fmla="*/ 45 h 70"/>
              <a:gd name="T6" fmla="*/ 0 w 146"/>
              <a:gd name="T7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6" h="70">
                <a:moveTo>
                  <a:pt x="146" y="0"/>
                </a:moveTo>
                <a:lnTo>
                  <a:pt x="82" y="31"/>
                </a:lnTo>
                <a:moveTo>
                  <a:pt x="51" y="45"/>
                </a:moveTo>
                <a:lnTo>
                  <a:pt x="0" y="7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9" name="Freeform 459">
            <a:extLst>
              <a:ext uri="{FF2B5EF4-FFF2-40B4-BE49-F238E27FC236}">
                <a16:creationId xmlns:a16="http://schemas.microsoft.com/office/drawing/2014/main" id="{21E6A4CD-D98D-A6D6-F024-F0314895EA58}"/>
              </a:ext>
            </a:extLst>
          </p:cNvPr>
          <p:cNvSpPr>
            <a:spLocks noEditPoints="1"/>
          </p:cNvSpPr>
          <p:nvPr/>
        </p:nvSpPr>
        <p:spPr bwMode="auto">
          <a:xfrm>
            <a:off x="1306513" y="339726"/>
            <a:ext cx="284163" cy="73025"/>
          </a:xfrm>
          <a:custGeom>
            <a:avLst/>
            <a:gdLst>
              <a:gd name="T0" fmla="*/ 358 w 358"/>
              <a:gd name="T1" fmla="*/ 0 h 92"/>
              <a:gd name="T2" fmla="*/ 289 w 358"/>
              <a:gd name="T3" fmla="*/ 17 h 92"/>
              <a:gd name="T4" fmla="*/ 256 w 358"/>
              <a:gd name="T5" fmla="*/ 26 h 92"/>
              <a:gd name="T6" fmla="*/ 188 w 358"/>
              <a:gd name="T7" fmla="*/ 43 h 92"/>
              <a:gd name="T8" fmla="*/ 155 w 358"/>
              <a:gd name="T9" fmla="*/ 52 h 92"/>
              <a:gd name="T10" fmla="*/ 86 w 358"/>
              <a:gd name="T11" fmla="*/ 69 h 92"/>
              <a:gd name="T12" fmla="*/ 53 w 358"/>
              <a:gd name="T13" fmla="*/ 78 h 92"/>
              <a:gd name="T14" fmla="*/ 0 w 358"/>
              <a:gd name="T15" fmla="*/ 9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58" h="92">
                <a:moveTo>
                  <a:pt x="358" y="0"/>
                </a:moveTo>
                <a:lnTo>
                  <a:pt x="289" y="17"/>
                </a:lnTo>
                <a:moveTo>
                  <a:pt x="256" y="26"/>
                </a:moveTo>
                <a:lnTo>
                  <a:pt x="188" y="43"/>
                </a:lnTo>
                <a:moveTo>
                  <a:pt x="155" y="52"/>
                </a:moveTo>
                <a:lnTo>
                  <a:pt x="86" y="69"/>
                </a:lnTo>
                <a:moveTo>
                  <a:pt x="53" y="78"/>
                </a:moveTo>
                <a:lnTo>
                  <a:pt x="0" y="9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0" name="Freeform 460">
            <a:extLst>
              <a:ext uri="{FF2B5EF4-FFF2-40B4-BE49-F238E27FC236}">
                <a16:creationId xmlns:a16="http://schemas.microsoft.com/office/drawing/2014/main" id="{88EC6AB1-7039-7EBB-D253-58B1E4BE00EC}"/>
              </a:ext>
            </a:extLst>
          </p:cNvPr>
          <p:cNvSpPr>
            <a:spLocks noEditPoints="1"/>
          </p:cNvSpPr>
          <p:nvPr/>
        </p:nvSpPr>
        <p:spPr bwMode="auto">
          <a:xfrm>
            <a:off x="711200" y="3116263"/>
            <a:ext cx="134938" cy="31750"/>
          </a:xfrm>
          <a:custGeom>
            <a:avLst/>
            <a:gdLst>
              <a:gd name="T0" fmla="*/ 0 w 171"/>
              <a:gd name="T1" fmla="*/ 0 h 41"/>
              <a:gd name="T2" fmla="*/ 69 w 171"/>
              <a:gd name="T3" fmla="*/ 16 h 41"/>
              <a:gd name="T4" fmla="*/ 102 w 171"/>
              <a:gd name="T5" fmla="*/ 24 h 41"/>
              <a:gd name="T6" fmla="*/ 171 w 171"/>
              <a:gd name="T7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1" h="41">
                <a:moveTo>
                  <a:pt x="0" y="0"/>
                </a:moveTo>
                <a:lnTo>
                  <a:pt x="69" y="16"/>
                </a:lnTo>
                <a:moveTo>
                  <a:pt x="102" y="24"/>
                </a:moveTo>
                <a:lnTo>
                  <a:pt x="171" y="4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1" name="Freeform 461">
            <a:extLst>
              <a:ext uri="{FF2B5EF4-FFF2-40B4-BE49-F238E27FC236}">
                <a16:creationId xmlns:a16="http://schemas.microsoft.com/office/drawing/2014/main" id="{6A16F15D-8C09-12E7-36FF-5B94FB266167}"/>
              </a:ext>
            </a:extLst>
          </p:cNvPr>
          <p:cNvSpPr>
            <a:spLocks noEditPoints="1"/>
          </p:cNvSpPr>
          <p:nvPr/>
        </p:nvSpPr>
        <p:spPr bwMode="auto">
          <a:xfrm>
            <a:off x="642938" y="1755776"/>
            <a:ext cx="260350" cy="1588"/>
          </a:xfrm>
          <a:custGeom>
            <a:avLst/>
            <a:gdLst>
              <a:gd name="T0" fmla="*/ 328 w 328"/>
              <a:gd name="T1" fmla="*/ 0 h 2"/>
              <a:gd name="T2" fmla="*/ 257 w 328"/>
              <a:gd name="T3" fmla="*/ 0 h 2"/>
              <a:gd name="T4" fmla="*/ 223 w 328"/>
              <a:gd name="T5" fmla="*/ 0 h 2"/>
              <a:gd name="T6" fmla="*/ 152 w 328"/>
              <a:gd name="T7" fmla="*/ 1 h 2"/>
              <a:gd name="T8" fmla="*/ 118 w 328"/>
              <a:gd name="T9" fmla="*/ 1 h 2"/>
              <a:gd name="T10" fmla="*/ 48 w 328"/>
              <a:gd name="T11" fmla="*/ 2 h 2"/>
              <a:gd name="T12" fmla="*/ 14 w 328"/>
              <a:gd name="T13" fmla="*/ 2 h 2"/>
              <a:gd name="T14" fmla="*/ 0 w 328"/>
              <a:gd name="T1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28" h="2">
                <a:moveTo>
                  <a:pt x="328" y="0"/>
                </a:moveTo>
                <a:lnTo>
                  <a:pt x="257" y="0"/>
                </a:lnTo>
                <a:moveTo>
                  <a:pt x="223" y="0"/>
                </a:moveTo>
                <a:lnTo>
                  <a:pt x="152" y="1"/>
                </a:lnTo>
                <a:moveTo>
                  <a:pt x="118" y="1"/>
                </a:moveTo>
                <a:lnTo>
                  <a:pt x="48" y="2"/>
                </a:lnTo>
                <a:moveTo>
                  <a:pt x="14" y="2"/>
                </a:moveTo>
                <a:lnTo>
                  <a:pt x="0" y="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2" name="Freeform 462">
            <a:extLst>
              <a:ext uri="{FF2B5EF4-FFF2-40B4-BE49-F238E27FC236}">
                <a16:creationId xmlns:a16="http://schemas.microsoft.com/office/drawing/2014/main" id="{E79F02EE-E6BC-F6C4-9B1B-5B8CE09B5B48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1382713"/>
            <a:ext cx="138113" cy="0"/>
          </a:xfrm>
          <a:custGeom>
            <a:avLst/>
            <a:gdLst>
              <a:gd name="T0" fmla="*/ 0 w 175"/>
              <a:gd name="T1" fmla="*/ 0 h 1"/>
              <a:gd name="T2" fmla="*/ 71 w 175"/>
              <a:gd name="T3" fmla="*/ 1 h 1"/>
              <a:gd name="T4" fmla="*/ 105 w 175"/>
              <a:gd name="T5" fmla="*/ 1 h 1"/>
              <a:gd name="T6" fmla="*/ 175 w 175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" h="1">
                <a:moveTo>
                  <a:pt x="0" y="0"/>
                </a:moveTo>
                <a:lnTo>
                  <a:pt x="71" y="1"/>
                </a:lnTo>
                <a:moveTo>
                  <a:pt x="105" y="1"/>
                </a:moveTo>
                <a:lnTo>
                  <a:pt x="175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3" name="Freeform 463">
            <a:extLst>
              <a:ext uri="{FF2B5EF4-FFF2-40B4-BE49-F238E27FC236}">
                <a16:creationId xmlns:a16="http://schemas.microsoft.com/office/drawing/2014/main" id="{643EE5B8-E5AA-DCB8-010E-D30811CE0ECE}"/>
              </a:ext>
            </a:extLst>
          </p:cNvPr>
          <p:cNvSpPr>
            <a:spLocks noEditPoints="1"/>
          </p:cNvSpPr>
          <p:nvPr/>
        </p:nvSpPr>
        <p:spPr bwMode="auto">
          <a:xfrm>
            <a:off x="1163638" y="1295401"/>
            <a:ext cx="307975" cy="296863"/>
          </a:xfrm>
          <a:custGeom>
            <a:avLst/>
            <a:gdLst>
              <a:gd name="T0" fmla="*/ 388 w 388"/>
              <a:gd name="T1" fmla="*/ 0 h 373"/>
              <a:gd name="T2" fmla="*/ 377 w 388"/>
              <a:gd name="T3" fmla="*/ 11 h 373"/>
              <a:gd name="T4" fmla="*/ 357 w 388"/>
              <a:gd name="T5" fmla="*/ 30 h 373"/>
              <a:gd name="T6" fmla="*/ 345 w 388"/>
              <a:gd name="T7" fmla="*/ 41 h 373"/>
              <a:gd name="T8" fmla="*/ 326 w 388"/>
              <a:gd name="T9" fmla="*/ 60 h 373"/>
              <a:gd name="T10" fmla="*/ 314 w 388"/>
              <a:gd name="T11" fmla="*/ 71 h 373"/>
              <a:gd name="T12" fmla="*/ 294 w 388"/>
              <a:gd name="T13" fmla="*/ 90 h 373"/>
              <a:gd name="T14" fmla="*/ 282 w 388"/>
              <a:gd name="T15" fmla="*/ 102 h 373"/>
              <a:gd name="T16" fmla="*/ 263 w 388"/>
              <a:gd name="T17" fmla="*/ 120 h 373"/>
              <a:gd name="T18" fmla="*/ 251 w 388"/>
              <a:gd name="T19" fmla="*/ 132 h 373"/>
              <a:gd name="T20" fmla="*/ 231 w 388"/>
              <a:gd name="T21" fmla="*/ 151 h 373"/>
              <a:gd name="T22" fmla="*/ 220 w 388"/>
              <a:gd name="T23" fmla="*/ 162 h 373"/>
              <a:gd name="T24" fmla="*/ 200 w 388"/>
              <a:gd name="T25" fmla="*/ 181 h 373"/>
              <a:gd name="T26" fmla="*/ 188 w 388"/>
              <a:gd name="T27" fmla="*/ 192 h 373"/>
              <a:gd name="T28" fmla="*/ 169 w 388"/>
              <a:gd name="T29" fmla="*/ 211 h 373"/>
              <a:gd name="T30" fmla="*/ 157 w 388"/>
              <a:gd name="T31" fmla="*/ 222 h 373"/>
              <a:gd name="T32" fmla="*/ 137 w 388"/>
              <a:gd name="T33" fmla="*/ 241 h 373"/>
              <a:gd name="T34" fmla="*/ 125 w 388"/>
              <a:gd name="T35" fmla="*/ 252 h 373"/>
              <a:gd name="T36" fmla="*/ 106 w 388"/>
              <a:gd name="T37" fmla="*/ 271 h 373"/>
              <a:gd name="T38" fmla="*/ 94 w 388"/>
              <a:gd name="T39" fmla="*/ 282 h 373"/>
              <a:gd name="T40" fmla="*/ 74 w 388"/>
              <a:gd name="T41" fmla="*/ 301 h 373"/>
              <a:gd name="T42" fmla="*/ 63 w 388"/>
              <a:gd name="T43" fmla="*/ 313 h 373"/>
              <a:gd name="T44" fmla="*/ 43 w 388"/>
              <a:gd name="T45" fmla="*/ 331 h 373"/>
              <a:gd name="T46" fmla="*/ 31 w 388"/>
              <a:gd name="T47" fmla="*/ 343 h 373"/>
              <a:gd name="T48" fmla="*/ 12 w 388"/>
              <a:gd name="T49" fmla="*/ 362 h 373"/>
              <a:gd name="T50" fmla="*/ 0 w 388"/>
              <a:gd name="T51" fmla="*/ 37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88" h="373">
                <a:moveTo>
                  <a:pt x="388" y="0"/>
                </a:moveTo>
                <a:lnTo>
                  <a:pt x="377" y="11"/>
                </a:lnTo>
                <a:moveTo>
                  <a:pt x="357" y="30"/>
                </a:moveTo>
                <a:lnTo>
                  <a:pt x="345" y="41"/>
                </a:lnTo>
                <a:moveTo>
                  <a:pt x="326" y="60"/>
                </a:moveTo>
                <a:lnTo>
                  <a:pt x="314" y="71"/>
                </a:lnTo>
                <a:moveTo>
                  <a:pt x="294" y="90"/>
                </a:moveTo>
                <a:lnTo>
                  <a:pt x="282" y="102"/>
                </a:lnTo>
                <a:moveTo>
                  <a:pt x="263" y="120"/>
                </a:moveTo>
                <a:lnTo>
                  <a:pt x="251" y="132"/>
                </a:lnTo>
                <a:moveTo>
                  <a:pt x="231" y="151"/>
                </a:moveTo>
                <a:lnTo>
                  <a:pt x="220" y="162"/>
                </a:lnTo>
                <a:moveTo>
                  <a:pt x="200" y="181"/>
                </a:moveTo>
                <a:lnTo>
                  <a:pt x="188" y="192"/>
                </a:lnTo>
                <a:moveTo>
                  <a:pt x="169" y="211"/>
                </a:moveTo>
                <a:lnTo>
                  <a:pt x="157" y="222"/>
                </a:lnTo>
                <a:moveTo>
                  <a:pt x="137" y="241"/>
                </a:moveTo>
                <a:lnTo>
                  <a:pt x="125" y="252"/>
                </a:lnTo>
                <a:moveTo>
                  <a:pt x="106" y="271"/>
                </a:moveTo>
                <a:lnTo>
                  <a:pt x="94" y="282"/>
                </a:lnTo>
                <a:moveTo>
                  <a:pt x="74" y="301"/>
                </a:moveTo>
                <a:lnTo>
                  <a:pt x="63" y="313"/>
                </a:lnTo>
                <a:moveTo>
                  <a:pt x="43" y="331"/>
                </a:moveTo>
                <a:lnTo>
                  <a:pt x="31" y="343"/>
                </a:lnTo>
                <a:moveTo>
                  <a:pt x="12" y="362"/>
                </a:moveTo>
                <a:lnTo>
                  <a:pt x="0" y="37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4" name="Freeform 464">
            <a:extLst>
              <a:ext uri="{FF2B5EF4-FFF2-40B4-BE49-F238E27FC236}">
                <a16:creationId xmlns:a16="http://schemas.microsoft.com/office/drawing/2014/main" id="{82D2172E-4A86-3974-2BC7-4D1255F48920}"/>
              </a:ext>
            </a:extLst>
          </p:cNvPr>
          <p:cNvSpPr>
            <a:spLocks noEditPoints="1"/>
          </p:cNvSpPr>
          <p:nvPr/>
        </p:nvSpPr>
        <p:spPr bwMode="auto">
          <a:xfrm>
            <a:off x="123825" y="1347788"/>
            <a:ext cx="287338" cy="212725"/>
          </a:xfrm>
          <a:custGeom>
            <a:avLst/>
            <a:gdLst>
              <a:gd name="T0" fmla="*/ 362 w 362"/>
              <a:gd name="T1" fmla="*/ 0 h 269"/>
              <a:gd name="T2" fmla="*/ 349 w 362"/>
              <a:gd name="T3" fmla="*/ 9 h 269"/>
              <a:gd name="T4" fmla="*/ 328 w 362"/>
              <a:gd name="T5" fmla="*/ 26 h 269"/>
              <a:gd name="T6" fmla="*/ 314 w 362"/>
              <a:gd name="T7" fmla="*/ 35 h 269"/>
              <a:gd name="T8" fmla="*/ 293 w 362"/>
              <a:gd name="T9" fmla="*/ 52 h 269"/>
              <a:gd name="T10" fmla="*/ 280 w 362"/>
              <a:gd name="T11" fmla="*/ 61 h 269"/>
              <a:gd name="T12" fmla="*/ 258 w 362"/>
              <a:gd name="T13" fmla="*/ 78 h 269"/>
              <a:gd name="T14" fmla="*/ 245 w 362"/>
              <a:gd name="T15" fmla="*/ 87 h 269"/>
              <a:gd name="T16" fmla="*/ 223 w 362"/>
              <a:gd name="T17" fmla="*/ 104 h 269"/>
              <a:gd name="T18" fmla="*/ 210 w 362"/>
              <a:gd name="T19" fmla="*/ 113 h 269"/>
              <a:gd name="T20" fmla="*/ 188 w 362"/>
              <a:gd name="T21" fmla="*/ 129 h 269"/>
              <a:gd name="T22" fmla="*/ 175 w 362"/>
              <a:gd name="T23" fmla="*/ 139 h 269"/>
              <a:gd name="T24" fmla="*/ 153 w 362"/>
              <a:gd name="T25" fmla="*/ 155 h 269"/>
              <a:gd name="T26" fmla="*/ 140 w 362"/>
              <a:gd name="T27" fmla="*/ 165 h 269"/>
              <a:gd name="T28" fmla="*/ 118 w 362"/>
              <a:gd name="T29" fmla="*/ 181 h 269"/>
              <a:gd name="T30" fmla="*/ 105 w 362"/>
              <a:gd name="T31" fmla="*/ 191 h 269"/>
              <a:gd name="T32" fmla="*/ 83 w 362"/>
              <a:gd name="T33" fmla="*/ 207 h 269"/>
              <a:gd name="T34" fmla="*/ 70 w 362"/>
              <a:gd name="T35" fmla="*/ 217 h 269"/>
              <a:gd name="T36" fmla="*/ 48 w 362"/>
              <a:gd name="T37" fmla="*/ 233 h 269"/>
              <a:gd name="T38" fmla="*/ 35 w 362"/>
              <a:gd name="T39" fmla="*/ 243 h 269"/>
              <a:gd name="T40" fmla="*/ 13 w 362"/>
              <a:gd name="T41" fmla="*/ 259 h 269"/>
              <a:gd name="T42" fmla="*/ 0 w 362"/>
              <a:gd name="T43" fmla="*/ 269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2" h="269">
                <a:moveTo>
                  <a:pt x="362" y="0"/>
                </a:moveTo>
                <a:lnTo>
                  <a:pt x="349" y="9"/>
                </a:lnTo>
                <a:moveTo>
                  <a:pt x="328" y="26"/>
                </a:moveTo>
                <a:lnTo>
                  <a:pt x="314" y="35"/>
                </a:lnTo>
                <a:moveTo>
                  <a:pt x="293" y="52"/>
                </a:moveTo>
                <a:lnTo>
                  <a:pt x="280" y="61"/>
                </a:lnTo>
                <a:moveTo>
                  <a:pt x="258" y="78"/>
                </a:moveTo>
                <a:lnTo>
                  <a:pt x="245" y="87"/>
                </a:lnTo>
                <a:moveTo>
                  <a:pt x="223" y="104"/>
                </a:moveTo>
                <a:lnTo>
                  <a:pt x="210" y="113"/>
                </a:lnTo>
                <a:moveTo>
                  <a:pt x="188" y="129"/>
                </a:moveTo>
                <a:lnTo>
                  <a:pt x="175" y="139"/>
                </a:lnTo>
                <a:moveTo>
                  <a:pt x="153" y="155"/>
                </a:moveTo>
                <a:lnTo>
                  <a:pt x="140" y="165"/>
                </a:lnTo>
                <a:moveTo>
                  <a:pt x="118" y="181"/>
                </a:moveTo>
                <a:lnTo>
                  <a:pt x="105" y="191"/>
                </a:lnTo>
                <a:moveTo>
                  <a:pt x="83" y="207"/>
                </a:moveTo>
                <a:lnTo>
                  <a:pt x="70" y="217"/>
                </a:lnTo>
                <a:moveTo>
                  <a:pt x="48" y="233"/>
                </a:moveTo>
                <a:lnTo>
                  <a:pt x="35" y="243"/>
                </a:lnTo>
                <a:moveTo>
                  <a:pt x="13" y="259"/>
                </a:moveTo>
                <a:lnTo>
                  <a:pt x="0" y="26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5" name="Freeform 465">
            <a:extLst>
              <a:ext uri="{FF2B5EF4-FFF2-40B4-BE49-F238E27FC236}">
                <a16:creationId xmlns:a16="http://schemas.microsoft.com/office/drawing/2014/main" id="{014563AA-71C7-194D-A6CC-84FA6A1210DE}"/>
              </a:ext>
            </a:extLst>
          </p:cNvPr>
          <p:cNvSpPr>
            <a:spLocks noEditPoints="1"/>
          </p:cNvSpPr>
          <p:nvPr/>
        </p:nvSpPr>
        <p:spPr bwMode="auto">
          <a:xfrm>
            <a:off x="938213" y="263526"/>
            <a:ext cx="168275" cy="315913"/>
          </a:xfrm>
          <a:custGeom>
            <a:avLst/>
            <a:gdLst>
              <a:gd name="T0" fmla="*/ 213 w 213"/>
              <a:gd name="T1" fmla="*/ 0 h 398"/>
              <a:gd name="T2" fmla="*/ 205 w 213"/>
              <a:gd name="T3" fmla="*/ 15 h 398"/>
              <a:gd name="T4" fmla="*/ 193 w 213"/>
              <a:gd name="T5" fmla="*/ 39 h 398"/>
              <a:gd name="T6" fmla="*/ 185 w 213"/>
              <a:gd name="T7" fmla="*/ 53 h 398"/>
              <a:gd name="T8" fmla="*/ 172 w 213"/>
              <a:gd name="T9" fmla="*/ 77 h 398"/>
              <a:gd name="T10" fmla="*/ 164 w 213"/>
              <a:gd name="T11" fmla="*/ 91 h 398"/>
              <a:gd name="T12" fmla="*/ 151 w 213"/>
              <a:gd name="T13" fmla="*/ 115 h 398"/>
              <a:gd name="T14" fmla="*/ 144 w 213"/>
              <a:gd name="T15" fmla="*/ 130 h 398"/>
              <a:gd name="T16" fmla="*/ 131 w 213"/>
              <a:gd name="T17" fmla="*/ 154 h 398"/>
              <a:gd name="T18" fmla="*/ 123 w 213"/>
              <a:gd name="T19" fmla="*/ 168 h 398"/>
              <a:gd name="T20" fmla="*/ 110 w 213"/>
              <a:gd name="T21" fmla="*/ 192 h 398"/>
              <a:gd name="T22" fmla="*/ 103 w 213"/>
              <a:gd name="T23" fmla="*/ 206 h 398"/>
              <a:gd name="T24" fmla="*/ 90 w 213"/>
              <a:gd name="T25" fmla="*/ 230 h 398"/>
              <a:gd name="T26" fmla="*/ 82 w 213"/>
              <a:gd name="T27" fmla="*/ 245 h 398"/>
              <a:gd name="T28" fmla="*/ 69 w 213"/>
              <a:gd name="T29" fmla="*/ 269 h 398"/>
              <a:gd name="T30" fmla="*/ 61 w 213"/>
              <a:gd name="T31" fmla="*/ 283 h 398"/>
              <a:gd name="T32" fmla="*/ 48 w 213"/>
              <a:gd name="T33" fmla="*/ 307 h 398"/>
              <a:gd name="T34" fmla="*/ 41 w 213"/>
              <a:gd name="T35" fmla="*/ 322 h 398"/>
              <a:gd name="T36" fmla="*/ 28 w 213"/>
              <a:gd name="T37" fmla="*/ 345 h 398"/>
              <a:gd name="T38" fmla="*/ 20 w 213"/>
              <a:gd name="T39" fmla="*/ 360 h 398"/>
              <a:gd name="T40" fmla="*/ 7 w 213"/>
              <a:gd name="T41" fmla="*/ 384 h 398"/>
              <a:gd name="T42" fmla="*/ 0 w 213"/>
              <a:gd name="T43" fmla="*/ 398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3" h="398">
                <a:moveTo>
                  <a:pt x="213" y="0"/>
                </a:moveTo>
                <a:lnTo>
                  <a:pt x="205" y="15"/>
                </a:lnTo>
                <a:moveTo>
                  <a:pt x="193" y="39"/>
                </a:moveTo>
                <a:lnTo>
                  <a:pt x="185" y="53"/>
                </a:lnTo>
                <a:moveTo>
                  <a:pt x="172" y="77"/>
                </a:moveTo>
                <a:lnTo>
                  <a:pt x="164" y="91"/>
                </a:lnTo>
                <a:moveTo>
                  <a:pt x="151" y="115"/>
                </a:moveTo>
                <a:lnTo>
                  <a:pt x="144" y="130"/>
                </a:lnTo>
                <a:moveTo>
                  <a:pt x="131" y="154"/>
                </a:moveTo>
                <a:lnTo>
                  <a:pt x="123" y="168"/>
                </a:lnTo>
                <a:moveTo>
                  <a:pt x="110" y="192"/>
                </a:moveTo>
                <a:lnTo>
                  <a:pt x="103" y="206"/>
                </a:lnTo>
                <a:moveTo>
                  <a:pt x="90" y="230"/>
                </a:moveTo>
                <a:lnTo>
                  <a:pt x="82" y="245"/>
                </a:lnTo>
                <a:moveTo>
                  <a:pt x="69" y="269"/>
                </a:moveTo>
                <a:lnTo>
                  <a:pt x="61" y="283"/>
                </a:lnTo>
                <a:moveTo>
                  <a:pt x="48" y="307"/>
                </a:moveTo>
                <a:lnTo>
                  <a:pt x="41" y="322"/>
                </a:lnTo>
                <a:moveTo>
                  <a:pt x="28" y="345"/>
                </a:moveTo>
                <a:lnTo>
                  <a:pt x="20" y="360"/>
                </a:lnTo>
                <a:moveTo>
                  <a:pt x="7" y="384"/>
                </a:moveTo>
                <a:lnTo>
                  <a:pt x="0" y="39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6" name="Freeform 466">
            <a:extLst>
              <a:ext uri="{FF2B5EF4-FFF2-40B4-BE49-F238E27FC236}">
                <a16:creationId xmlns:a16="http://schemas.microsoft.com/office/drawing/2014/main" id="{EE45A809-3E15-1027-0889-E5BCB281EEBF}"/>
              </a:ext>
            </a:extLst>
          </p:cNvPr>
          <p:cNvSpPr>
            <a:spLocks noEditPoints="1"/>
          </p:cNvSpPr>
          <p:nvPr/>
        </p:nvSpPr>
        <p:spPr bwMode="auto">
          <a:xfrm>
            <a:off x="1292225" y="2968626"/>
            <a:ext cx="382588" cy="366713"/>
          </a:xfrm>
          <a:custGeom>
            <a:avLst/>
            <a:gdLst>
              <a:gd name="T0" fmla="*/ 481 w 481"/>
              <a:gd name="T1" fmla="*/ 0 h 462"/>
              <a:gd name="T2" fmla="*/ 470 w 481"/>
              <a:gd name="T3" fmla="*/ 11 h 462"/>
              <a:gd name="T4" fmla="*/ 450 w 481"/>
              <a:gd name="T5" fmla="*/ 30 h 462"/>
              <a:gd name="T6" fmla="*/ 438 w 481"/>
              <a:gd name="T7" fmla="*/ 41 h 462"/>
              <a:gd name="T8" fmla="*/ 419 w 481"/>
              <a:gd name="T9" fmla="*/ 60 h 462"/>
              <a:gd name="T10" fmla="*/ 407 w 481"/>
              <a:gd name="T11" fmla="*/ 72 h 462"/>
              <a:gd name="T12" fmla="*/ 387 w 481"/>
              <a:gd name="T13" fmla="*/ 90 h 462"/>
              <a:gd name="T14" fmla="*/ 375 w 481"/>
              <a:gd name="T15" fmla="*/ 102 h 462"/>
              <a:gd name="T16" fmla="*/ 356 w 481"/>
              <a:gd name="T17" fmla="*/ 121 h 462"/>
              <a:gd name="T18" fmla="*/ 344 w 481"/>
              <a:gd name="T19" fmla="*/ 132 h 462"/>
              <a:gd name="T20" fmla="*/ 324 w 481"/>
              <a:gd name="T21" fmla="*/ 151 h 462"/>
              <a:gd name="T22" fmla="*/ 313 w 481"/>
              <a:gd name="T23" fmla="*/ 162 h 462"/>
              <a:gd name="T24" fmla="*/ 293 w 481"/>
              <a:gd name="T25" fmla="*/ 181 h 462"/>
              <a:gd name="T26" fmla="*/ 281 w 481"/>
              <a:gd name="T27" fmla="*/ 192 h 462"/>
              <a:gd name="T28" fmla="*/ 262 w 481"/>
              <a:gd name="T29" fmla="*/ 211 h 462"/>
              <a:gd name="T30" fmla="*/ 250 w 481"/>
              <a:gd name="T31" fmla="*/ 222 h 462"/>
              <a:gd name="T32" fmla="*/ 230 w 481"/>
              <a:gd name="T33" fmla="*/ 241 h 462"/>
              <a:gd name="T34" fmla="*/ 218 w 481"/>
              <a:gd name="T35" fmla="*/ 252 h 462"/>
              <a:gd name="T36" fmla="*/ 199 w 481"/>
              <a:gd name="T37" fmla="*/ 271 h 462"/>
              <a:gd name="T38" fmla="*/ 187 w 481"/>
              <a:gd name="T39" fmla="*/ 283 h 462"/>
              <a:gd name="T40" fmla="*/ 167 w 481"/>
              <a:gd name="T41" fmla="*/ 301 h 462"/>
              <a:gd name="T42" fmla="*/ 156 w 481"/>
              <a:gd name="T43" fmla="*/ 313 h 462"/>
              <a:gd name="T44" fmla="*/ 136 w 481"/>
              <a:gd name="T45" fmla="*/ 332 h 462"/>
              <a:gd name="T46" fmla="*/ 124 w 481"/>
              <a:gd name="T47" fmla="*/ 343 h 462"/>
              <a:gd name="T48" fmla="*/ 105 w 481"/>
              <a:gd name="T49" fmla="*/ 362 h 462"/>
              <a:gd name="T50" fmla="*/ 93 w 481"/>
              <a:gd name="T51" fmla="*/ 373 h 462"/>
              <a:gd name="T52" fmla="*/ 73 w 481"/>
              <a:gd name="T53" fmla="*/ 392 h 462"/>
              <a:gd name="T54" fmla="*/ 62 w 481"/>
              <a:gd name="T55" fmla="*/ 403 h 462"/>
              <a:gd name="T56" fmla="*/ 42 w 481"/>
              <a:gd name="T57" fmla="*/ 422 h 462"/>
              <a:gd name="T58" fmla="*/ 30 w 481"/>
              <a:gd name="T59" fmla="*/ 433 h 462"/>
              <a:gd name="T60" fmla="*/ 10 w 481"/>
              <a:gd name="T61" fmla="*/ 452 h 462"/>
              <a:gd name="T62" fmla="*/ 0 w 481"/>
              <a:gd name="T63" fmla="*/ 462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81" h="462">
                <a:moveTo>
                  <a:pt x="481" y="0"/>
                </a:moveTo>
                <a:lnTo>
                  <a:pt x="470" y="11"/>
                </a:lnTo>
                <a:moveTo>
                  <a:pt x="450" y="30"/>
                </a:moveTo>
                <a:lnTo>
                  <a:pt x="438" y="41"/>
                </a:lnTo>
                <a:moveTo>
                  <a:pt x="419" y="60"/>
                </a:moveTo>
                <a:lnTo>
                  <a:pt x="407" y="72"/>
                </a:lnTo>
                <a:moveTo>
                  <a:pt x="387" y="90"/>
                </a:moveTo>
                <a:lnTo>
                  <a:pt x="375" y="102"/>
                </a:lnTo>
                <a:moveTo>
                  <a:pt x="356" y="121"/>
                </a:moveTo>
                <a:lnTo>
                  <a:pt x="344" y="132"/>
                </a:lnTo>
                <a:moveTo>
                  <a:pt x="324" y="151"/>
                </a:moveTo>
                <a:lnTo>
                  <a:pt x="313" y="162"/>
                </a:lnTo>
                <a:moveTo>
                  <a:pt x="293" y="181"/>
                </a:moveTo>
                <a:lnTo>
                  <a:pt x="281" y="192"/>
                </a:lnTo>
                <a:moveTo>
                  <a:pt x="262" y="211"/>
                </a:moveTo>
                <a:lnTo>
                  <a:pt x="250" y="222"/>
                </a:lnTo>
                <a:moveTo>
                  <a:pt x="230" y="241"/>
                </a:moveTo>
                <a:lnTo>
                  <a:pt x="218" y="252"/>
                </a:lnTo>
                <a:moveTo>
                  <a:pt x="199" y="271"/>
                </a:moveTo>
                <a:lnTo>
                  <a:pt x="187" y="283"/>
                </a:lnTo>
                <a:moveTo>
                  <a:pt x="167" y="301"/>
                </a:moveTo>
                <a:lnTo>
                  <a:pt x="156" y="313"/>
                </a:lnTo>
                <a:moveTo>
                  <a:pt x="136" y="332"/>
                </a:moveTo>
                <a:lnTo>
                  <a:pt x="124" y="343"/>
                </a:lnTo>
                <a:moveTo>
                  <a:pt x="105" y="362"/>
                </a:moveTo>
                <a:lnTo>
                  <a:pt x="93" y="373"/>
                </a:lnTo>
                <a:moveTo>
                  <a:pt x="73" y="392"/>
                </a:moveTo>
                <a:lnTo>
                  <a:pt x="62" y="403"/>
                </a:lnTo>
                <a:moveTo>
                  <a:pt x="42" y="422"/>
                </a:moveTo>
                <a:lnTo>
                  <a:pt x="30" y="433"/>
                </a:lnTo>
                <a:moveTo>
                  <a:pt x="10" y="452"/>
                </a:moveTo>
                <a:lnTo>
                  <a:pt x="0" y="46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7" name="Freeform 467">
            <a:extLst>
              <a:ext uri="{FF2B5EF4-FFF2-40B4-BE49-F238E27FC236}">
                <a16:creationId xmlns:a16="http://schemas.microsoft.com/office/drawing/2014/main" id="{204EFFAB-89AC-6F46-FADB-1C4B12D1F4B0}"/>
              </a:ext>
            </a:extLst>
          </p:cNvPr>
          <p:cNvSpPr>
            <a:spLocks noEditPoints="1"/>
          </p:cNvSpPr>
          <p:nvPr/>
        </p:nvSpPr>
        <p:spPr bwMode="auto">
          <a:xfrm>
            <a:off x="895350" y="2881313"/>
            <a:ext cx="117475" cy="265113"/>
          </a:xfrm>
          <a:custGeom>
            <a:avLst/>
            <a:gdLst>
              <a:gd name="T0" fmla="*/ 147 w 147"/>
              <a:gd name="T1" fmla="*/ 0 h 334"/>
              <a:gd name="T2" fmla="*/ 140 w 147"/>
              <a:gd name="T3" fmla="*/ 15 h 334"/>
              <a:gd name="T4" fmla="*/ 129 w 147"/>
              <a:gd name="T5" fmla="*/ 40 h 334"/>
              <a:gd name="T6" fmla="*/ 123 w 147"/>
              <a:gd name="T7" fmla="*/ 55 h 334"/>
              <a:gd name="T8" fmla="*/ 112 w 147"/>
              <a:gd name="T9" fmla="*/ 80 h 334"/>
              <a:gd name="T10" fmla="*/ 105 w 147"/>
              <a:gd name="T11" fmla="*/ 94 h 334"/>
              <a:gd name="T12" fmla="*/ 94 w 147"/>
              <a:gd name="T13" fmla="*/ 119 h 334"/>
              <a:gd name="T14" fmla="*/ 88 w 147"/>
              <a:gd name="T15" fmla="*/ 134 h 334"/>
              <a:gd name="T16" fmla="*/ 77 w 147"/>
              <a:gd name="T17" fmla="*/ 159 h 334"/>
              <a:gd name="T18" fmla="*/ 70 w 147"/>
              <a:gd name="T19" fmla="*/ 174 h 334"/>
              <a:gd name="T20" fmla="*/ 59 w 147"/>
              <a:gd name="T21" fmla="*/ 199 h 334"/>
              <a:gd name="T22" fmla="*/ 53 w 147"/>
              <a:gd name="T23" fmla="*/ 214 h 334"/>
              <a:gd name="T24" fmla="*/ 42 w 147"/>
              <a:gd name="T25" fmla="*/ 239 h 334"/>
              <a:gd name="T26" fmla="*/ 35 w 147"/>
              <a:gd name="T27" fmla="*/ 254 h 334"/>
              <a:gd name="T28" fmla="*/ 24 w 147"/>
              <a:gd name="T29" fmla="*/ 279 h 334"/>
              <a:gd name="T30" fmla="*/ 18 w 147"/>
              <a:gd name="T31" fmla="*/ 294 h 334"/>
              <a:gd name="T32" fmla="*/ 7 w 147"/>
              <a:gd name="T33" fmla="*/ 319 h 334"/>
              <a:gd name="T34" fmla="*/ 0 w 147"/>
              <a:gd name="T35" fmla="*/ 334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7" h="334">
                <a:moveTo>
                  <a:pt x="147" y="0"/>
                </a:moveTo>
                <a:lnTo>
                  <a:pt x="140" y="15"/>
                </a:lnTo>
                <a:moveTo>
                  <a:pt x="129" y="40"/>
                </a:moveTo>
                <a:lnTo>
                  <a:pt x="123" y="55"/>
                </a:lnTo>
                <a:moveTo>
                  <a:pt x="112" y="80"/>
                </a:moveTo>
                <a:lnTo>
                  <a:pt x="105" y="94"/>
                </a:lnTo>
                <a:moveTo>
                  <a:pt x="94" y="119"/>
                </a:moveTo>
                <a:lnTo>
                  <a:pt x="88" y="134"/>
                </a:lnTo>
                <a:moveTo>
                  <a:pt x="77" y="159"/>
                </a:moveTo>
                <a:lnTo>
                  <a:pt x="70" y="174"/>
                </a:lnTo>
                <a:moveTo>
                  <a:pt x="59" y="199"/>
                </a:moveTo>
                <a:lnTo>
                  <a:pt x="53" y="214"/>
                </a:lnTo>
                <a:moveTo>
                  <a:pt x="42" y="239"/>
                </a:moveTo>
                <a:lnTo>
                  <a:pt x="35" y="254"/>
                </a:lnTo>
                <a:moveTo>
                  <a:pt x="24" y="279"/>
                </a:moveTo>
                <a:lnTo>
                  <a:pt x="18" y="294"/>
                </a:lnTo>
                <a:moveTo>
                  <a:pt x="7" y="319"/>
                </a:moveTo>
                <a:lnTo>
                  <a:pt x="0" y="33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8" name="Freeform 468">
            <a:extLst>
              <a:ext uri="{FF2B5EF4-FFF2-40B4-BE49-F238E27FC236}">
                <a16:creationId xmlns:a16="http://schemas.microsoft.com/office/drawing/2014/main" id="{5AE5ECA3-0732-0630-FDA8-2504FD3ECF13}"/>
              </a:ext>
            </a:extLst>
          </p:cNvPr>
          <p:cNvSpPr>
            <a:spLocks noEditPoints="1"/>
          </p:cNvSpPr>
          <p:nvPr/>
        </p:nvSpPr>
        <p:spPr bwMode="auto">
          <a:xfrm>
            <a:off x="334963" y="214313"/>
            <a:ext cx="58738" cy="95250"/>
          </a:xfrm>
          <a:custGeom>
            <a:avLst/>
            <a:gdLst>
              <a:gd name="T0" fmla="*/ 73 w 73"/>
              <a:gd name="T1" fmla="*/ 0 h 119"/>
              <a:gd name="T2" fmla="*/ 65 w 73"/>
              <a:gd name="T3" fmla="*/ 14 h 119"/>
              <a:gd name="T4" fmla="*/ 51 w 73"/>
              <a:gd name="T5" fmla="*/ 37 h 119"/>
              <a:gd name="T6" fmla="*/ 42 w 73"/>
              <a:gd name="T7" fmla="*/ 51 h 119"/>
              <a:gd name="T8" fmla="*/ 28 w 73"/>
              <a:gd name="T9" fmla="*/ 74 h 119"/>
              <a:gd name="T10" fmla="*/ 19 w 73"/>
              <a:gd name="T11" fmla="*/ 88 h 119"/>
              <a:gd name="T12" fmla="*/ 5 w 73"/>
              <a:gd name="T13" fmla="*/ 111 h 119"/>
              <a:gd name="T14" fmla="*/ 0 w 73"/>
              <a:gd name="T15" fmla="*/ 119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" h="119">
                <a:moveTo>
                  <a:pt x="73" y="0"/>
                </a:moveTo>
                <a:lnTo>
                  <a:pt x="65" y="14"/>
                </a:lnTo>
                <a:moveTo>
                  <a:pt x="51" y="37"/>
                </a:moveTo>
                <a:lnTo>
                  <a:pt x="42" y="51"/>
                </a:lnTo>
                <a:moveTo>
                  <a:pt x="28" y="74"/>
                </a:moveTo>
                <a:lnTo>
                  <a:pt x="19" y="88"/>
                </a:lnTo>
                <a:moveTo>
                  <a:pt x="5" y="111"/>
                </a:moveTo>
                <a:lnTo>
                  <a:pt x="0" y="11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9" name="Freeform 469">
            <a:extLst>
              <a:ext uri="{FF2B5EF4-FFF2-40B4-BE49-F238E27FC236}">
                <a16:creationId xmlns:a16="http://schemas.microsoft.com/office/drawing/2014/main" id="{D7CF4ABB-0AFE-58D2-9379-8817A5DF68B2}"/>
              </a:ext>
            </a:extLst>
          </p:cNvPr>
          <p:cNvSpPr>
            <a:spLocks noEditPoints="1"/>
          </p:cNvSpPr>
          <p:nvPr/>
        </p:nvSpPr>
        <p:spPr bwMode="auto">
          <a:xfrm>
            <a:off x="336550" y="520701"/>
            <a:ext cx="225425" cy="352425"/>
          </a:xfrm>
          <a:custGeom>
            <a:avLst/>
            <a:gdLst>
              <a:gd name="T0" fmla="*/ 284 w 284"/>
              <a:gd name="T1" fmla="*/ 0 h 444"/>
              <a:gd name="T2" fmla="*/ 275 w 284"/>
              <a:gd name="T3" fmla="*/ 14 h 444"/>
              <a:gd name="T4" fmla="*/ 260 w 284"/>
              <a:gd name="T5" fmla="*/ 37 h 444"/>
              <a:gd name="T6" fmla="*/ 251 w 284"/>
              <a:gd name="T7" fmla="*/ 51 h 444"/>
              <a:gd name="T8" fmla="*/ 237 w 284"/>
              <a:gd name="T9" fmla="*/ 74 h 444"/>
              <a:gd name="T10" fmla="*/ 228 w 284"/>
              <a:gd name="T11" fmla="*/ 87 h 444"/>
              <a:gd name="T12" fmla="*/ 213 w 284"/>
              <a:gd name="T13" fmla="*/ 110 h 444"/>
              <a:gd name="T14" fmla="*/ 204 w 284"/>
              <a:gd name="T15" fmla="*/ 124 h 444"/>
              <a:gd name="T16" fmla="*/ 190 w 284"/>
              <a:gd name="T17" fmla="*/ 147 h 444"/>
              <a:gd name="T18" fmla="*/ 181 w 284"/>
              <a:gd name="T19" fmla="*/ 161 h 444"/>
              <a:gd name="T20" fmla="*/ 166 w 284"/>
              <a:gd name="T21" fmla="*/ 184 h 444"/>
              <a:gd name="T22" fmla="*/ 158 w 284"/>
              <a:gd name="T23" fmla="*/ 197 h 444"/>
              <a:gd name="T24" fmla="*/ 143 w 284"/>
              <a:gd name="T25" fmla="*/ 220 h 444"/>
              <a:gd name="T26" fmla="*/ 134 w 284"/>
              <a:gd name="T27" fmla="*/ 234 h 444"/>
              <a:gd name="T28" fmla="*/ 119 w 284"/>
              <a:gd name="T29" fmla="*/ 257 h 444"/>
              <a:gd name="T30" fmla="*/ 111 w 284"/>
              <a:gd name="T31" fmla="*/ 271 h 444"/>
              <a:gd name="T32" fmla="*/ 96 w 284"/>
              <a:gd name="T33" fmla="*/ 294 h 444"/>
              <a:gd name="T34" fmla="*/ 87 w 284"/>
              <a:gd name="T35" fmla="*/ 307 h 444"/>
              <a:gd name="T36" fmla="*/ 72 w 284"/>
              <a:gd name="T37" fmla="*/ 330 h 444"/>
              <a:gd name="T38" fmla="*/ 64 w 284"/>
              <a:gd name="T39" fmla="*/ 344 h 444"/>
              <a:gd name="T40" fmla="*/ 49 w 284"/>
              <a:gd name="T41" fmla="*/ 367 h 444"/>
              <a:gd name="T42" fmla="*/ 40 w 284"/>
              <a:gd name="T43" fmla="*/ 381 h 444"/>
              <a:gd name="T44" fmla="*/ 26 w 284"/>
              <a:gd name="T45" fmla="*/ 404 h 444"/>
              <a:gd name="T46" fmla="*/ 17 w 284"/>
              <a:gd name="T47" fmla="*/ 417 h 444"/>
              <a:gd name="T48" fmla="*/ 2 w 284"/>
              <a:gd name="T49" fmla="*/ 440 h 444"/>
              <a:gd name="T50" fmla="*/ 0 w 284"/>
              <a:gd name="T51" fmla="*/ 444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84" h="444">
                <a:moveTo>
                  <a:pt x="284" y="0"/>
                </a:moveTo>
                <a:lnTo>
                  <a:pt x="275" y="14"/>
                </a:lnTo>
                <a:moveTo>
                  <a:pt x="260" y="37"/>
                </a:moveTo>
                <a:lnTo>
                  <a:pt x="251" y="51"/>
                </a:lnTo>
                <a:moveTo>
                  <a:pt x="237" y="74"/>
                </a:moveTo>
                <a:lnTo>
                  <a:pt x="228" y="87"/>
                </a:lnTo>
                <a:moveTo>
                  <a:pt x="213" y="110"/>
                </a:moveTo>
                <a:lnTo>
                  <a:pt x="204" y="124"/>
                </a:lnTo>
                <a:moveTo>
                  <a:pt x="190" y="147"/>
                </a:moveTo>
                <a:lnTo>
                  <a:pt x="181" y="161"/>
                </a:lnTo>
                <a:moveTo>
                  <a:pt x="166" y="184"/>
                </a:moveTo>
                <a:lnTo>
                  <a:pt x="158" y="197"/>
                </a:lnTo>
                <a:moveTo>
                  <a:pt x="143" y="220"/>
                </a:moveTo>
                <a:lnTo>
                  <a:pt x="134" y="234"/>
                </a:lnTo>
                <a:moveTo>
                  <a:pt x="119" y="257"/>
                </a:moveTo>
                <a:lnTo>
                  <a:pt x="111" y="271"/>
                </a:lnTo>
                <a:moveTo>
                  <a:pt x="96" y="294"/>
                </a:moveTo>
                <a:lnTo>
                  <a:pt x="87" y="307"/>
                </a:lnTo>
                <a:moveTo>
                  <a:pt x="72" y="330"/>
                </a:moveTo>
                <a:lnTo>
                  <a:pt x="64" y="344"/>
                </a:lnTo>
                <a:moveTo>
                  <a:pt x="49" y="367"/>
                </a:moveTo>
                <a:lnTo>
                  <a:pt x="40" y="381"/>
                </a:lnTo>
                <a:moveTo>
                  <a:pt x="26" y="404"/>
                </a:moveTo>
                <a:lnTo>
                  <a:pt x="17" y="417"/>
                </a:lnTo>
                <a:moveTo>
                  <a:pt x="2" y="440"/>
                </a:moveTo>
                <a:lnTo>
                  <a:pt x="0" y="4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0" name="Freeform 470">
            <a:extLst>
              <a:ext uri="{FF2B5EF4-FFF2-40B4-BE49-F238E27FC236}">
                <a16:creationId xmlns:a16="http://schemas.microsoft.com/office/drawing/2014/main" id="{E5A2A7EF-3E56-F4BA-E405-949DFD32271B}"/>
              </a:ext>
            </a:extLst>
          </p:cNvPr>
          <p:cNvSpPr>
            <a:spLocks noEditPoints="1"/>
          </p:cNvSpPr>
          <p:nvPr/>
        </p:nvSpPr>
        <p:spPr bwMode="auto">
          <a:xfrm>
            <a:off x="155575" y="214313"/>
            <a:ext cx="215900" cy="409575"/>
          </a:xfrm>
          <a:custGeom>
            <a:avLst/>
            <a:gdLst>
              <a:gd name="T0" fmla="*/ 271 w 271"/>
              <a:gd name="T1" fmla="*/ 0 h 515"/>
              <a:gd name="T2" fmla="*/ 263 w 271"/>
              <a:gd name="T3" fmla="*/ 14 h 515"/>
              <a:gd name="T4" fmla="*/ 250 w 271"/>
              <a:gd name="T5" fmla="*/ 38 h 515"/>
              <a:gd name="T6" fmla="*/ 243 w 271"/>
              <a:gd name="T7" fmla="*/ 53 h 515"/>
              <a:gd name="T8" fmla="*/ 230 w 271"/>
              <a:gd name="T9" fmla="*/ 77 h 515"/>
              <a:gd name="T10" fmla="*/ 223 w 271"/>
              <a:gd name="T11" fmla="*/ 91 h 515"/>
              <a:gd name="T12" fmla="*/ 210 w 271"/>
              <a:gd name="T13" fmla="*/ 115 h 515"/>
              <a:gd name="T14" fmla="*/ 202 w 271"/>
              <a:gd name="T15" fmla="*/ 130 h 515"/>
              <a:gd name="T16" fmla="*/ 190 w 271"/>
              <a:gd name="T17" fmla="*/ 154 h 515"/>
              <a:gd name="T18" fmla="*/ 182 w 271"/>
              <a:gd name="T19" fmla="*/ 168 h 515"/>
              <a:gd name="T20" fmla="*/ 169 w 271"/>
              <a:gd name="T21" fmla="*/ 192 h 515"/>
              <a:gd name="T22" fmla="*/ 162 w 271"/>
              <a:gd name="T23" fmla="*/ 207 h 515"/>
              <a:gd name="T24" fmla="*/ 149 w 271"/>
              <a:gd name="T25" fmla="*/ 231 h 515"/>
              <a:gd name="T26" fmla="*/ 142 w 271"/>
              <a:gd name="T27" fmla="*/ 245 h 515"/>
              <a:gd name="T28" fmla="*/ 129 w 271"/>
              <a:gd name="T29" fmla="*/ 269 h 515"/>
              <a:gd name="T30" fmla="*/ 121 w 271"/>
              <a:gd name="T31" fmla="*/ 284 h 515"/>
              <a:gd name="T32" fmla="*/ 109 w 271"/>
              <a:gd name="T33" fmla="*/ 308 h 515"/>
              <a:gd name="T34" fmla="*/ 101 w 271"/>
              <a:gd name="T35" fmla="*/ 322 h 515"/>
              <a:gd name="T36" fmla="*/ 88 w 271"/>
              <a:gd name="T37" fmla="*/ 347 h 515"/>
              <a:gd name="T38" fmla="*/ 81 w 271"/>
              <a:gd name="T39" fmla="*/ 361 h 515"/>
              <a:gd name="T40" fmla="*/ 68 w 271"/>
              <a:gd name="T41" fmla="*/ 385 h 515"/>
              <a:gd name="T42" fmla="*/ 60 w 271"/>
              <a:gd name="T43" fmla="*/ 399 h 515"/>
              <a:gd name="T44" fmla="*/ 48 w 271"/>
              <a:gd name="T45" fmla="*/ 424 h 515"/>
              <a:gd name="T46" fmla="*/ 40 w 271"/>
              <a:gd name="T47" fmla="*/ 438 h 515"/>
              <a:gd name="T48" fmla="*/ 28 w 271"/>
              <a:gd name="T49" fmla="*/ 462 h 515"/>
              <a:gd name="T50" fmla="*/ 20 w 271"/>
              <a:gd name="T51" fmla="*/ 477 h 515"/>
              <a:gd name="T52" fmla="*/ 7 w 271"/>
              <a:gd name="T53" fmla="*/ 501 h 515"/>
              <a:gd name="T54" fmla="*/ 0 w 271"/>
              <a:gd name="T55" fmla="*/ 515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71" h="515">
                <a:moveTo>
                  <a:pt x="271" y="0"/>
                </a:moveTo>
                <a:lnTo>
                  <a:pt x="263" y="14"/>
                </a:lnTo>
                <a:moveTo>
                  <a:pt x="250" y="38"/>
                </a:moveTo>
                <a:lnTo>
                  <a:pt x="243" y="53"/>
                </a:lnTo>
                <a:moveTo>
                  <a:pt x="230" y="77"/>
                </a:moveTo>
                <a:lnTo>
                  <a:pt x="223" y="91"/>
                </a:lnTo>
                <a:moveTo>
                  <a:pt x="210" y="115"/>
                </a:moveTo>
                <a:lnTo>
                  <a:pt x="202" y="130"/>
                </a:lnTo>
                <a:moveTo>
                  <a:pt x="190" y="154"/>
                </a:moveTo>
                <a:lnTo>
                  <a:pt x="182" y="168"/>
                </a:lnTo>
                <a:moveTo>
                  <a:pt x="169" y="192"/>
                </a:moveTo>
                <a:lnTo>
                  <a:pt x="162" y="207"/>
                </a:lnTo>
                <a:moveTo>
                  <a:pt x="149" y="231"/>
                </a:moveTo>
                <a:lnTo>
                  <a:pt x="142" y="245"/>
                </a:lnTo>
                <a:moveTo>
                  <a:pt x="129" y="269"/>
                </a:moveTo>
                <a:lnTo>
                  <a:pt x="121" y="284"/>
                </a:lnTo>
                <a:moveTo>
                  <a:pt x="109" y="308"/>
                </a:moveTo>
                <a:lnTo>
                  <a:pt x="101" y="322"/>
                </a:lnTo>
                <a:moveTo>
                  <a:pt x="88" y="347"/>
                </a:moveTo>
                <a:lnTo>
                  <a:pt x="81" y="361"/>
                </a:lnTo>
                <a:moveTo>
                  <a:pt x="68" y="385"/>
                </a:moveTo>
                <a:lnTo>
                  <a:pt x="60" y="399"/>
                </a:lnTo>
                <a:moveTo>
                  <a:pt x="48" y="424"/>
                </a:moveTo>
                <a:lnTo>
                  <a:pt x="40" y="438"/>
                </a:lnTo>
                <a:moveTo>
                  <a:pt x="28" y="462"/>
                </a:moveTo>
                <a:lnTo>
                  <a:pt x="20" y="477"/>
                </a:lnTo>
                <a:moveTo>
                  <a:pt x="7" y="501"/>
                </a:moveTo>
                <a:lnTo>
                  <a:pt x="0" y="51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1" name="Freeform 471">
            <a:extLst>
              <a:ext uri="{FF2B5EF4-FFF2-40B4-BE49-F238E27FC236}">
                <a16:creationId xmlns:a16="http://schemas.microsoft.com/office/drawing/2014/main" id="{18F90B55-CD84-1AD7-B0AC-9FAAAE34CA9C}"/>
              </a:ext>
            </a:extLst>
          </p:cNvPr>
          <p:cNvSpPr>
            <a:spLocks noEditPoints="1"/>
          </p:cNvSpPr>
          <p:nvPr/>
        </p:nvSpPr>
        <p:spPr bwMode="auto">
          <a:xfrm>
            <a:off x="673100" y="1973263"/>
            <a:ext cx="7938" cy="180975"/>
          </a:xfrm>
          <a:custGeom>
            <a:avLst/>
            <a:gdLst>
              <a:gd name="T0" fmla="*/ 10 w 10"/>
              <a:gd name="T1" fmla="*/ 0 h 230"/>
              <a:gd name="T2" fmla="*/ 10 w 10"/>
              <a:gd name="T3" fmla="*/ 16 h 230"/>
              <a:gd name="T4" fmla="*/ 9 w 10"/>
              <a:gd name="T5" fmla="*/ 43 h 230"/>
              <a:gd name="T6" fmla="*/ 8 w 10"/>
              <a:gd name="T7" fmla="*/ 60 h 230"/>
              <a:gd name="T8" fmla="*/ 7 w 10"/>
              <a:gd name="T9" fmla="*/ 87 h 230"/>
              <a:gd name="T10" fmla="*/ 6 w 10"/>
              <a:gd name="T11" fmla="*/ 103 h 230"/>
              <a:gd name="T12" fmla="*/ 5 w 10"/>
              <a:gd name="T13" fmla="*/ 130 h 230"/>
              <a:gd name="T14" fmla="*/ 4 w 10"/>
              <a:gd name="T15" fmla="*/ 147 h 230"/>
              <a:gd name="T16" fmla="*/ 3 w 10"/>
              <a:gd name="T17" fmla="*/ 174 h 230"/>
              <a:gd name="T18" fmla="*/ 2 w 10"/>
              <a:gd name="T19" fmla="*/ 190 h 230"/>
              <a:gd name="T20" fmla="*/ 1 w 10"/>
              <a:gd name="T21" fmla="*/ 217 h 230"/>
              <a:gd name="T22" fmla="*/ 0 w 10"/>
              <a:gd name="T23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" h="230">
                <a:moveTo>
                  <a:pt x="10" y="0"/>
                </a:moveTo>
                <a:lnTo>
                  <a:pt x="10" y="16"/>
                </a:lnTo>
                <a:moveTo>
                  <a:pt x="9" y="43"/>
                </a:moveTo>
                <a:lnTo>
                  <a:pt x="8" y="60"/>
                </a:lnTo>
                <a:moveTo>
                  <a:pt x="7" y="87"/>
                </a:moveTo>
                <a:lnTo>
                  <a:pt x="6" y="103"/>
                </a:lnTo>
                <a:moveTo>
                  <a:pt x="5" y="130"/>
                </a:moveTo>
                <a:lnTo>
                  <a:pt x="4" y="147"/>
                </a:lnTo>
                <a:moveTo>
                  <a:pt x="3" y="174"/>
                </a:moveTo>
                <a:lnTo>
                  <a:pt x="2" y="190"/>
                </a:lnTo>
                <a:moveTo>
                  <a:pt x="1" y="217"/>
                </a:moveTo>
                <a:lnTo>
                  <a:pt x="0" y="23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2" name="Freeform 472">
            <a:extLst>
              <a:ext uri="{FF2B5EF4-FFF2-40B4-BE49-F238E27FC236}">
                <a16:creationId xmlns:a16="http://schemas.microsoft.com/office/drawing/2014/main" id="{564E2817-4DAF-EB57-7A30-338F6C3BADC8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2025651"/>
            <a:ext cx="198438" cy="149225"/>
          </a:xfrm>
          <a:custGeom>
            <a:avLst/>
            <a:gdLst>
              <a:gd name="T0" fmla="*/ 250 w 250"/>
              <a:gd name="T1" fmla="*/ 0 h 189"/>
              <a:gd name="T2" fmla="*/ 237 w 250"/>
              <a:gd name="T3" fmla="*/ 10 h 189"/>
              <a:gd name="T4" fmla="*/ 215 w 250"/>
              <a:gd name="T5" fmla="*/ 26 h 189"/>
              <a:gd name="T6" fmla="*/ 202 w 250"/>
              <a:gd name="T7" fmla="*/ 36 h 189"/>
              <a:gd name="T8" fmla="*/ 180 w 250"/>
              <a:gd name="T9" fmla="*/ 52 h 189"/>
              <a:gd name="T10" fmla="*/ 167 w 250"/>
              <a:gd name="T11" fmla="*/ 62 h 189"/>
              <a:gd name="T12" fmla="*/ 146 w 250"/>
              <a:gd name="T13" fmla="*/ 79 h 189"/>
              <a:gd name="T14" fmla="*/ 133 w 250"/>
              <a:gd name="T15" fmla="*/ 88 h 189"/>
              <a:gd name="T16" fmla="*/ 111 w 250"/>
              <a:gd name="T17" fmla="*/ 105 h 189"/>
              <a:gd name="T18" fmla="*/ 98 w 250"/>
              <a:gd name="T19" fmla="*/ 115 h 189"/>
              <a:gd name="T20" fmla="*/ 76 w 250"/>
              <a:gd name="T21" fmla="*/ 131 h 189"/>
              <a:gd name="T22" fmla="*/ 63 w 250"/>
              <a:gd name="T23" fmla="*/ 141 h 189"/>
              <a:gd name="T24" fmla="*/ 42 w 250"/>
              <a:gd name="T25" fmla="*/ 157 h 189"/>
              <a:gd name="T26" fmla="*/ 28 w 250"/>
              <a:gd name="T27" fmla="*/ 167 h 189"/>
              <a:gd name="T28" fmla="*/ 7 w 250"/>
              <a:gd name="T29" fmla="*/ 184 h 189"/>
              <a:gd name="T30" fmla="*/ 0 w 250"/>
              <a:gd name="T31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0" h="189">
                <a:moveTo>
                  <a:pt x="250" y="0"/>
                </a:moveTo>
                <a:lnTo>
                  <a:pt x="237" y="10"/>
                </a:lnTo>
                <a:moveTo>
                  <a:pt x="215" y="26"/>
                </a:moveTo>
                <a:lnTo>
                  <a:pt x="202" y="36"/>
                </a:lnTo>
                <a:moveTo>
                  <a:pt x="180" y="52"/>
                </a:moveTo>
                <a:lnTo>
                  <a:pt x="167" y="62"/>
                </a:lnTo>
                <a:moveTo>
                  <a:pt x="146" y="79"/>
                </a:moveTo>
                <a:lnTo>
                  <a:pt x="133" y="88"/>
                </a:lnTo>
                <a:moveTo>
                  <a:pt x="111" y="105"/>
                </a:moveTo>
                <a:lnTo>
                  <a:pt x="98" y="115"/>
                </a:lnTo>
                <a:moveTo>
                  <a:pt x="76" y="131"/>
                </a:moveTo>
                <a:lnTo>
                  <a:pt x="63" y="141"/>
                </a:lnTo>
                <a:moveTo>
                  <a:pt x="42" y="157"/>
                </a:moveTo>
                <a:lnTo>
                  <a:pt x="28" y="167"/>
                </a:lnTo>
                <a:moveTo>
                  <a:pt x="7" y="184"/>
                </a:moveTo>
                <a:lnTo>
                  <a:pt x="0" y="18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3" name="Freeform 473">
            <a:extLst>
              <a:ext uri="{FF2B5EF4-FFF2-40B4-BE49-F238E27FC236}">
                <a16:creationId xmlns:a16="http://schemas.microsoft.com/office/drawing/2014/main" id="{BCE0DDB7-9D9B-7721-9822-4E52B63D01F4}"/>
              </a:ext>
            </a:extLst>
          </p:cNvPr>
          <p:cNvSpPr>
            <a:spLocks noEditPoints="1"/>
          </p:cNvSpPr>
          <p:nvPr/>
        </p:nvSpPr>
        <p:spPr bwMode="auto">
          <a:xfrm>
            <a:off x="144463" y="3136901"/>
            <a:ext cx="206375" cy="203200"/>
          </a:xfrm>
          <a:custGeom>
            <a:avLst/>
            <a:gdLst>
              <a:gd name="T0" fmla="*/ 260 w 260"/>
              <a:gd name="T1" fmla="*/ 0 h 255"/>
              <a:gd name="T2" fmla="*/ 248 w 260"/>
              <a:gd name="T3" fmla="*/ 11 h 255"/>
              <a:gd name="T4" fmla="*/ 229 w 260"/>
              <a:gd name="T5" fmla="*/ 30 h 255"/>
              <a:gd name="T6" fmla="*/ 217 w 260"/>
              <a:gd name="T7" fmla="*/ 42 h 255"/>
              <a:gd name="T8" fmla="*/ 198 w 260"/>
              <a:gd name="T9" fmla="*/ 61 h 255"/>
              <a:gd name="T10" fmla="*/ 186 w 260"/>
              <a:gd name="T11" fmla="*/ 72 h 255"/>
              <a:gd name="T12" fmla="*/ 167 w 260"/>
              <a:gd name="T13" fmla="*/ 91 h 255"/>
              <a:gd name="T14" fmla="*/ 155 w 260"/>
              <a:gd name="T15" fmla="*/ 103 h 255"/>
              <a:gd name="T16" fmla="*/ 136 w 260"/>
              <a:gd name="T17" fmla="*/ 122 h 255"/>
              <a:gd name="T18" fmla="*/ 124 w 260"/>
              <a:gd name="T19" fmla="*/ 133 h 255"/>
              <a:gd name="T20" fmla="*/ 105 w 260"/>
              <a:gd name="T21" fmla="*/ 152 h 255"/>
              <a:gd name="T22" fmla="*/ 93 w 260"/>
              <a:gd name="T23" fmla="*/ 164 h 255"/>
              <a:gd name="T24" fmla="*/ 74 w 260"/>
              <a:gd name="T25" fmla="*/ 183 h 255"/>
              <a:gd name="T26" fmla="*/ 62 w 260"/>
              <a:gd name="T27" fmla="*/ 194 h 255"/>
              <a:gd name="T28" fmla="*/ 43 w 260"/>
              <a:gd name="T29" fmla="*/ 213 h 255"/>
              <a:gd name="T30" fmla="*/ 31 w 260"/>
              <a:gd name="T31" fmla="*/ 225 h 255"/>
              <a:gd name="T32" fmla="*/ 12 w 260"/>
              <a:gd name="T33" fmla="*/ 244 h 255"/>
              <a:gd name="T34" fmla="*/ 0 w 260"/>
              <a:gd name="T35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60" h="255">
                <a:moveTo>
                  <a:pt x="260" y="0"/>
                </a:moveTo>
                <a:lnTo>
                  <a:pt x="248" y="11"/>
                </a:lnTo>
                <a:moveTo>
                  <a:pt x="229" y="30"/>
                </a:moveTo>
                <a:lnTo>
                  <a:pt x="217" y="42"/>
                </a:lnTo>
                <a:moveTo>
                  <a:pt x="198" y="61"/>
                </a:moveTo>
                <a:lnTo>
                  <a:pt x="186" y="72"/>
                </a:lnTo>
                <a:moveTo>
                  <a:pt x="167" y="91"/>
                </a:moveTo>
                <a:lnTo>
                  <a:pt x="155" y="103"/>
                </a:lnTo>
                <a:moveTo>
                  <a:pt x="136" y="122"/>
                </a:moveTo>
                <a:lnTo>
                  <a:pt x="124" y="133"/>
                </a:lnTo>
                <a:moveTo>
                  <a:pt x="105" y="152"/>
                </a:moveTo>
                <a:lnTo>
                  <a:pt x="93" y="164"/>
                </a:lnTo>
                <a:moveTo>
                  <a:pt x="74" y="183"/>
                </a:moveTo>
                <a:lnTo>
                  <a:pt x="62" y="194"/>
                </a:lnTo>
                <a:moveTo>
                  <a:pt x="43" y="213"/>
                </a:moveTo>
                <a:lnTo>
                  <a:pt x="31" y="225"/>
                </a:lnTo>
                <a:moveTo>
                  <a:pt x="12" y="244"/>
                </a:moveTo>
                <a:lnTo>
                  <a:pt x="0" y="25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4" name="Freeform 474">
            <a:extLst>
              <a:ext uri="{FF2B5EF4-FFF2-40B4-BE49-F238E27FC236}">
                <a16:creationId xmlns:a16="http://schemas.microsoft.com/office/drawing/2014/main" id="{D3E1D76F-7C3F-1D2F-568E-DD5640FBFEDD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2755901"/>
            <a:ext cx="390525" cy="541338"/>
          </a:xfrm>
          <a:custGeom>
            <a:avLst/>
            <a:gdLst>
              <a:gd name="T0" fmla="*/ 492 w 492"/>
              <a:gd name="T1" fmla="*/ 0 h 681"/>
              <a:gd name="T2" fmla="*/ 483 w 492"/>
              <a:gd name="T3" fmla="*/ 13 h 681"/>
              <a:gd name="T4" fmla="*/ 467 w 492"/>
              <a:gd name="T5" fmla="*/ 35 h 681"/>
              <a:gd name="T6" fmla="*/ 457 w 492"/>
              <a:gd name="T7" fmla="*/ 49 h 681"/>
              <a:gd name="T8" fmla="*/ 441 w 492"/>
              <a:gd name="T9" fmla="*/ 71 h 681"/>
              <a:gd name="T10" fmla="*/ 432 w 492"/>
              <a:gd name="T11" fmla="*/ 84 h 681"/>
              <a:gd name="T12" fmla="*/ 416 w 492"/>
              <a:gd name="T13" fmla="*/ 106 h 681"/>
              <a:gd name="T14" fmla="*/ 406 w 492"/>
              <a:gd name="T15" fmla="*/ 119 h 681"/>
              <a:gd name="T16" fmla="*/ 390 w 492"/>
              <a:gd name="T17" fmla="*/ 141 h 681"/>
              <a:gd name="T18" fmla="*/ 381 w 492"/>
              <a:gd name="T19" fmla="*/ 154 h 681"/>
              <a:gd name="T20" fmla="*/ 365 w 492"/>
              <a:gd name="T21" fmla="*/ 176 h 681"/>
              <a:gd name="T22" fmla="*/ 355 w 492"/>
              <a:gd name="T23" fmla="*/ 190 h 681"/>
              <a:gd name="T24" fmla="*/ 339 w 492"/>
              <a:gd name="T25" fmla="*/ 212 h 681"/>
              <a:gd name="T26" fmla="*/ 330 w 492"/>
              <a:gd name="T27" fmla="*/ 225 h 681"/>
              <a:gd name="T28" fmla="*/ 314 w 492"/>
              <a:gd name="T29" fmla="*/ 247 h 681"/>
              <a:gd name="T30" fmla="*/ 304 w 492"/>
              <a:gd name="T31" fmla="*/ 260 h 681"/>
              <a:gd name="T32" fmla="*/ 288 w 492"/>
              <a:gd name="T33" fmla="*/ 282 h 681"/>
              <a:gd name="T34" fmla="*/ 279 w 492"/>
              <a:gd name="T35" fmla="*/ 296 h 681"/>
              <a:gd name="T36" fmla="*/ 263 w 492"/>
              <a:gd name="T37" fmla="*/ 318 h 681"/>
              <a:gd name="T38" fmla="*/ 253 w 492"/>
              <a:gd name="T39" fmla="*/ 331 h 681"/>
              <a:gd name="T40" fmla="*/ 237 w 492"/>
              <a:gd name="T41" fmla="*/ 353 h 681"/>
              <a:gd name="T42" fmla="*/ 228 w 492"/>
              <a:gd name="T43" fmla="*/ 366 h 681"/>
              <a:gd name="T44" fmla="*/ 212 w 492"/>
              <a:gd name="T45" fmla="*/ 388 h 681"/>
              <a:gd name="T46" fmla="*/ 202 w 492"/>
              <a:gd name="T47" fmla="*/ 401 h 681"/>
              <a:gd name="T48" fmla="*/ 186 w 492"/>
              <a:gd name="T49" fmla="*/ 423 h 681"/>
              <a:gd name="T50" fmla="*/ 177 w 492"/>
              <a:gd name="T51" fmla="*/ 437 h 681"/>
              <a:gd name="T52" fmla="*/ 161 w 492"/>
              <a:gd name="T53" fmla="*/ 459 h 681"/>
              <a:gd name="T54" fmla="*/ 151 w 492"/>
              <a:gd name="T55" fmla="*/ 472 h 681"/>
              <a:gd name="T56" fmla="*/ 135 w 492"/>
              <a:gd name="T57" fmla="*/ 494 h 681"/>
              <a:gd name="T58" fmla="*/ 126 w 492"/>
              <a:gd name="T59" fmla="*/ 507 h 681"/>
              <a:gd name="T60" fmla="*/ 110 w 492"/>
              <a:gd name="T61" fmla="*/ 529 h 681"/>
              <a:gd name="T62" fmla="*/ 100 w 492"/>
              <a:gd name="T63" fmla="*/ 542 h 681"/>
              <a:gd name="T64" fmla="*/ 84 w 492"/>
              <a:gd name="T65" fmla="*/ 564 h 681"/>
              <a:gd name="T66" fmla="*/ 75 w 492"/>
              <a:gd name="T67" fmla="*/ 578 h 681"/>
              <a:gd name="T68" fmla="*/ 59 w 492"/>
              <a:gd name="T69" fmla="*/ 600 h 681"/>
              <a:gd name="T70" fmla="*/ 49 w 492"/>
              <a:gd name="T71" fmla="*/ 613 h 681"/>
              <a:gd name="T72" fmla="*/ 33 w 492"/>
              <a:gd name="T73" fmla="*/ 635 h 681"/>
              <a:gd name="T74" fmla="*/ 24 w 492"/>
              <a:gd name="T75" fmla="*/ 648 h 681"/>
              <a:gd name="T76" fmla="*/ 8 w 492"/>
              <a:gd name="T77" fmla="*/ 670 h 681"/>
              <a:gd name="T78" fmla="*/ 0 w 492"/>
              <a:gd name="T79" fmla="*/ 681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92" h="681">
                <a:moveTo>
                  <a:pt x="492" y="0"/>
                </a:moveTo>
                <a:lnTo>
                  <a:pt x="483" y="13"/>
                </a:lnTo>
                <a:moveTo>
                  <a:pt x="467" y="35"/>
                </a:moveTo>
                <a:lnTo>
                  <a:pt x="457" y="49"/>
                </a:lnTo>
                <a:moveTo>
                  <a:pt x="441" y="71"/>
                </a:moveTo>
                <a:lnTo>
                  <a:pt x="432" y="84"/>
                </a:lnTo>
                <a:moveTo>
                  <a:pt x="416" y="106"/>
                </a:moveTo>
                <a:lnTo>
                  <a:pt x="406" y="119"/>
                </a:lnTo>
                <a:moveTo>
                  <a:pt x="390" y="141"/>
                </a:moveTo>
                <a:lnTo>
                  <a:pt x="381" y="154"/>
                </a:lnTo>
                <a:moveTo>
                  <a:pt x="365" y="176"/>
                </a:moveTo>
                <a:lnTo>
                  <a:pt x="355" y="190"/>
                </a:lnTo>
                <a:moveTo>
                  <a:pt x="339" y="212"/>
                </a:moveTo>
                <a:lnTo>
                  <a:pt x="330" y="225"/>
                </a:lnTo>
                <a:moveTo>
                  <a:pt x="314" y="247"/>
                </a:moveTo>
                <a:lnTo>
                  <a:pt x="304" y="260"/>
                </a:lnTo>
                <a:moveTo>
                  <a:pt x="288" y="282"/>
                </a:moveTo>
                <a:lnTo>
                  <a:pt x="279" y="296"/>
                </a:lnTo>
                <a:moveTo>
                  <a:pt x="263" y="318"/>
                </a:moveTo>
                <a:lnTo>
                  <a:pt x="253" y="331"/>
                </a:lnTo>
                <a:moveTo>
                  <a:pt x="237" y="353"/>
                </a:moveTo>
                <a:lnTo>
                  <a:pt x="228" y="366"/>
                </a:lnTo>
                <a:moveTo>
                  <a:pt x="212" y="388"/>
                </a:moveTo>
                <a:lnTo>
                  <a:pt x="202" y="401"/>
                </a:lnTo>
                <a:moveTo>
                  <a:pt x="186" y="423"/>
                </a:moveTo>
                <a:lnTo>
                  <a:pt x="177" y="437"/>
                </a:lnTo>
                <a:moveTo>
                  <a:pt x="161" y="459"/>
                </a:moveTo>
                <a:lnTo>
                  <a:pt x="151" y="472"/>
                </a:lnTo>
                <a:moveTo>
                  <a:pt x="135" y="494"/>
                </a:moveTo>
                <a:lnTo>
                  <a:pt x="126" y="507"/>
                </a:lnTo>
                <a:moveTo>
                  <a:pt x="110" y="529"/>
                </a:moveTo>
                <a:lnTo>
                  <a:pt x="100" y="542"/>
                </a:lnTo>
                <a:moveTo>
                  <a:pt x="84" y="564"/>
                </a:moveTo>
                <a:lnTo>
                  <a:pt x="75" y="578"/>
                </a:lnTo>
                <a:moveTo>
                  <a:pt x="59" y="600"/>
                </a:moveTo>
                <a:lnTo>
                  <a:pt x="49" y="613"/>
                </a:lnTo>
                <a:moveTo>
                  <a:pt x="33" y="635"/>
                </a:moveTo>
                <a:lnTo>
                  <a:pt x="24" y="648"/>
                </a:lnTo>
                <a:moveTo>
                  <a:pt x="8" y="670"/>
                </a:moveTo>
                <a:lnTo>
                  <a:pt x="0" y="68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5" name="Line 475">
            <a:extLst>
              <a:ext uri="{FF2B5EF4-FFF2-40B4-BE49-F238E27FC236}">
                <a16:creationId xmlns:a16="http://schemas.microsoft.com/office/drawing/2014/main" id="{38AEA52B-5692-9F82-77D3-B9A6F8F7A0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3825" y="517526"/>
            <a:ext cx="9525" cy="79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6" name="Freeform 476">
            <a:extLst>
              <a:ext uri="{FF2B5EF4-FFF2-40B4-BE49-F238E27FC236}">
                <a16:creationId xmlns:a16="http://schemas.microsoft.com/office/drawing/2014/main" id="{E2CD4D17-934A-1EA3-DEB8-619F20E9EB4F}"/>
              </a:ext>
            </a:extLst>
          </p:cNvPr>
          <p:cNvSpPr>
            <a:spLocks noEditPoints="1"/>
          </p:cNvSpPr>
          <p:nvPr/>
        </p:nvSpPr>
        <p:spPr bwMode="auto">
          <a:xfrm>
            <a:off x="1708150" y="1377951"/>
            <a:ext cx="112713" cy="228600"/>
          </a:xfrm>
          <a:custGeom>
            <a:avLst/>
            <a:gdLst>
              <a:gd name="T0" fmla="*/ 142 w 142"/>
              <a:gd name="T1" fmla="*/ 0 h 287"/>
              <a:gd name="T2" fmla="*/ 135 w 142"/>
              <a:gd name="T3" fmla="*/ 14 h 287"/>
              <a:gd name="T4" fmla="*/ 123 w 142"/>
              <a:gd name="T5" fmla="*/ 39 h 287"/>
              <a:gd name="T6" fmla="*/ 116 w 142"/>
              <a:gd name="T7" fmla="*/ 53 h 287"/>
              <a:gd name="T8" fmla="*/ 104 w 142"/>
              <a:gd name="T9" fmla="*/ 78 h 287"/>
              <a:gd name="T10" fmla="*/ 97 w 142"/>
              <a:gd name="T11" fmla="*/ 92 h 287"/>
              <a:gd name="T12" fmla="*/ 84 w 142"/>
              <a:gd name="T13" fmla="*/ 117 h 287"/>
              <a:gd name="T14" fmla="*/ 77 w 142"/>
              <a:gd name="T15" fmla="*/ 131 h 287"/>
              <a:gd name="T16" fmla="*/ 65 w 142"/>
              <a:gd name="T17" fmla="*/ 156 h 287"/>
              <a:gd name="T18" fmla="*/ 58 w 142"/>
              <a:gd name="T19" fmla="*/ 170 h 287"/>
              <a:gd name="T20" fmla="*/ 46 w 142"/>
              <a:gd name="T21" fmla="*/ 195 h 287"/>
              <a:gd name="T22" fmla="*/ 39 w 142"/>
              <a:gd name="T23" fmla="*/ 209 h 287"/>
              <a:gd name="T24" fmla="*/ 26 w 142"/>
              <a:gd name="T25" fmla="*/ 234 h 287"/>
              <a:gd name="T26" fmla="*/ 19 w 142"/>
              <a:gd name="T27" fmla="*/ 248 h 287"/>
              <a:gd name="T28" fmla="*/ 7 w 142"/>
              <a:gd name="T29" fmla="*/ 273 h 287"/>
              <a:gd name="T30" fmla="*/ 0 w 142"/>
              <a:gd name="T31" fmla="*/ 287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2" h="287">
                <a:moveTo>
                  <a:pt x="142" y="0"/>
                </a:moveTo>
                <a:lnTo>
                  <a:pt x="135" y="14"/>
                </a:lnTo>
                <a:moveTo>
                  <a:pt x="123" y="39"/>
                </a:moveTo>
                <a:lnTo>
                  <a:pt x="116" y="53"/>
                </a:lnTo>
                <a:moveTo>
                  <a:pt x="104" y="78"/>
                </a:moveTo>
                <a:lnTo>
                  <a:pt x="97" y="92"/>
                </a:lnTo>
                <a:moveTo>
                  <a:pt x="84" y="117"/>
                </a:moveTo>
                <a:lnTo>
                  <a:pt x="77" y="131"/>
                </a:lnTo>
                <a:moveTo>
                  <a:pt x="65" y="156"/>
                </a:moveTo>
                <a:lnTo>
                  <a:pt x="58" y="170"/>
                </a:lnTo>
                <a:moveTo>
                  <a:pt x="46" y="195"/>
                </a:moveTo>
                <a:lnTo>
                  <a:pt x="39" y="209"/>
                </a:lnTo>
                <a:moveTo>
                  <a:pt x="26" y="234"/>
                </a:moveTo>
                <a:lnTo>
                  <a:pt x="19" y="248"/>
                </a:lnTo>
                <a:moveTo>
                  <a:pt x="7" y="273"/>
                </a:moveTo>
                <a:lnTo>
                  <a:pt x="0" y="28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7" name="Freeform 477">
            <a:extLst>
              <a:ext uri="{FF2B5EF4-FFF2-40B4-BE49-F238E27FC236}">
                <a16:creationId xmlns:a16="http://schemas.microsoft.com/office/drawing/2014/main" id="{13CF0A90-432E-A668-7581-72AD6369D348}"/>
              </a:ext>
            </a:extLst>
          </p:cNvPr>
          <p:cNvSpPr>
            <a:spLocks noEditPoints="1"/>
          </p:cNvSpPr>
          <p:nvPr/>
        </p:nvSpPr>
        <p:spPr bwMode="auto">
          <a:xfrm>
            <a:off x="1703388" y="1057276"/>
            <a:ext cx="117475" cy="225425"/>
          </a:xfrm>
          <a:custGeom>
            <a:avLst/>
            <a:gdLst>
              <a:gd name="T0" fmla="*/ 148 w 148"/>
              <a:gd name="T1" fmla="*/ 0 h 284"/>
              <a:gd name="T2" fmla="*/ 141 w 148"/>
              <a:gd name="T3" fmla="*/ 14 h 284"/>
              <a:gd name="T4" fmla="*/ 128 w 148"/>
              <a:gd name="T5" fmla="*/ 39 h 284"/>
              <a:gd name="T6" fmla="*/ 121 w 148"/>
              <a:gd name="T7" fmla="*/ 53 h 284"/>
              <a:gd name="T8" fmla="*/ 108 w 148"/>
              <a:gd name="T9" fmla="*/ 77 h 284"/>
              <a:gd name="T10" fmla="*/ 101 w 148"/>
              <a:gd name="T11" fmla="*/ 92 h 284"/>
              <a:gd name="T12" fmla="*/ 88 w 148"/>
              <a:gd name="T13" fmla="*/ 116 h 284"/>
              <a:gd name="T14" fmla="*/ 80 w 148"/>
              <a:gd name="T15" fmla="*/ 130 h 284"/>
              <a:gd name="T16" fmla="*/ 68 w 148"/>
              <a:gd name="T17" fmla="*/ 154 h 284"/>
              <a:gd name="T18" fmla="*/ 60 w 148"/>
              <a:gd name="T19" fmla="*/ 169 h 284"/>
              <a:gd name="T20" fmla="*/ 48 w 148"/>
              <a:gd name="T21" fmla="*/ 193 h 284"/>
              <a:gd name="T22" fmla="*/ 40 w 148"/>
              <a:gd name="T23" fmla="*/ 207 h 284"/>
              <a:gd name="T24" fmla="*/ 27 w 148"/>
              <a:gd name="T25" fmla="*/ 231 h 284"/>
              <a:gd name="T26" fmla="*/ 20 w 148"/>
              <a:gd name="T27" fmla="*/ 246 h 284"/>
              <a:gd name="T28" fmla="*/ 7 w 148"/>
              <a:gd name="T29" fmla="*/ 270 h 284"/>
              <a:gd name="T30" fmla="*/ 0 w 148"/>
              <a:gd name="T31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8" h="284">
                <a:moveTo>
                  <a:pt x="148" y="0"/>
                </a:moveTo>
                <a:lnTo>
                  <a:pt x="141" y="14"/>
                </a:lnTo>
                <a:moveTo>
                  <a:pt x="128" y="39"/>
                </a:moveTo>
                <a:lnTo>
                  <a:pt x="121" y="53"/>
                </a:lnTo>
                <a:moveTo>
                  <a:pt x="108" y="77"/>
                </a:moveTo>
                <a:lnTo>
                  <a:pt x="101" y="92"/>
                </a:lnTo>
                <a:moveTo>
                  <a:pt x="88" y="116"/>
                </a:moveTo>
                <a:lnTo>
                  <a:pt x="80" y="130"/>
                </a:lnTo>
                <a:moveTo>
                  <a:pt x="68" y="154"/>
                </a:moveTo>
                <a:lnTo>
                  <a:pt x="60" y="169"/>
                </a:lnTo>
                <a:moveTo>
                  <a:pt x="48" y="193"/>
                </a:moveTo>
                <a:lnTo>
                  <a:pt x="40" y="207"/>
                </a:lnTo>
                <a:moveTo>
                  <a:pt x="27" y="231"/>
                </a:moveTo>
                <a:lnTo>
                  <a:pt x="20" y="246"/>
                </a:lnTo>
                <a:moveTo>
                  <a:pt x="7" y="270"/>
                </a:moveTo>
                <a:lnTo>
                  <a:pt x="0" y="2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8" name="Freeform 478">
            <a:extLst>
              <a:ext uri="{FF2B5EF4-FFF2-40B4-BE49-F238E27FC236}">
                <a16:creationId xmlns:a16="http://schemas.microsoft.com/office/drawing/2014/main" id="{60DAAE7E-A923-86BD-3211-9A4FC896006A}"/>
              </a:ext>
            </a:extLst>
          </p:cNvPr>
          <p:cNvSpPr>
            <a:spLocks noEditPoints="1"/>
          </p:cNvSpPr>
          <p:nvPr/>
        </p:nvSpPr>
        <p:spPr bwMode="auto">
          <a:xfrm>
            <a:off x="534988" y="214313"/>
            <a:ext cx="112713" cy="147638"/>
          </a:xfrm>
          <a:custGeom>
            <a:avLst/>
            <a:gdLst>
              <a:gd name="T0" fmla="*/ 142 w 142"/>
              <a:gd name="T1" fmla="*/ 0 h 186"/>
              <a:gd name="T2" fmla="*/ 132 w 142"/>
              <a:gd name="T3" fmla="*/ 13 h 186"/>
              <a:gd name="T4" fmla="*/ 115 w 142"/>
              <a:gd name="T5" fmla="*/ 34 h 186"/>
              <a:gd name="T6" fmla="*/ 106 w 142"/>
              <a:gd name="T7" fmla="*/ 47 h 186"/>
              <a:gd name="T8" fmla="*/ 89 w 142"/>
              <a:gd name="T9" fmla="*/ 69 h 186"/>
              <a:gd name="T10" fmla="*/ 79 w 142"/>
              <a:gd name="T11" fmla="*/ 82 h 186"/>
              <a:gd name="T12" fmla="*/ 63 w 142"/>
              <a:gd name="T13" fmla="*/ 104 h 186"/>
              <a:gd name="T14" fmla="*/ 53 w 142"/>
              <a:gd name="T15" fmla="*/ 117 h 186"/>
              <a:gd name="T16" fmla="*/ 36 w 142"/>
              <a:gd name="T17" fmla="*/ 138 h 186"/>
              <a:gd name="T18" fmla="*/ 26 w 142"/>
              <a:gd name="T19" fmla="*/ 151 h 186"/>
              <a:gd name="T20" fmla="*/ 10 w 142"/>
              <a:gd name="T21" fmla="*/ 173 h 186"/>
              <a:gd name="T22" fmla="*/ 0 w 142"/>
              <a:gd name="T23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2" h="186">
                <a:moveTo>
                  <a:pt x="142" y="0"/>
                </a:moveTo>
                <a:lnTo>
                  <a:pt x="132" y="13"/>
                </a:lnTo>
                <a:moveTo>
                  <a:pt x="115" y="34"/>
                </a:moveTo>
                <a:lnTo>
                  <a:pt x="106" y="47"/>
                </a:lnTo>
                <a:moveTo>
                  <a:pt x="89" y="69"/>
                </a:moveTo>
                <a:lnTo>
                  <a:pt x="79" y="82"/>
                </a:lnTo>
                <a:moveTo>
                  <a:pt x="63" y="104"/>
                </a:moveTo>
                <a:lnTo>
                  <a:pt x="53" y="117"/>
                </a:lnTo>
                <a:moveTo>
                  <a:pt x="36" y="138"/>
                </a:moveTo>
                <a:lnTo>
                  <a:pt x="26" y="151"/>
                </a:lnTo>
                <a:moveTo>
                  <a:pt x="10" y="173"/>
                </a:moveTo>
                <a:lnTo>
                  <a:pt x="0" y="18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9" name="Freeform 479">
            <a:extLst>
              <a:ext uri="{FF2B5EF4-FFF2-40B4-BE49-F238E27FC236}">
                <a16:creationId xmlns:a16="http://schemas.microsoft.com/office/drawing/2014/main" id="{7DA8E376-6090-3800-8663-5590C886DDA2}"/>
              </a:ext>
            </a:extLst>
          </p:cNvPr>
          <p:cNvSpPr>
            <a:spLocks noEditPoints="1"/>
          </p:cNvSpPr>
          <p:nvPr/>
        </p:nvSpPr>
        <p:spPr bwMode="auto">
          <a:xfrm>
            <a:off x="142875" y="514351"/>
            <a:ext cx="73025" cy="77788"/>
          </a:xfrm>
          <a:custGeom>
            <a:avLst/>
            <a:gdLst>
              <a:gd name="T0" fmla="*/ 93 w 93"/>
              <a:gd name="T1" fmla="*/ 0 h 97"/>
              <a:gd name="T2" fmla="*/ 82 w 93"/>
              <a:gd name="T3" fmla="*/ 11 h 97"/>
              <a:gd name="T4" fmla="*/ 63 w 93"/>
              <a:gd name="T5" fmla="*/ 31 h 97"/>
              <a:gd name="T6" fmla="*/ 52 w 93"/>
              <a:gd name="T7" fmla="*/ 43 h 97"/>
              <a:gd name="T8" fmla="*/ 33 w 93"/>
              <a:gd name="T9" fmla="*/ 62 h 97"/>
              <a:gd name="T10" fmla="*/ 22 w 93"/>
              <a:gd name="T11" fmla="*/ 74 h 97"/>
              <a:gd name="T12" fmla="*/ 3 w 93"/>
              <a:gd name="T13" fmla="*/ 94 h 97"/>
              <a:gd name="T14" fmla="*/ 0 w 93"/>
              <a:gd name="T15" fmla="*/ 97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3" h="97">
                <a:moveTo>
                  <a:pt x="93" y="0"/>
                </a:moveTo>
                <a:lnTo>
                  <a:pt x="82" y="11"/>
                </a:lnTo>
                <a:moveTo>
                  <a:pt x="63" y="31"/>
                </a:moveTo>
                <a:lnTo>
                  <a:pt x="52" y="43"/>
                </a:lnTo>
                <a:moveTo>
                  <a:pt x="33" y="62"/>
                </a:moveTo>
                <a:lnTo>
                  <a:pt x="22" y="74"/>
                </a:lnTo>
                <a:moveTo>
                  <a:pt x="3" y="94"/>
                </a:moveTo>
                <a:lnTo>
                  <a:pt x="0" y="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0" name="Freeform 480">
            <a:extLst>
              <a:ext uri="{FF2B5EF4-FFF2-40B4-BE49-F238E27FC236}">
                <a16:creationId xmlns:a16="http://schemas.microsoft.com/office/drawing/2014/main" id="{2710F12D-52CD-E811-DD69-F897D6862BFE}"/>
              </a:ext>
            </a:extLst>
          </p:cNvPr>
          <p:cNvSpPr>
            <a:spLocks noEditPoints="1"/>
          </p:cNvSpPr>
          <p:nvPr/>
        </p:nvSpPr>
        <p:spPr bwMode="auto">
          <a:xfrm>
            <a:off x="1271588" y="2090738"/>
            <a:ext cx="287338" cy="268288"/>
          </a:xfrm>
          <a:custGeom>
            <a:avLst/>
            <a:gdLst>
              <a:gd name="T0" fmla="*/ 362 w 362"/>
              <a:gd name="T1" fmla="*/ 0 h 337"/>
              <a:gd name="T2" fmla="*/ 350 w 362"/>
              <a:gd name="T3" fmla="*/ 11 h 337"/>
              <a:gd name="T4" fmla="*/ 330 w 362"/>
              <a:gd name="T5" fmla="*/ 29 h 337"/>
              <a:gd name="T6" fmla="*/ 318 w 362"/>
              <a:gd name="T7" fmla="*/ 40 h 337"/>
              <a:gd name="T8" fmla="*/ 298 w 362"/>
              <a:gd name="T9" fmla="*/ 59 h 337"/>
              <a:gd name="T10" fmla="*/ 286 w 362"/>
              <a:gd name="T11" fmla="*/ 70 h 337"/>
              <a:gd name="T12" fmla="*/ 266 w 362"/>
              <a:gd name="T13" fmla="*/ 89 h 337"/>
              <a:gd name="T14" fmla="*/ 254 w 362"/>
              <a:gd name="T15" fmla="*/ 100 h 337"/>
              <a:gd name="T16" fmla="*/ 234 w 362"/>
              <a:gd name="T17" fmla="*/ 118 h 337"/>
              <a:gd name="T18" fmla="*/ 222 w 362"/>
              <a:gd name="T19" fmla="*/ 129 h 337"/>
              <a:gd name="T20" fmla="*/ 203 w 362"/>
              <a:gd name="T21" fmla="*/ 148 h 337"/>
              <a:gd name="T22" fmla="*/ 191 w 362"/>
              <a:gd name="T23" fmla="*/ 159 h 337"/>
              <a:gd name="T24" fmla="*/ 171 w 362"/>
              <a:gd name="T25" fmla="*/ 178 h 337"/>
              <a:gd name="T26" fmla="*/ 159 w 362"/>
              <a:gd name="T27" fmla="*/ 189 h 337"/>
              <a:gd name="T28" fmla="*/ 139 w 362"/>
              <a:gd name="T29" fmla="*/ 207 h 337"/>
              <a:gd name="T30" fmla="*/ 127 w 362"/>
              <a:gd name="T31" fmla="*/ 218 h 337"/>
              <a:gd name="T32" fmla="*/ 107 w 362"/>
              <a:gd name="T33" fmla="*/ 237 h 337"/>
              <a:gd name="T34" fmla="*/ 95 w 362"/>
              <a:gd name="T35" fmla="*/ 248 h 337"/>
              <a:gd name="T36" fmla="*/ 75 w 362"/>
              <a:gd name="T37" fmla="*/ 267 h 337"/>
              <a:gd name="T38" fmla="*/ 63 w 362"/>
              <a:gd name="T39" fmla="*/ 278 h 337"/>
              <a:gd name="T40" fmla="*/ 43 w 362"/>
              <a:gd name="T41" fmla="*/ 296 h 337"/>
              <a:gd name="T42" fmla="*/ 31 w 362"/>
              <a:gd name="T43" fmla="*/ 307 h 337"/>
              <a:gd name="T44" fmla="*/ 11 w 362"/>
              <a:gd name="T45" fmla="*/ 326 h 337"/>
              <a:gd name="T46" fmla="*/ 0 w 362"/>
              <a:gd name="T47" fmla="*/ 337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62" h="337">
                <a:moveTo>
                  <a:pt x="362" y="0"/>
                </a:moveTo>
                <a:lnTo>
                  <a:pt x="350" y="11"/>
                </a:lnTo>
                <a:moveTo>
                  <a:pt x="330" y="29"/>
                </a:moveTo>
                <a:lnTo>
                  <a:pt x="318" y="40"/>
                </a:lnTo>
                <a:moveTo>
                  <a:pt x="298" y="59"/>
                </a:moveTo>
                <a:lnTo>
                  <a:pt x="286" y="70"/>
                </a:lnTo>
                <a:moveTo>
                  <a:pt x="266" y="89"/>
                </a:moveTo>
                <a:lnTo>
                  <a:pt x="254" y="100"/>
                </a:lnTo>
                <a:moveTo>
                  <a:pt x="234" y="118"/>
                </a:moveTo>
                <a:lnTo>
                  <a:pt x="222" y="129"/>
                </a:lnTo>
                <a:moveTo>
                  <a:pt x="203" y="148"/>
                </a:moveTo>
                <a:lnTo>
                  <a:pt x="191" y="159"/>
                </a:lnTo>
                <a:moveTo>
                  <a:pt x="171" y="178"/>
                </a:moveTo>
                <a:lnTo>
                  <a:pt x="159" y="189"/>
                </a:lnTo>
                <a:moveTo>
                  <a:pt x="139" y="207"/>
                </a:moveTo>
                <a:lnTo>
                  <a:pt x="127" y="218"/>
                </a:lnTo>
                <a:moveTo>
                  <a:pt x="107" y="237"/>
                </a:moveTo>
                <a:lnTo>
                  <a:pt x="95" y="248"/>
                </a:lnTo>
                <a:moveTo>
                  <a:pt x="75" y="267"/>
                </a:moveTo>
                <a:lnTo>
                  <a:pt x="63" y="278"/>
                </a:lnTo>
                <a:moveTo>
                  <a:pt x="43" y="296"/>
                </a:moveTo>
                <a:lnTo>
                  <a:pt x="31" y="307"/>
                </a:lnTo>
                <a:moveTo>
                  <a:pt x="11" y="326"/>
                </a:moveTo>
                <a:lnTo>
                  <a:pt x="0" y="33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1" name="Freeform 481">
            <a:extLst>
              <a:ext uri="{FF2B5EF4-FFF2-40B4-BE49-F238E27FC236}">
                <a16:creationId xmlns:a16="http://schemas.microsoft.com/office/drawing/2014/main" id="{7FC75666-0A73-4FA0-0CD0-271CF791962E}"/>
              </a:ext>
            </a:extLst>
          </p:cNvPr>
          <p:cNvSpPr>
            <a:spLocks noEditPoints="1"/>
          </p:cNvSpPr>
          <p:nvPr/>
        </p:nvSpPr>
        <p:spPr bwMode="auto">
          <a:xfrm>
            <a:off x="115888" y="3090863"/>
            <a:ext cx="23813" cy="41275"/>
          </a:xfrm>
          <a:custGeom>
            <a:avLst/>
            <a:gdLst>
              <a:gd name="T0" fmla="*/ 30 w 30"/>
              <a:gd name="T1" fmla="*/ 0 h 52"/>
              <a:gd name="T2" fmla="*/ 22 w 30"/>
              <a:gd name="T3" fmla="*/ 14 h 52"/>
              <a:gd name="T4" fmla="*/ 8 w 30"/>
              <a:gd name="T5" fmla="*/ 38 h 52"/>
              <a:gd name="T6" fmla="*/ 0 w 30"/>
              <a:gd name="T7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" h="52">
                <a:moveTo>
                  <a:pt x="30" y="0"/>
                </a:moveTo>
                <a:lnTo>
                  <a:pt x="22" y="14"/>
                </a:lnTo>
                <a:moveTo>
                  <a:pt x="8" y="38"/>
                </a:moveTo>
                <a:lnTo>
                  <a:pt x="0" y="5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2" name="Freeform 482">
            <a:extLst>
              <a:ext uri="{FF2B5EF4-FFF2-40B4-BE49-F238E27FC236}">
                <a16:creationId xmlns:a16="http://schemas.microsoft.com/office/drawing/2014/main" id="{B0C12765-2F84-80A2-AAD9-B2A9D0105AD5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2949576"/>
            <a:ext cx="417513" cy="430213"/>
          </a:xfrm>
          <a:custGeom>
            <a:avLst/>
            <a:gdLst>
              <a:gd name="T0" fmla="*/ 526 w 526"/>
              <a:gd name="T1" fmla="*/ 0 h 543"/>
              <a:gd name="T2" fmla="*/ 514 w 526"/>
              <a:gd name="T3" fmla="*/ 12 h 543"/>
              <a:gd name="T4" fmla="*/ 495 w 526"/>
              <a:gd name="T5" fmla="*/ 31 h 543"/>
              <a:gd name="T6" fmla="*/ 484 w 526"/>
              <a:gd name="T7" fmla="*/ 43 h 543"/>
              <a:gd name="T8" fmla="*/ 465 w 526"/>
              <a:gd name="T9" fmla="*/ 63 h 543"/>
              <a:gd name="T10" fmla="*/ 454 w 526"/>
              <a:gd name="T11" fmla="*/ 74 h 543"/>
              <a:gd name="T12" fmla="*/ 435 w 526"/>
              <a:gd name="T13" fmla="*/ 94 h 543"/>
              <a:gd name="T14" fmla="*/ 424 w 526"/>
              <a:gd name="T15" fmla="*/ 106 h 543"/>
              <a:gd name="T16" fmla="*/ 405 w 526"/>
              <a:gd name="T17" fmla="*/ 125 h 543"/>
              <a:gd name="T18" fmla="*/ 393 w 526"/>
              <a:gd name="T19" fmla="*/ 137 h 543"/>
              <a:gd name="T20" fmla="*/ 374 w 526"/>
              <a:gd name="T21" fmla="*/ 156 h 543"/>
              <a:gd name="T22" fmla="*/ 363 w 526"/>
              <a:gd name="T23" fmla="*/ 168 h 543"/>
              <a:gd name="T24" fmla="*/ 344 w 526"/>
              <a:gd name="T25" fmla="*/ 188 h 543"/>
              <a:gd name="T26" fmla="*/ 333 w 526"/>
              <a:gd name="T27" fmla="*/ 199 h 543"/>
              <a:gd name="T28" fmla="*/ 314 w 526"/>
              <a:gd name="T29" fmla="*/ 219 h 543"/>
              <a:gd name="T30" fmla="*/ 302 w 526"/>
              <a:gd name="T31" fmla="*/ 231 h 543"/>
              <a:gd name="T32" fmla="*/ 284 w 526"/>
              <a:gd name="T33" fmla="*/ 250 h 543"/>
              <a:gd name="T34" fmla="*/ 272 w 526"/>
              <a:gd name="T35" fmla="*/ 262 h 543"/>
              <a:gd name="T36" fmla="*/ 253 w 526"/>
              <a:gd name="T37" fmla="*/ 281 h 543"/>
              <a:gd name="T38" fmla="*/ 242 w 526"/>
              <a:gd name="T39" fmla="*/ 293 h 543"/>
              <a:gd name="T40" fmla="*/ 223 w 526"/>
              <a:gd name="T41" fmla="*/ 313 h 543"/>
              <a:gd name="T42" fmla="*/ 212 w 526"/>
              <a:gd name="T43" fmla="*/ 324 h 543"/>
              <a:gd name="T44" fmla="*/ 193 w 526"/>
              <a:gd name="T45" fmla="*/ 344 h 543"/>
              <a:gd name="T46" fmla="*/ 181 w 526"/>
              <a:gd name="T47" fmla="*/ 356 h 543"/>
              <a:gd name="T48" fmla="*/ 162 w 526"/>
              <a:gd name="T49" fmla="*/ 375 h 543"/>
              <a:gd name="T50" fmla="*/ 151 w 526"/>
              <a:gd name="T51" fmla="*/ 387 h 543"/>
              <a:gd name="T52" fmla="*/ 132 w 526"/>
              <a:gd name="T53" fmla="*/ 407 h 543"/>
              <a:gd name="T54" fmla="*/ 121 w 526"/>
              <a:gd name="T55" fmla="*/ 418 h 543"/>
              <a:gd name="T56" fmla="*/ 102 w 526"/>
              <a:gd name="T57" fmla="*/ 438 h 543"/>
              <a:gd name="T58" fmla="*/ 91 w 526"/>
              <a:gd name="T59" fmla="*/ 449 h 543"/>
              <a:gd name="T60" fmla="*/ 72 w 526"/>
              <a:gd name="T61" fmla="*/ 469 h 543"/>
              <a:gd name="T62" fmla="*/ 60 w 526"/>
              <a:gd name="T63" fmla="*/ 481 h 543"/>
              <a:gd name="T64" fmla="*/ 41 w 526"/>
              <a:gd name="T65" fmla="*/ 500 h 543"/>
              <a:gd name="T66" fmla="*/ 30 w 526"/>
              <a:gd name="T67" fmla="*/ 512 h 543"/>
              <a:gd name="T68" fmla="*/ 11 w 526"/>
              <a:gd name="T69" fmla="*/ 532 h 543"/>
              <a:gd name="T70" fmla="*/ 0 w 526"/>
              <a:gd name="T71" fmla="*/ 543 h 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26" h="543">
                <a:moveTo>
                  <a:pt x="526" y="0"/>
                </a:moveTo>
                <a:lnTo>
                  <a:pt x="514" y="12"/>
                </a:lnTo>
                <a:moveTo>
                  <a:pt x="495" y="31"/>
                </a:moveTo>
                <a:lnTo>
                  <a:pt x="484" y="43"/>
                </a:lnTo>
                <a:moveTo>
                  <a:pt x="465" y="63"/>
                </a:moveTo>
                <a:lnTo>
                  <a:pt x="454" y="74"/>
                </a:lnTo>
                <a:moveTo>
                  <a:pt x="435" y="94"/>
                </a:moveTo>
                <a:lnTo>
                  <a:pt x="424" y="106"/>
                </a:lnTo>
                <a:moveTo>
                  <a:pt x="405" y="125"/>
                </a:moveTo>
                <a:lnTo>
                  <a:pt x="393" y="137"/>
                </a:lnTo>
                <a:moveTo>
                  <a:pt x="374" y="156"/>
                </a:moveTo>
                <a:lnTo>
                  <a:pt x="363" y="168"/>
                </a:lnTo>
                <a:moveTo>
                  <a:pt x="344" y="188"/>
                </a:moveTo>
                <a:lnTo>
                  <a:pt x="333" y="199"/>
                </a:lnTo>
                <a:moveTo>
                  <a:pt x="314" y="219"/>
                </a:moveTo>
                <a:lnTo>
                  <a:pt x="302" y="231"/>
                </a:lnTo>
                <a:moveTo>
                  <a:pt x="284" y="250"/>
                </a:moveTo>
                <a:lnTo>
                  <a:pt x="272" y="262"/>
                </a:lnTo>
                <a:moveTo>
                  <a:pt x="253" y="281"/>
                </a:moveTo>
                <a:lnTo>
                  <a:pt x="242" y="293"/>
                </a:lnTo>
                <a:moveTo>
                  <a:pt x="223" y="313"/>
                </a:moveTo>
                <a:lnTo>
                  <a:pt x="212" y="324"/>
                </a:lnTo>
                <a:moveTo>
                  <a:pt x="193" y="344"/>
                </a:moveTo>
                <a:lnTo>
                  <a:pt x="181" y="356"/>
                </a:lnTo>
                <a:moveTo>
                  <a:pt x="162" y="375"/>
                </a:moveTo>
                <a:lnTo>
                  <a:pt x="151" y="387"/>
                </a:lnTo>
                <a:moveTo>
                  <a:pt x="132" y="407"/>
                </a:moveTo>
                <a:lnTo>
                  <a:pt x="121" y="418"/>
                </a:lnTo>
                <a:moveTo>
                  <a:pt x="102" y="438"/>
                </a:moveTo>
                <a:lnTo>
                  <a:pt x="91" y="449"/>
                </a:lnTo>
                <a:moveTo>
                  <a:pt x="72" y="469"/>
                </a:moveTo>
                <a:lnTo>
                  <a:pt x="60" y="481"/>
                </a:lnTo>
                <a:moveTo>
                  <a:pt x="41" y="500"/>
                </a:moveTo>
                <a:lnTo>
                  <a:pt x="30" y="512"/>
                </a:lnTo>
                <a:moveTo>
                  <a:pt x="11" y="532"/>
                </a:moveTo>
                <a:lnTo>
                  <a:pt x="0" y="54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3" name="Freeform 483">
            <a:extLst>
              <a:ext uri="{FF2B5EF4-FFF2-40B4-BE49-F238E27FC236}">
                <a16:creationId xmlns:a16="http://schemas.microsoft.com/office/drawing/2014/main" id="{D5515931-D9A2-F72D-4852-9670828BC303}"/>
              </a:ext>
            </a:extLst>
          </p:cNvPr>
          <p:cNvSpPr>
            <a:spLocks noEditPoints="1"/>
          </p:cNvSpPr>
          <p:nvPr/>
        </p:nvSpPr>
        <p:spPr bwMode="auto">
          <a:xfrm>
            <a:off x="1089025" y="819151"/>
            <a:ext cx="44450" cy="347663"/>
          </a:xfrm>
          <a:custGeom>
            <a:avLst/>
            <a:gdLst>
              <a:gd name="T0" fmla="*/ 56 w 56"/>
              <a:gd name="T1" fmla="*/ 0 h 437"/>
              <a:gd name="T2" fmla="*/ 54 w 56"/>
              <a:gd name="T3" fmla="*/ 16 h 437"/>
              <a:gd name="T4" fmla="*/ 50 w 56"/>
              <a:gd name="T5" fmla="*/ 43 h 437"/>
              <a:gd name="T6" fmla="*/ 48 w 56"/>
              <a:gd name="T7" fmla="*/ 59 h 437"/>
              <a:gd name="T8" fmla="*/ 45 w 56"/>
              <a:gd name="T9" fmla="*/ 86 h 437"/>
              <a:gd name="T10" fmla="*/ 42 w 56"/>
              <a:gd name="T11" fmla="*/ 102 h 437"/>
              <a:gd name="T12" fmla="*/ 39 w 56"/>
              <a:gd name="T13" fmla="*/ 129 h 437"/>
              <a:gd name="T14" fmla="*/ 37 w 56"/>
              <a:gd name="T15" fmla="*/ 146 h 437"/>
              <a:gd name="T16" fmla="*/ 34 w 56"/>
              <a:gd name="T17" fmla="*/ 172 h 437"/>
              <a:gd name="T18" fmla="*/ 31 w 56"/>
              <a:gd name="T19" fmla="*/ 189 h 437"/>
              <a:gd name="T20" fmla="*/ 28 w 56"/>
              <a:gd name="T21" fmla="*/ 216 h 437"/>
              <a:gd name="T22" fmla="*/ 26 w 56"/>
              <a:gd name="T23" fmla="*/ 232 h 437"/>
              <a:gd name="T24" fmla="*/ 22 w 56"/>
              <a:gd name="T25" fmla="*/ 259 h 437"/>
              <a:gd name="T26" fmla="*/ 20 w 56"/>
              <a:gd name="T27" fmla="*/ 275 h 437"/>
              <a:gd name="T28" fmla="*/ 17 w 56"/>
              <a:gd name="T29" fmla="*/ 302 h 437"/>
              <a:gd name="T30" fmla="*/ 15 w 56"/>
              <a:gd name="T31" fmla="*/ 318 h 437"/>
              <a:gd name="T32" fmla="*/ 11 w 56"/>
              <a:gd name="T33" fmla="*/ 345 h 437"/>
              <a:gd name="T34" fmla="*/ 9 w 56"/>
              <a:gd name="T35" fmla="*/ 361 h 437"/>
              <a:gd name="T36" fmla="*/ 6 w 56"/>
              <a:gd name="T37" fmla="*/ 388 h 437"/>
              <a:gd name="T38" fmla="*/ 4 w 56"/>
              <a:gd name="T39" fmla="*/ 405 h 437"/>
              <a:gd name="T40" fmla="*/ 0 w 56"/>
              <a:gd name="T41" fmla="*/ 432 h 437"/>
              <a:gd name="T42" fmla="*/ 0 w 56"/>
              <a:gd name="T43" fmla="*/ 437 h 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6" h="437">
                <a:moveTo>
                  <a:pt x="56" y="0"/>
                </a:moveTo>
                <a:lnTo>
                  <a:pt x="54" y="16"/>
                </a:lnTo>
                <a:moveTo>
                  <a:pt x="50" y="43"/>
                </a:moveTo>
                <a:lnTo>
                  <a:pt x="48" y="59"/>
                </a:lnTo>
                <a:moveTo>
                  <a:pt x="45" y="86"/>
                </a:moveTo>
                <a:lnTo>
                  <a:pt x="42" y="102"/>
                </a:lnTo>
                <a:moveTo>
                  <a:pt x="39" y="129"/>
                </a:moveTo>
                <a:lnTo>
                  <a:pt x="37" y="146"/>
                </a:lnTo>
                <a:moveTo>
                  <a:pt x="34" y="172"/>
                </a:moveTo>
                <a:lnTo>
                  <a:pt x="31" y="189"/>
                </a:lnTo>
                <a:moveTo>
                  <a:pt x="28" y="216"/>
                </a:moveTo>
                <a:lnTo>
                  <a:pt x="26" y="232"/>
                </a:lnTo>
                <a:moveTo>
                  <a:pt x="22" y="259"/>
                </a:moveTo>
                <a:lnTo>
                  <a:pt x="20" y="275"/>
                </a:lnTo>
                <a:moveTo>
                  <a:pt x="17" y="302"/>
                </a:moveTo>
                <a:lnTo>
                  <a:pt x="15" y="318"/>
                </a:lnTo>
                <a:moveTo>
                  <a:pt x="11" y="345"/>
                </a:moveTo>
                <a:lnTo>
                  <a:pt x="9" y="361"/>
                </a:lnTo>
                <a:moveTo>
                  <a:pt x="6" y="388"/>
                </a:moveTo>
                <a:lnTo>
                  <a:pt x="4" y="405"/>
                </a:lnTo>
                <a:moveTo>
                  <a:pt x="0" y="432"/>
                </a:moveTo>
                <a:lnTo>
                  <a:pt x="0" y="43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4" name="Freeform 484">
            <a:extLst>
              <a:ext uri="{FF2B5EF4-FFF2-40B4-BE49-F238E27FC236}">
                <a16:creationId xmlns:a16="http://schemas.microsoft.com/office/drawing/2014/main" id="{588EA5BE-FB4C-54DF-76C0-4843F5061A5A}"/>
              </a:ext>
            </a:extLst>
          </p:cNvPr>
          <p:cNvSpPr>
            <a:spLocks noEditPoints="1"/>
          </p:cNvSpPr>
          <p:nvPr/>
        </p:nvSpPr>
        <p:spPr bwMode="auto">
          <a:xfrm>
            <a:off x="1301750" y="3062288"/>
            <a:ext cx="280988" cy="323850"/>
          </a:xfrm>
          <a:custGeom>
            <a:avLst/>
            <a:gdLst>
              <a:gd name="T0" fmla="*/ 354 w 354"/>
              <a:gd name="T1" fmla="*/ 0 h 407"/>
              <a:gd name="T2" fmla="*/ 343 w 354"/>
              <a:gd name="T3" fmla="*/ 12 h 407"/>
              <a:gd name="T4" fmla="*/ 325 w 354"/>
              <a:gd name="T5" fmla="*/ 33 h 407"/>
              <a:gd name="T6" fmla="*/ 314 w 354"/>
              <a:gd name="T7" fmla="*/ 45 h 407"/>
              <a:gd name="T8" fmla="*/ 296 w 354"/>
              <a:gd name="T9" fmla="*/ 66 h 407"/>
              <a:gd name="T10" fmla="*/ 286 w 354"/>
              <a:gd name="T11" fmla="*/ 78 h 407"/>
              <a:gd name="T12" fmla="*/ 268 w 354"/>
              <a:gd name="T13" fmla="*/ 99 h 407"/>
              <a:gd name="T14" fmla="*/ 257 w 354"/>
              <a:gd name="T15" fmla="*/ 111 h 407"/>
              <a:gd name="T16" fmla="*/ 239 w 354"/>
              <a:gd name="T17" fmla="*/ 132 h 407"/>
              <a:gd name="T18" fmla="*/ 229 w 354"/>
              <a:gd name="T19" fmla="*/ 144 h 407"/>
              <a:gd name="T20" fmla="*/ 211 w 354"/>
              <a:gd name="T21" fmla="*/ 164 h 407"/>
              <a:gd name="T22" fmla="*/ 200 w 354"/>
              <a:gd name="T23" fmla="*/ 177 h 407"/>
              <a:gd name="T24" fmla="*/ 182 w 354"/>
              <a:gd name="T25" fmla="*/ 197 h 407"/>
              <a:gd name="T26" fmla="*/ 172 w 354"/>
              <a:gd name="T27" fmla="*/ 210 h 407"/>
              <a:gd name="T28" fmla="*/ 154 w 354"/>
              <a:gd name="T29" fmla="*/ 230 h 407"/>
              <a:gd name="T30" fmla="*/ 143 w 354"/>
              <a:gd name="T31" fmla="*/ 242 h 407"/>
              <a:gd name="T32" fmla="*/ 125 w 354"/>
              <a:gd name="T33" fmla="*/ 263 h 407"/>
              <a:gd name="T34" fmla="*/ 114 w 354"/>
              <a:gd name="T35" fmla="*/ 275 h 407"/>
              <a:gd name="T36" fmla="*/ 97 w 354"/>
              <a:gd name="T37" fmla="*/ 296 h 407"/>
              <a:gd name="T38" fmla="*/ 86 w 354"/>
              <a:gd name="T39" fmla="*/ 308 h 407"/>
              <a:gd name="T40" fmla="*/ 68 w 354"/>
              <a:gd name="T41" fmla="*/ 329 h 407"/>
              <a:gd name="T42" fmla="*/ 57 w 354"/>
              <a:gd name="T43" fmla="*/ 341 h 407"/>
              <a:gd name="T44" fmla="*/ 40 w 354"/>
              <a:gd name="T45" fmla="*/ 361 h 407"/>
              <a:gd name="T46" fmla="*/ 29 w 354"/>
              <a:gd name="T47" fmla="*/ 374 h 407"/>
              <a:gd name="T48" fmla="*/ 11 w 354"/>
              <a:gd name="T49" fmla="*/ 394 h 407"/>
              <a:gd name="T50" fmla="*/ 0 w 354"/>
              <a:gd name="T51" fmla="*/ 407 h 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54" h="407">
                <a:moveTo>
                  <a:pt x="354" y="0"/>
                </a:moveTo>
                <a:lnTo>
                  <a:pt x="343" y="12"/>
                </a:lnTo>
                <a:moveTo>
                  <a:pt x="325" y="33"/>
                </a:moveTo>
                <a:lnTo>
                  <a:pt x="314" y="45"/>
                </a:lnTo>
                <a:moveTo>
                  <a:pt x="296" y="66"/>
                </a:moveTo>
                <a:lnTo>
                  <a:pt x="286" y="78"/>
                </a:lnTo>
                <a:moveTo>
                  <a:pt x="268" y="99"/>
                </a:moveTo>
                <a:lnTo>
                  <a:pt x="257" y="111"/>
                </a:lnTo>
                <a:moveTo>
                  <a:pt x="239" y="132"/>
                </a:moveTo>
                <a:lnTo>
                  <a:pt x="229" y="144"/>
                </a:lnTo>
                <a:moveTo>
                  <a:pt x="211" y="164"/>
                </a:moveTo>
                <a:lnTo>
                  <a:pt x="200" y="177"/>
                </a:lnTo>
                <a:moveTo>
                  <a:pt x="182" y="197"/>
                </a:moveTo>
                <a:lnTo>
                  <a:pt x="172" y="210"/>
                </a:lnTo>
                <a:moveTo>
                  <a:pt x="154" y="230"/>
                </a:moveTo>
                <a:lnTo>
                  <a:pt x="143" y="242"/>
                </a:lnTo>
                <a:moveTo>
                  <a:pt x="125" y="263"/>
                </a:moveTo>
                <a:lnTo>
                  <a:pt x="114" y="275"/>
                </a:lnTo>
                <a:moveTo>
                  <a:pt x="97" y="296"/>
                </a:moveTo>
                <a:lnTo>
                  <a:pt x="86" y="308"/>
                </a:lnTo>
                <a:moveTo>
                  <a:pt x="68" y="329"/>
                </a:moveTo>
                <a:lnTo>
                  <a:pt x="57" y="341"/>
                </a:lnTo>
                <a:moveTo>
                  <a:pt x="40" y="361"/>
                </a:moveTo>
                <a:lnTo>
                  <a:pt x="29" y="374"/>
                </a:lnTo>
                <a:moveTo>
                  <a:pt x="11" y="394"/>
                </a:moveTo>
                <a:lnTo>
                  <a:pt x="0" y="40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5" name="Freeform 485">
            <a:extLst>
              <a:ext uri="{FF2B5EF4-FFF2-40B4-BE49-F238E27FC236}">
                <a16:creationId xmlns:a16="http://schemas.microsoft.com/office/drawing/2014/main" id="{7FE4E6D6-42C0-1CC4-351A-CEAAD0C46C2F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2363788"/>
            <a:ext cx="217488" cy="522288"/>
          </a:xfrm>
          <a:custGeom>
            <a:avLst/>
            <a:gdLst>
              <a:gd name="T0" fmla="*/ 273 w 273"/>
              <a:gd name="T1" fmla="*/ 0 h 658"/>
              <a:gd name="T2" fmla="*/ 267 w 273"/>
              <a:gd name="T3" fmla="*/ 15 h 658"/>
              <a:gd name="T4" fmla="*/ 256 w 273"/>
              <a:gd name="T5" fmla="*/ 40 h 658"/>
              <a:gd name="T6" fmla="*/ 250 w 273"/>
              <a:gd name="T7" fmla="*/ 55 h 658"/>
              <a:gd name="T8" fmla="*/ 240 w 273"/>
              <a:gd name="T9" fmla="*/ 80 h 658"/>
              <a:gd name="T10" fmla="*/ 234 w 273"/>
              <a:gd name="T11" fmla="*/ 95 h 658"/>
              <a:gd name="T12" fmla="*/ 223 w 273"/>
              <a:gd name="T13" fmla="*/ 121 h 658"/>
              <a:gd name="T14" fmla="*/ 217 w 273"/>
              <a:gd name="T15" fmla="*/ 136 h 658"/>
              <a:gd name="T16" fmla="*/ 206 w 273"/>
              <a:gd name="T17" fmla="*/ 161 h 658"/>
              <a:gd name="T18" fmla="*/ 200 w 273"/>
              <a:gd name="T19" fmla="*/ 176 h 658"/>
              <a:gd name="T20" fmla="*/ 190 w 273"/>
              <a:gd name="T21" fmla="*/ 201 h 658"/>
              <a:gd name="T22" fmla="*/ 184 w 273"/>
              <a:gd name="T23" fmla="*/ 216 h 658"/>
              <a:gd name="T24" fmla="*/ 173 w 273"/>
              <a:gd name="T25" fmla="*/ 241 h 658"/>
              <a:gd name="T26" fmla="*/ 167 w 273"/>
              <a:gd name="T27" fmla="*/ 256 h 658"/>
              <a:gd name="T28" fmla="*/ 156 w 273"/>
              <a:gd name="T29" fmla="*/ 281 h 658"/>
              <a:gd name="T30" fmla="*/ 150 w 273"/>
              <a:gd name="T31" fmla="*/ 296 h 658"/>
              <a:gd name="T32" fmla="*/ 140 w 273"/>
              <a:gd name="T33" fmla="*/ 322 h 658"/>
              <a:gd name="T34" fmla="*/ 134 w 273"/>
              <a:gd name="T35" fmla="*/ 337 h 658"/>
              <a:gd name="T36" fmla="*/ 123 w 273"/>
              <a:gd name="T37" fmla="*/ 362 h 658"/>
              <a:gd name="T38" fmla="*/ 117 w 273"/>
              <a:gd name="T39" fmla="*/ 377 h 658"/>
              <a:gd name="T40" fmla="*/ 106 w 273"/>
              <a:gd name="T41" fmla="*/ 402 h 658"/>
              <a:gd name="T42" fmla="*/ 100 w 273"/>
              <a:gd name="T43" fmla="*/ 417 h 658"/>
              <a:gd name="T44" fmla="*/ 90 w 273"/>
              <a:gd name="T45" fmla="*/ 442 h 658"/>
              <a:gd name="T46" fmla="*/ 84 w 273"/>
              <a:gd name="T47" fmla="*/ 457 h 658"/>
              <a:gd name="T48" fmla="*/ 73 w 273"/>
              <a:gd name="T49" fmla="*/ 482 h 658"/>
              <a:gd name="T50" fmla="*/ 67 w 273"/>
              <a:gd name="T51" fmla="*/ 497 h 658"/>
              <a:gd name="T52" fmla="*/ 56 w 273"/>
              <a:gd name="T53" fmla="*/ 523 h 658"/>
              <a:gd name="T54" fmla="*/ 50 w 273"/>
              <a:gd name="T55" fmla="*/ 538 h 658"/>
              <a:gd name="T56" fmla="*/ 40 w 273"/>
              <a:gd name="T57" fmla="*/ 563 h 658"/>
              <a:gd name="T58" fmla="*/ 34 w 273"/>
              <a:gd name="T59" fmla="*/ 578 h 658"/>
              <a:gd name="T60" fmla="*/ 23 w 273"/>
              <a:gd name="T61" fmla="*/ 603 h 658"/>
              <a:gd name="T62" fmla="*/ 17 w 273"/>
              <a:gd name="T63" fmla="*/ 618 h 658"/>
              <a:gd name="T64" fmla="*/ 6 w 273"/>
              <a:gd name="T65" fmla="*/ 643 h 658"/>
              <a:gd name="T66" fmla="*/ 0 w 273"/>
              <a:gd name="T67" fmla="*/ 658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73" h="658">
                <a:moveTo>
                  <a:pt x="273" y="0"/>
                </a:moveTo>
                <a:lnTo>
                  <a:pt x="267" y="15"/>
                </a:lnTo>
                <a:moveTo>
                  <a:pt x="256" y="40"/>
                </a:moveTo>
                <a:lnTo>
                  <a:pt x="250" y="55"/>
                </a:lnTo>
                <a:moveTo>
                  <a:pt x="240" y="80"/>
                </a:moveTo>
                <a:lnTo>
                  <a:pt x="234" y="95"/>
                </a:lnTo>
                <a:moveTo>
                  <a:pt x="223" y="121"/>
                </a:moveTo>
                <a:lnTo>
                  <a:pt x="217" y="136"/>
                </a:lnTo>
                <a:moveTo>
                  <a:pt x="206" y="161"/>
                </a:moveTo>
                <a:lnTo>
                  <a:pt x="200" y="176"/>
                </a:lnTo>
                <a:moveTo>
                  <a:pt x="190" y="201"/>
                </a:moveTo>
                <a:lnTo>
                  <a:pt x="184" y="216"/>
                </a:lnTo>
                <a:moveTo>
                  <a:pt x="173" y="241"/>
                </a:moveTo>
                <a:lnTo>
                  <a:pt x="167" y="256"/>
                </a:lnTo>
                <a:moveTo>
                  <a:pt x="156" y="281"/>
                </a:moveTo>
                <a:lnTo>
                  <a:pt x="150" y="296"/>
                </a:lnTo>
                <a:moveTo>
                  <a:pt x="140" y="322"/>
                </a:moveTo>
                <a:lnTo>
                  <a:pt x="134" y="337"/>
                </a:lnTo>
                <a:moveTo>
                  <a:pt x="123" y="362"/>
                </a:moveTo>
                <a:lnTo>
                  <a:pt x="117" y="377"/>
                </a:lnTo>
                <a:moveTo>
                  <a:pt x="106" y="402"/>
                </a:moveTo>
                <a:lnTo>
                  <a:pt x="100" y="417"/>
                </a:lnTo>
                <a:moveTo>
                  <a:pt x="90" y="442"/>
                </a:moveTo>
                <a:lnTo>
                  <a:pt x="84" y="457"/>
                </a:lnTo>
                <a:moveTo>
                  <a:pt x="73" y="482"/>
                </a:moveTo>
                <a:lnTo>
                  <a:pt x="67" y="497"/>
                </a:lnTo>
                <a:moveTo>
                  <a:pt x="56" y="523"/>
                </a:moveTo>
                <a:lnTo>
                  <a:pt x="50" y="538"/>
                </a:lnTo>
                <a:moveTo>
                  <a:pt x="40" y="563"/>
                </a:moveTo>
                <a:lnTo>
                  <a:pt x="34" y="578"/>
                </a:lnTo>
                <a:moveTo>
                  <a:pt x="23" y="603"/>
                </a:moveTo>
                <a:lnTo>
                  <a:pt x="17" y="618"/>
                </a:lnTo>
                <a:moveTo>
                  <a:pt x="6" y="643"/>
                </a:moveTo>
                <a:lnTo>
                  <a:pt x="0" y="65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6" name="Freeform 486">
            <a:extLst>
              <a:ext uri="{FF2B5EF4-FFF2-40B4-BE49-F238E27FC236}">
                <a16:creationId xmlns:a16="http://schemas.microsoft.com/office/drawing/2014/main" id="{439AE461-B779-7F71-550B-C9FCA70C6C98}"/>
              </a:ext>
            </a:extLst>
          </p:cNvPr>
          <p:cNvSpPr>
            <a:spLocks noEditPoints="1"/>
          </p:cNvSpPr>
          <p:nvPr/>
        </p:nvSpPr>
        <p:spPr bwMode="auto">
          <a:xfrm>
            <a:off x="231775" y="1577976"/>
            <a:ext cx="136525" cy="125413"/>
          </a:xfrm>
          <a:custGeom>
            <a:avLst/>
            <a:gdLst>
              <a:gd name="T0" fmla="*/ 171 w 171"/>
              <a:gd name="T1" fmla="*/ 0 h 159"/>
              <a:gd name="T2" fmla="*/ 159 w 171"/>
              <a:gd name="T3" fmla="*/ 11 h 159"/>
              <a:gd name="T4" fmla="*/ 139 w 171"/>
              <a:gd name="T5" fmla="*/ 29 h 159"/>
              <a:gd name="T6" fmla="*/ 127 w 171"/>
              <a:gd name="T7" fmla="*/ 41 h 159"/>
              <a:gd name="T8" fmla="*/ 107 w 171"/>
              <a:gd name="T9" fmla="*/ 59 h 159"/>
              <a:gd name="T10" fmla="*/ 95 w 171"/>
              <a:gd name="T11" fmla="*/ 70 h 159"/>
              <a:gd name="T12" fmla="*/ 75 w 171"/>
              <a:gd name="T13" fmla="*/ 89 h 159"/>
              <a:gd name="T14" fmla="*/ 63 w 171"/>
              <a:gd name="T15" fmla="*/ 100 h 159"/>
              <a:gd name="T16" fmla="*/ 43 w 171"/>
              <a:gd name="T17" fmla="*/ 119 h 159"/>
              <a:gd name="T18" fmla="*/ 32 w 171"/>
              <a:gd name="T19" fmla="*/ 130 h 159"/>
              <a:gd name="T20" fmla="*/ 12 w 171"/>
              <a:gd name="T21" fmla="*/ 148 h 159"/>
              <a:gd name="T22" fmla="*/ 0 w 171"/>
              <a:gd name="T23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71" h="159">
                <a:moveTo>
                  <a:pt x="171" y="0"/>
                </a:moveTo>
                <a:lnTo>
                  <a:pt x="159" y="11"/>
                </a:lnTo>
                <a:moveTo>
                  <a:pt x="139" y="29"/>
                </a:moveTo>
                <a:lnTo>
                  <a:pt x="127" y="41"/>
                </a:lnTo>
                <a:moveTo>
                  <a:pt x="107" y="59"/>
                </a:moveTo>
                <a:lnTo>
                  <a:pt x="95" y="70"/>
                </a:lnTo>
                <a:moveTo>
                  <a:pt x="75" y="89"/>
                </a:moveTo>
                <a:lnTo>
                  <a:pt x="63" y="100"/>
                </a:lnTo>
                <a:moveTo>
                  <a:pt x="43" y="119"/>
                </a:moveTo>
                <a:lnTo>
                  <a:pt x="32" y="130"/>
                </a:lnTo>
                <a:moveTo>
                  <a:pt x="12" y="148"/>
                </a:moveTo>
                <a:lnTo>
                  <a:pt x="0" y="15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7" name="Freeform 487">
            <a:extLst>
              <a:ext uri="{FF2B5EF4-FFF2-40B4-BE49-F238E27FC236}">
                <a16:creationId xmlns:a16="http://schemas.microsoft.com/office/drawing/2014/main" id="{EBE5B4D1-1E8C-9227-A47C-FDEBB7F90B03}"/>
              </a:ext>
            </a:extLst>
          </p:cNvPr>
          <p:cNvSpPr>
            <a:spLocks noEditPoints="1"/>
          </p:cNvSpPr>
          <p:nvPr/>
        </p:nvSpPr>
        <p:spPr bwMode="auto">
          <a:xfrm>
            <a:off x="277813" y="846138"/>
            <a:ext cx="87313" cy="112713"/>
          </a:xfrm>
          <a:custGeom>
            <a:avLst/>
            <a:gdLst>
              <a:gd name="T0" fmla="*/ 111 w 111"/>
              <a:gd name="T1" fmla="*/ 0 h 143"/>
              <a:gd name="T2" fmla="*/ 101 w 111"/>
              <a:gd name="T3" fmla="*/ 13 h 143"/>
              <a:gd name="T4" fmla="*/ 85 w 111"/>
              <a:gd name="T5" fmla="*/ 34 h 143"/>
              <a:gd name="T6" fmla="*/ 75 w 111"/>
              <a:gd name="T7" fmla="*/ 47 h 143"/>
              <a:gd name="T8" fmla="*/ 58 w 111"/>
              <a:gd name="T9" fmla="*/ 68 h 143"/>
              <a:gd name="T10" fmla="*/ 48 w 111"/>
              <a:gd name="T11" fmla="*/ 81 h 143"/>
              <a:gd name="T12" fmla="*/ 31 w 111"/>
              <a:gd name="T13" fmla="*/ 103 h 143"/>
              <a:gd name="T14" fmla="*/ 21 w 111"/>
              <a:gd name="T15" fmla="*/ 115 h 143"/>
              <a:gd name="T16" fmla="*/ 4 w 111"/>
              <a:gd name="T17" fmla="*/ 137 h 143"/>
              <a:gd name="T18" fmla="*/ 0 w 111"/>
              <a:gd name="T19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1" h="143">
                <a:moveTo>
                  <a:pt x="111" y="0"/>
                </a:moveTo>
                <a:lnTo>
                  <a:pt x="101" y="13"/>
                </a:lnTo>
                <a:moveTo>
                  <a:pt x="85" y="34"/>
                </a:moveTo>
                <a:lnTo>
                  <a:pt x="75" y="47"/>
                </a:lnTo>
                <a:moveTo>
                  <a:pt x="58" y="68"/>
                </a:moveTo>
                <a:lnTo>
                  <a:pt x="48" y="81"/>
                </a:lnTo>
                <a:moveTo>
                  <a:pt x="31" y="103"/>
                </a:moveTo>
                <a:lnTo>
                  <a:pt x="21" y="115"/>
                </a:lnTo>
                <a:moveTo>
                  <a:pt x="4" y="137"/>
                </a:moveTo>
                <a:lnTo>
                  <a:pt x="0" y="14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8" name="Freeform 488">
            <a:extLst>
              <a:ext uri="{FF2B5EF4-FFF2-40B4-BE49-F238E27FC236}">
                <a16:creationId xmlns:a16="http://schemas.microsoft.com/office/drawing/2014/main" id="{F4E43D24-09CE-BFA6-77CB-DFA458550003}"/>
              </a:ext>
            </a:extLst>
          </p:cNvPr>
          <p:cNvSpPr>
            <a:spLocks noEditPoints="1"/>
          </p:cNvSpPr>
          <p:nvPr/>
        </p:nvSpPr>
        <p:spPr bwMode="auto">
          <a:xfrm>
            <a:off x="1790700" y="1671638"/>
            <a:ext cx="30163" cy="36513"/>
          </a:xfrm>
          <a:custGeom>
            <a:avLst/>
            <a:gdLst>
              <a:gd name="T0" fmla="*/ 38 w 38"/>
              <a:gd name="T1" fmla="*/ 0 h 46"/>
              <a:gd name="T2" fmla="*/ 28 w 38"/>
              <a:gd name="T3" fmla="*/ 13 h 46"/>
              <a:gd name="T4" fmla="*/ 10 w 38"/>
              <a:gd name="T5" fmla="*/ 34 h 46"/>
              <a:gd name="T6" fmla="*/ 0 w 38"/>
              <a:gd name="T7" fmla="*/ 46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" h="46">
                <a:moveTo>
                  <a:pt x="38" y="0"/>
                </a:moveTo>
                <a:lnTo>
                  <a:pt x="28" y="13"/>
                </a:lnTo>
                <a:moveTo>
                  <a:pt x="10" y="34"/>
                </a:moveTo>
                <a:lnTo>
                  <a:pt x="0" y="4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9" name="Freeform 489">
            <a:extLst>
              <a:ext uri="{FF2B5EF4-FFF2-40B4-BE49-F238E27FC236}">
                <a16:creationId xmlns:a16="http://schemas.microsoft.com/office/drawing/2014/main" id="{493C8F9B-0544-DBDD-E11B-8304E53159C6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719138"/>
            <a:ext cx="79375" cy="85725"/>
          </a:xfrm>
          <a:custGeom>
            <a:avLst/>
            <a:gdLst>
              <a:gd name="T0" fmla="*/ 100 w 100"/>
              <a:gd name="T1" fmla="*/ 0 h 108"/>
              <a:gd name="T2" fmla="*/ 89 w 100"/>
              <a:gd name="T3" fmla="*/ 12 h 108"/>
              <a:gd name="T4" fmla="*/ 70 w 100"/>
              <a:gd name="T5" fmla="*/ 32 h 108"/>
              <a:gd name="T6" fmla="*/ 59 w 100"/>
              <a:gd name="T7" fmla="*/ 44 h 108"/>
              <a:gd name="T8" fmla="*/ 41 w 100"/>
              <a:gd name="T9" fmla="*/ 64 h 108"/>
              <a:gd name="T10" fmla="*/ 30 w 100"/>
              <a:gd name="T11" fmla="*/ 76 h 108"/>
              <a:gd name="T12" fmla="*/ 11 w 100"/>
              <a:gd name="T13" fmla="*/ 96 h 108"/>
              <a:gd name="T14" fmla="*/ 0 w 100"/>
              <a:gd name="T15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0" h="108">
                <a:moveTo>
                  <a:pt x="100" y="0"/>
                </a:moveTo>
                <a:lnTo>
                  <a:pt x="89" y="12"/>
                </a:lnTo>
                <a:moveTo>
                  <a:pt x="70" y="32"/>
                </a:moveTo>
                <a:lnTo>
                  <a:pt x="59" y="44"/>
                </a:lnTo>
                <a:moveTo>
                  <a:pt x="41" y="64"/>
                </a:moveTo>
                <a:lnTo>
                  <a:pt x="30" y="76"/>
                </a:lnTo>
                <a:moveTo>
                  <a:pt x="11" y="96"/>
                </a:moveTo>
                <a:lnTo>
                  <a:pt x="0" y="10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0" name="Freeform 490">
            <a:extLst>
              <a:ext uri="{FF2B5EF4-FFF2-40B4-BE49-F238E27FC236}">
                <a16:creationId xmlns:a16="http://schemas.microsoft.com/office/drawing/2014/main" id="{98A76969-6C11-CC80-F7C4-F11D2ACFB25A}"/>
              </a:ext>
            </a:extLst>
          </p:cNvPr>
          <p:cNvSpPr>
            <a:spLocks noEditPoints="1"/>
          </p:cNvSpPr>
          <p:nvPr/>
        </p:nvSpPr>
        <p:spPr bwMode="auto">
          <a:xfrm>
            <a:off x="1601788" y="280988"/>
            <a:ext cx="7938" cy="323850"/>
          </a:xfrm>
          <a:custGeom>
            <a:avLst/>
            <a:gdLst>
              <a:gd name="T0" fmla="*/ 9 w 9"/>
              <a:gd name="T1" fmla="*/ 0 h 408"/>
              <a:gd name="T2" fmla="*/ 8 w 9"/>
              <a:gd name="T3" fmla="*/ 16 h 408"/>
              <a:gd name="T4" fmla="*/ 8 w 9"/>
              <a:gd name="T5" fmla="*/ 43 h 408"/>
              <a:gd name="T6" fmla="*/ 7 w 9"/>
              <a:gd name="T7" fmla="*/ 60 h 408"/>
              <a:gd name="T8" fmla="*/ 7 w 9"/>
              <a:gd name="T9" fmla="*/ 87 h 408"/>
              <a:gd name="T10" fmla="*/ 6 w 9"/>
              <a:gd name="T11" fmla="*/ 103 h 408"/>
              <a:gd name="T12" fmla="*/ 6 w 9"/>
              <a:gd name="T13" fmla="*/ 130 h 408"/>
              <a:gd name="T14" fmla="*/ 6 w 9"/>
              <a:gd name="T15" fmla="*/ 147 h 408"/>
              <a:gd name="T16" fmla="*/ 5 w 9"/>
              <a:gd name="T17" fmla="*/ 174 h 408"/>
              <a:gd name="T18" fmla="*/ 5 w 9"/>
              <a:gd name="T19" fmla="*/ 190 h 408"/>
              <a:gd name="T20" fmla="*/ 4 w 9"/>
              <a:gd name="T21" fmla="*/ 217 h 408"/>
              <a:gd name="T22" fmla="*/ 4 w 9"/>
              <a:gd name="T23" fmla="*/ 234 h 408"/>
              <a:gd name="T24" fmla="*/ 3 w 9"/>
              <a:gd name="T25" fmla="*/ 261 h 408"/>
              <a:gd name="T26" fmla="*/ 3 w 9"/>
              <a:gd name="T27" fmla="*/ 277 h 408"/>
              <a:gd name="T28" fmla="*/ 2 w 9"/>
              <a:gd name="T29" fmla="*/ 304 h 408"/>
              <a:gd name="T30" fmla="*/ 2 w 9"/>
              <a:gd name="T31" fmla="*/ 321 h 408"/>
              <a:gd name="T32" fmla="*/ 1 w 9"/>
              <a:gd name="T33" fmla="*/ 348 h 408"/>
              <a:gd name="T34" fmla="*/ 1 w 9"/>
              <a:gd name="T35" fmla="*/ 364 h 408"/>
              <a:gd name="T36" fmla="*/ 0 w 9"/>
              <a:gd name="T37" fmla="*/ 391 h 408"/>
              <a:gd name="T38" fmla="*/ 0 w 9"/>
              <a:gd name="T39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" h="408">
                <a:moveTo>
                  <a:pt x="9" y="0"/>
                </a:moveTo>
                <a:lnTo>
                  <a:pt x="8" y="16"/>
                </a:lnTo>
                <a:moveTo>
                  <a:pt x="8" y="43"/>
                </a:moveTo>
                <a:lnTo>
                  <a:pt x="7" y="60"/>
                </a:lnTo>
                <a:moveTo>
                  <a:pt x="7" y="87"/>
                </a:moveTo>
                <a:lnTo>
                  <a:pt x="6" y="103"/>
                </a:lnTo>
                <a:moveTo>
                  <a:pt x="6" y="130"/>
                </a:moveTo>
                <a:lnTo>
                  <a:pt x="6" y="147"/>
                </a:lnTo>
                <a:moveTo>
                  <a:pt x="5" y="174"/>
                </a:moveTo>
                <a:lnTo>
                  <a:pt x="5" y="190"/>
                </a:lnTo>
                <a:moveTo>
                  <a:pt x="4" y="217"/>
                </a:moveTo>
                <a:lnTo>
                  <a:pt x="4" y="234"/>
                </a:lnTo>
                <a:moveTo>
                  <a:pt x="3" y="261"/>
                </a:moveTo>
                <a:lnTo>
                  <a:pt x="3" y="277"/>
                </a:lnTo>
                <a:moveTo>
                  <a:pt x="2" y="304"/>
                </a:moveTo>
                <a:lnTo>
                  <a:pt x="2" y="321"/>
                </a:lnTo>
                <a:moveTo>
                  <a:pt x="1" y="348"/>
                </a:moveTo>
                <a:lnTo>
                  <a:pt x="1" y="364"/>
                </a:lnTo>
                <a:moveTo>
                  <a:pt x="0" y="391"/>
                </a:moveTo>
                <a:lnTo>
                  <a:pt x="0" y="40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1" name="Freeform 491">
            <a:extLst>
              <a:ext uri="{FF2B5EF4-FFF2-40B4-BE49-F238E27FC236}">
                <a16:creationId xmlns:a16="http://schemas.microsoft.com/office/drawing/2014/main" id="{F5852ADA-362F-62F7-E4E1-72EA5917BFDA}"/>
              </a:ext>
            </a:extLst>
          </p:cNvPr>
          <p:cNvSpPr>
            <a:spLocks noEditPoints="1"/>
          </p:cNvSpPr>
          <p:nvPr/>
        </p:nvSpPr>
        <p:spPr bwMode="auto">
          <a:xfrm>
            <a:off x="1100138" y="2625726"/>
            <a:ext cx="0" cy="115888"/>
          </a:xfrm>
          <a:custGeom>
            <a:avLst/>
            <a:gdLst>
              <a:gd name="T0" fmla="*/ 0 h 147"/>
              <a:gd name="T1" fmla="*/ 16 h 147"/>
              <a:gd name="T2" fmla="*/ 43 h 147"/>
              <a:gd name="T3" fmla="*/ 60 h 147"/>
              <a:gd name="T4" fmla="*/ 87 h 147"/>
              <a:gd name="T5" fmla="*/ 103 h 147"/>
              <a:gd name="T6" fmla="*/ 131 h 147"/>
              <a:gd name="T7" fmla="*/ 147 h 147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47">
                <a:moveTo>
                  <a:pt x="0" y="0"/>
                </a:moveTo>
                <a:lnTo>
                  <a:pt x="0" y="16"/>
                </a:lnTo>
                <a:moveTo>
                  <a:pt x="0" y="43"/>
                </a:moveTo>
                <a:lnTo>
                  <a:pt x="0" y="60"/>
                </a:lnTo>
                <a:moveTo>
                  <a:pt x="0" y="87"/>
                </a:moveTo>
                <a:lnTo>
                  <a:pt x="0" y="103"/>
                </a:lnTo>
                <a:moveTo>
                  <a:pt x="0" y="131"/>
                </a:moveTo>
                <a:lnTo>
                  <a:pt x="0" y="1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2" name="Freeform 492">
            <a:extLst>
              <a:ext uri="{FF2B5EF4-FFF2-40B4-BE49-F238E27FC236}">
                <a16:creationId xmlns:a16="http://schemas.microsoft.com/office/drawing/2014/main" id="{6CFC2FC7-C802-5DAE-535A-275C21714606}"/>
              </a:ext>
            </a:extLst>
          </p:cNvPr>
          <p:cNvSpPr>
            <a:spLocks noEditPoints="1"/>
          </p:cNvSpPr>
          <p:nvPr/>
        </p:nvSpPr>
        <p:spPr bwMode="auto">
          <a:xfrm>
            <a:off x="1560513" y="2111376"/>
            <a:ext cx="73025" cy="79375"/>
          </a:xfrm>
          <a:custGeom>
            <a:avLst/>
            <a:gdLst>
              <a:gd name="T0" fmla="*/ 91 w 91"/>
              <a:gd name="T1" fmla="*/ 0 h 100"/>
              <a:gd name="T2" fmla="*/ 80 w 91"/>
              <a:gd name="T3" fmla="*/ 13 h 100"/>
              <a:gd name="T4" fmla="*/ 62 w 91"/>
              <a:gd name="T5" fmla="*/ 33 h 100"/>
              <a:gd name="T6" fmla="*/ 51 w 91"/>
              <a:gd name="T7" fmla="*/ 45 h 100"/>
              <a:gd name="T8" fmla="*/ 33 w 91"/>
              <a:gd name="T9" fmla="*/ 65 h 100"/>
              <a:gd name="T10" fmla="*/ 22 w 91"/>
              <a:gd name="T11" fmla="*/ 77 h 100"/>
              <a:gd name="T12" fmla="*/ 3 w 91"/>
              <a:gd name="T13" fmla="*/ 97 h 100"/>
              <a:gd name="T14" fmla="*/ 0 w 91"/>
              <a:gd name="T15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1" h="100">
                <a:moveTo>
                  <a:pt x="91" y="0"/>
                </a:moveTo>
                <a:lnTo>
                  <a:pt x="80" y="13"/>
                </a:lnTo>
                <a:moveTo>
                  <a:pt x="62" y="33"/>
                </a:moveTo>
                <a:lnTo>
                  <a:pt x="51" y="45"/>
                </a:lnTo>
                <a:moveTo>
                  <a:pt x="33" y="65"/>
                </a:moveTo>
                <a:lnTo>
                  <a:pt x="22" y="77"/>
                </a:lnTo>
                <a:moveTo>
                  <a:pt x="3" y="97"/>
                </a:moveTo>
                <a:lnTo>
                  <a:pt x="0" y="10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3" name="Freeform 493">
            <a:extLst>
              <a:ext uri="{FF2B5EF4-FFF2-40B4-BE49-F238E27FC236}">
                <a16:creationId xmlns:a16="http://schemas.microsoft.com/office/drawing/2014/main" id="{19C07869-8E22-149F-0C5E-B913E0F365C6}"/>
              </a:ext>
            </a:extLst>
          </p:cNvPr>
          <p:cNvSpPr>
            <a:spLocks noEditPoints="1"/>
          </p:cNvSpPr>
          <p:nvPr/>
        </p:nvSpPr>
        <p:spPr bwMode="auto">
          <a:xfrm>
            <a:off x="1535113" y="361951"/>
            <a:ext cx="285750" cy="487363"/>
          </a:xfrm>
          <a:custGeom>
            <a:avLst/>
            <a:gdLst>
              <a:gd name="T0" fmla="*/ 361 w 361"/>
              <a:gd name="T1" fmla="*/ 0 h 614"/>
              <a:gd name="T2" fmla="*/ 353 w 361"/>
              <a:gd name="T3" fmla="*/ 14 h 614"/>
              <a:gd name="T4" fmla="*/ 339 w 361"/>
              <a:gd name="T5" fmla="*/ 38 h 614"/>
              <a:gd name="T6" fmla="*/ 331 w 361"/>
              <a:gd name="T7" fmla="*/ 52 h 614"/>
              <a:gd name="T8" fmla="*/ 317 w 361"/>
              <a:gd name="T9" fmla="*/ 75 h 614"/>
              <a:gd name="T10" fmla="*/ 309 w 361"/>
              <a:gd name="T11" fmla="*/ 89 h 614"/>
              <a:gd name="T12" fmla="*/ 295 w 361"/>
              <a:gd name="T13" fmla="*/ 113 h 614"/>
              <a:gd name="T14" fmla="*/ 287 w 361"/>
              <a:gd name="T15" fmla="*/ 127 h 614"/>
              <a:gd name="T16" fmla="*/ 273 w 361"/>
              <a:gd name="T17" fmla="*/ 150 h 614"/>
              <a:gd name="T18" fmla="*/ 265 w 361"/>
              <a:gd name="T19" fmla="*/ 164 h 614"/>
              <a:gd name="T20" fmla="*/ 251 w 361"/>
              <a:gd name="T21" fmla="*/ 188 h 614"/>
              <a:gd name="T22" fmla="*/ 243 w 361"/>
              <a:gd name="T23" fmla="*/ 202 h 614"/>
              <a:gd name="T24" fmla="*/ 229 w 361"/>
              <a:gd name="T25" fmla="*/ 225 h 614"/>
              <a:gd name="T26" fmla="*/ 221 w 361"/>
              <a:gd name="T27" fmla="*/ 239 h 614"/>
              <a:gd name="T28" fmla="*/ 207 w 361"/>
              <a:gd name="T29" fmla="*/ 263 h 614"/>
              <a:gd name="T30" fmla="*/ 198 w 361"/>
              <a:gd name="T31" fmla="*/ 277 h 614"/>
              <a:gd name="T32" fmla="*/ 185 w 361"/>
              <a:gd name="T33" fmla="*/ 300 h 614"/>
              <a:gd name="T34" fmla="*/ 176 w 361"/>
              <a:gd name="T35" fmla="*/ 314 h 614"/>
              <a:gd name="T36" fmla="*/ 163 w 361"/>
              <a:gd name="T37" fmla="*/ 338 h 614"/>
              <a:gd name="T38" fmla="*/ 154 w 361"/>
              <a:gd name="T39" fmla="*/ 352 h 614"/>
              <a:gd name="T40" fmla="*/ 140 w 361"/>
              <a:gd name="T41" fmla="*/ 375 h 614"/>
              <a:gd name="T42" fmla="*/ 132 w 361"/>
              <a:gd name="T43" fmla="*/ 389 h 614"/>
              <a:gd name="T44" fmla="*/ 118 w 361"/>
              <a:gd name="T45" fmla="*/ 413 h 614"/>
              <a:gd name="T46" fmla="*/ 110 w 361"/>
              <a:gd name="T47" fmla="*/ 427 h 614"/>
              <a:gd name="T48" fmla="*/ 96 w 361"/>
              <a:gd name="T49" fmla="*/ 450 h 614"/>
              <a:gd name="T50" fmla="*/ 88 w 361"/>
              <a:gd name="T51" fmla="*/ 464 h 614"/>
              <a:gd name="T52" fmla="*/ 74 w 361"/>
              <a:gd name="T53" fmla="*/ 488 h 614"/>
              <a:gd name="T54" fmla="*/ 66 w 361"/>
              <a:gd name="T55" fmla="*/ 502 h 614"/>
              <a:gd name="T56" fmla="*/ 52 w 361"/>
              <a:gd name="T57" fmla="*/ 525 h 614"/>
              <a:gd name="T58" fmla="*/ 44 w 361"/>
              <a:gd name="T59" fmla="*/ 539 h 614"/>
              <a:gd name="T60" fmla="*/ 30 w 361"/>
              <a:gd name="T61" fmla="*/ 563 h 614"/>
              <a:gd name="T62" fmla="*/ 22 w 361"/>
              <a:gd name="T63" fmla="*/ 577 h 614"/>
              <a:gd name="T64" fmla="*/ 8 w 361"/>
              <a:gd name="T65" fmla="*/ 600 h 614"/>
              <a:gd name="T66" fmla="*/ 0 w 361"/>
              <a:gd name="T67" fmla="*/ 614 h 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61" h="614">
                <a:moveTo>
                  <a:pt x="361" y="0"/>
                </a:moveTo>
                <a:lnTo>
                  <a:pt x="353" y="14"/>
                </a:lnTo>
                <a:moveTo>
                  <a:pt x="339" y="38"/>
                </a:moveTo>
                <a:lnTo>
                  <a:pt x="331" y="52"/>
                </a:lnTo>
                <a:moveTo>
                  <a:pt x="317" y="75"/>
                </a:moveTo>
                <a:lnTo>
                  <a:pt x="309" y="89"/>
                </a:lnTo>
                <a:moveTo>
                  <a:pt x="295" y="113"/>
                </a:moveTo>
                <a:lnTo>
                  <a:pt x="287" y="127"/>
                </a:lnTo>
                <a:moveTo>
                  <a:pt x="273" y="150"/>
                </a:moveTo>
                <a:lnTo>
                  <a:pt x="265" y="164"/>
                </a:lnTo>
                <a:moveTo>
                  <a:pt x="251" y="188"/>
                </a:moveTo>
                <a:lnTo>
                  <a:pt x="243" y="202"/>
                </a:lnTo>
                <a:moveTo>
                  <a:pt x="229" y="225"/>
                </a:moveTo>
                <a:lnTo>
                  <a:pt x="221" y="239"/>
                </a:lnTo>
                <a:moveTo>
                  <a:pt x="207" y="263"/>
                </a:moveTo>
                <a:lnTo>
                  <a:pt x="198" y="277"/>
                </a:lnTo>
                <a:moveTo>
                  <a:pt x="185" y="300"/>
                </a:moveTo>
                <a:lnTo>
                  <a:pt x="176" y="314"/>
                </a:lnTo>
                <a:moveTo>
                  <a:pt x="163" y="338"/>
                </a:moveTo>
                <a:lnTo>
                  <a:pt x="154" y="352"/>
                </a:lnTo>
                <a:moveTo>
                  <a:pt x="140" y="375"/>
                </a:moveTo>
                <a:lnTo>
                  <a:pt x="132" y="389"/>
                </a:lnTo>
                <a:moveTo>
                  <a:pt x="118" y="413"/>
                </a:moveTo>
                <a:lnTo>
                  <a:pt x="110" y="427"/>
                </a:lnTo>
                <a:moveTo>
                  <a:pt x="96" y="450"/>
                </a:moveTo>
                <a:lnTo>
                  <a:pt x="88" y="464"/>
                </a:lnTo>
                <a:moveTo>
                  <a:pt x="74" y="488"/>
                </a:moveTo>
                <a:lnTo>
                  <a:pt x="66" y="502"/>
                </a:lnTo>
                <a:moveTo>
                  <a:pt x="52" y="525"/>
                </a:moveTo>
                <a:lnTo>
                  <a:pt x="44" y="539"/>
                </a:lnTo>
                <a:moveTo>
                  <a:pt x="30" y="563"/>
                </a:moveTo>
                <a:lnTo>
                  <a:pt x="22" y="577"/>
                </a:lnTo>
                <a:moveTo>
                  <a:pt x="8" y="600"/>
                </a:moveTo>
                <a:lnTo>
                  <a:pt x="0" y="61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4" name="Freeform 494">
            <a:extLst>
              <a:ext uri="{FF2B5EF4-FFF2-40B4-BE49-F238E27FC236}">
                <a16:creationId xmlns:a16="http://schemas.microsoft.com/office/drawing/2014/main" id="{AD9530DF-1C1C-5A15-253F-4BFB4C8B2299}"/>
              </a:ext>
            </a:extLst>
          </p:cNvPr>
          <p:cNvSpPr>
            <a:spLocks noEditPoints="1"/>
          </p:cNvSpPr>
          <p:nvPr/>
        </p:nvSpPr>
        <p:spPr bwMode="auto">
          <a:xfrm>
            <a:off x="620713" y="2733676"/>
            <a:ext cx="77788" cy="233363"/>
          </a:xfrm>
          <a:custGeom>
            <a:avLst/>
            <a:gdLst>
              <a:gd name="T0" fmla="*/ 98 w 98"/>
              <a:gd name="T1" fmla="*/ 0 h 294"/>
              <a:gd name="T2" fmla="*/ 93 w 98"/>
              <a:gd name="T3" fmla="*/ 16 h 294"/>
              <a:gd name="T4" fmla="*/ 84 w 98"/>
              <a:gd name="T5" fmla="*/ 42 h 294"/>
              <a:gd name="T6" fmla="*/ 79 w 98"/>
              <a:gd name="T7" fmla="*/ 57 h 294"/>
              <a:gd name="T8" fmla="*/ 70 w 98"/>
              <a:gd name="T9" fmla="*/ 83 h 294"/>
              <a:gd name="T10" fmla="*/ 65 w 98"/>
              <a:gd name="T11" fmla="*/ 99 h 294"/>
              <a:gd name="T12" fmla="*/ 57 w 98"/>
              <a:gd name="T13" fmla="*/ 124 h 294"/>
              <a:gd name="T14" fmla="*/ 51 w 98"/>
              <a:gd name="T15" fmla="*/ 140 h 294"/>
              <a:gd name="T16" fmla="*/ 43 w 98"/>
              <a:gd name="T17" fmla="*/ 166 h 294"/>
              <a:gd name="T18" fmla="*/ 38 w 98"/>
              <a:gd name="T19" fmla="*/ 181 h 294"/>
              <a:gd name="T20" fmla="*/ 29 w 98"/>
              <a:gd name="T21" fmla="*/ 207 h 294"/>
              <a:gd name="T22" fmla="*/ 24 w 98"/>
              <a:gd name="T23" fmla="*/ 222 h 294"/>
              <a:gd name="T24" fmla="*/ 15 w 98"/>
              <a:gd name="T25" fmla="*/ 248 h 294"/>
              <a:gd name="T26" fmla="*/ 10 w 98"/>
              <a:gd name="T27" fmla="*/ 264 h 294"/>
              <a:gd name="T28" fmla="*/ 1 w 98"/>
              <a:gd name="T29" fmla="*/ 289 h 294"/>
              <a:gd name="T30" fmla="*/ 0 w 98"/>
              <a:gd name="T31" fmla="*/ 294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8" h="294">
                <a:moveTo>
                  <a:pt x="98" y="0"/>
                </a:moveTo>
                <a:lnTo>
                  <a:pt x="93" y="16"/>
                </a:lnTo>
                <a:moveTo>
                  <a:pt x="84" y="42"/>
                </a:moveTo>
                <a:lnTo>
                  <a:pt x="79" y="57"/>
                </a:lnTo>
                <a:moveTo>
                  <a:pt x="70" y="83"/>
                </a:moveTo>
                <a:lnTo>
                  <a:pt x="65" y="99"/>
                </a:lnTo>
                <a:moveTo>
                  <a:pt x="57" y="124"/>
                </a:moveTo>
                <a:lnTo>
                  <a:pt x="51" y="140"/>
                </a:lnTo>
                <a:moveTo>
                  <a:pt x="43" y="166"/>
                </a:moveTo>
                <a:lnTo>
                  <a:pt x="38" y="181"/>
                </a:lnTo>
                <a:moveTo>
                  <a:pt x="29" y="207"/>
                </a:moveTo>
                <a:lnTo>
                  <a:pt x="24" y="222"/>
                </a:lnTo>
                <a:moveTo>
                  <a:pt x="15" y="248"/>
                </a:moveTo>
                <a:lnTo>
                  <a:pt x="10" y="264"/>
                </a:lnTo>
                <a:moveTo>
                  <a:pt x="1" y="289"/>
                </a:moveTo>
                <a:lnTo>
                  <a:pt x="0" y="29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5" name="Freeform 495">
            <a:extLst>
              <a:ext uri="{FF2B5EF4-FFF2-40B4-BE49-F238E27FC236}">
                <a16:creationId xmlns:a16="http://schemas.microsoft.com/office/drawing/2014/main" id="{B65E727B-1BFA-91C2-2B9D-B2BF351BD231}"/>
              </a:ext>
            </a:extLst>
          </p:cNvPr>
          <p:cNvSpPr>
            <a:spLocks noEditPoints="1"/>
          </p:cNvSpPr>
          <p:nvPr/>
        </p:nvSpPr>
        <p:spPr bwMode="auto">
          <a:xfrm>
            <a:off x="696913" y="1530351"/>
            <a:ext cx="158750" cy="200025"/>
          </a:xfrm>
          <a:custGeom>
            <a:avLst/>
            <a:gdLst>
              <a:gd name="T0" fmla="*/ 200 w 200"/>
              <a:gd name="T1" fmla="*/ 0 h 252"/>
              <a:gd name="T2" fmla="*/ 189 w 200"/>
              <a:gd name="T3" fmla="*/ 13 h 252"/>
              <a:gd name="T4" fmla="*/ 172 w 200"/>
              <a:gd name="T5" fmla="*/ 34 h 252"/>
              <a:gd name="T6" fmla="*/ 162 w 200"/>
              <a:gd name="T7" fmla="*/ 47 h 252"/>
              <a:gd name="T8" fmla="*/ 145 w 200"/>
              <a:gd name="T9" fmla="*/ 68 h 252"/>
              <a:gd name="T10" fmla="*/ 135 w 200"/>
              <a:gd name="T11" fmla="*/ 81 h 252"/>
              <a:gd name="T12" fmla="*/ 118 w 200"/>
              <a:gd name="T13" fmla="*/ 102 h 252"/>
              <a:gd name="T14" fmla="*/ 108 w 200"/>
              <a:gd name="T15" fmla="*/ 115 h 252"/>
              <a:gd name="T16" fmla="*/ 91 w 200"/>
              <a:gd name="T17" fmla="*/ 137 h 252"/>
              <a:gd name="T18" fmla="*/ 81 w 200"/>
              <a:gd name="T19" fmla="*/ 149 h 252"/>
              <a:gd name="T20" fmla="*/ 64 w 200"/>
              <a:gd name="T21" fmla="*/ 171 h 252"/>
              <a:gd name="T22" fmla="*/ 54 w 200"/>
              <a:gd name="T23" fmla="*/ 183 h 252"/>
              <a:gd name="T24" fmla="*/ 37 w 200"/>
              <a:gd name="T25" fmla="*/ 205 h 252"/>
              <a:gd name="T26" fmla="*/ 27 w 200"/>
              <a:gd name="T27" fmla="*/ 217 h 252"/>
              <a:gd name="T28" fmla="*/ 10 w 200"/>
              <a:gd name="T29" fmla="*/ 239 h 252"/>
              <a:gd name="T30" fmla="*/ 0 w 200"/>
              <a:gd name="T31" fmla="*/ 252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0" h="252">
                <a:moveTo>
                  <a:pt x="200" y="0"/>
                </a:moveTo>
                <a:lnTo>
                  <a:pt x="189" y="13"/>
                </a:lnTo>
                <a:moveTo>
                  <a:pt x="172" y="34"/>
                </a:moveTo>
                <a:lnTo>
                  <a:pt x="162" y="47"/>
                </a:lnTo>
                <a:moveTo>
                  <a:pt x="145" y="68"/>
                </a:moveTo>
                <a:lnTo>
                  <a:pt x="135" y="81"/>
                </a:lnTo>
                <a:moveTo>
                  <a:pt x="118" y="102"/>
                </a:moveTo>
                <a:lnTo>
                  <a:pt x="108" y="115"/>
                </a:lnTo>
                <a:moveTo>
                  <a:pt x="91" y="137"/>
                </a:moveTo>
                <a:lnTo>
                  <a:pt x="81" y="149"/>
                </a:lnTo>
                <a:moveTo>
                  <a:pt x="64" y="171"/>
                </a:moveTo>
                <a:lnTo>
                  <a:pt x="54" y="183"/>
                </a:lnTo>
                <a:moveTo>
                  <a:pt x="37" y="205"/>
                </a:moveTo>
                <a:lnTo>
                  <a:pt x="27" y="217"/>
                </a:lnTo>
                <a:moveTo>
                  <a:pt x="10" y="239"/>
                </a:moveTo>
                <a:lnTo>
                  <a:pt x="0" y="25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6" name="Freeform 496">
            <a:extLst>
              <a:ext uri="{FF2B5EF4-FFF2-40B4-BE49-F238E27FC236}">
                <a16:creationId xmlns:a16="http://schemas.microsoft.com/office/drawing/2014/main" id="{194B6985-80B5-FBAA-E14A-24FFAEF5B453}"/>
              </a:ext>
            </a:extLst>
          </p:cNvPr>
          <p:cNvSpPr>
            <a:spLocks noEditPoints="1"/>
          </p:cNvSpPr>
          <p:nvPr/>
        </p:nvSpPr>
        <p:spPr bwMode="auto">
          <a:xfrm>
            <a:off x="992188" y="2930526"/>
            <a:ext cx="177800" cy="169863"/>
          </a:xfrm>
          <a:custGeom>
            <a:avLst/>
            <a:gdLst>
              <a:gd name="T0" fmla="*/ 224 w 224"/>
              <a:gd name="T1" fmla="*/ 0 h 214"/>
              <a:gd name="T2" fmla="*/ 212 w 224"/>
              <a:gd name="T3" fmla="*/ 12 h 214"/>
              <a:gd name="T4" fmla="*/ 192 w 224"/>
              <a:gd name="T5" fmla="*/ 30 h 214"/>
              <a:gd name="T6" fmla="*/ 180 w 224"/>
              <a:gd name="T7" fmla="*/ 42 h 214"/>
              <a:gd name="T8" fmla="*/ 161 w 224"/>
              <a:gd name="T9" fmla="*/ 60 h 214"/>
              <a:gd name="T10" fmla="*/ 149 w 224"/>
              <a:gd name="T11" fmla="*/ 72 h 214"/>
              <a:gd name="T12" fmla="*/ 129 w 224"/>
              <a:gd name="T13" fmla="*/ 91 h 214"/>
              <a:gd name="T14" fmla="*/ 117 w 224"/>
              <a:gd name="T15" fmla="*/ 102 h 214"/>
              <a:gd name="T16" fmla="*/ 98 w 224"/>
              <a:gd name="T17" fmla="*/ 121 h 214"/>
              <a:gd name="T18" fmla="*/ 86 w 224"/>
              <a:gd name="T19" fmla="*/ 132 h 214"/>
              <a:gd name="T20" fmla="*/ 66 w 224"/>
              <a:gd name="T21" fmla="*/ 151 h 214"/>
              <a:gd name="T22" fmla="*/ 54 w 224"/>
              <a:gd name="T23" fmla="*/ 162 h 214"/>
              <a:gd name="T24" fmla="*/ 35 w 224"/>
              <a:gd name="T25" fmla="*/ 181 h 214"/>
              <a:gd name="T26" fmla="*/ 23 w 224"/>
              <a:gd name="T27" fmla="*/ 192 h 214"/>
              <a:gd name="T28" fmla="*/ 3 w 224"/>
              <a:gd name="T29" fmla="*/ 211 h 214"/>
              <a:gd name="T30" fmla="*/ 0 w 224"/>
              <a:gd name="T31" fmla="*/ 214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4" h="214">
                <a:moveTo>
                  <a:pt x="224" y="0"/>
                </a:moveTo>
                <a:lnTo>
                  <a:pt x="212" y="12"/>
                </a:lnTo>
                <a:moveTo>
                  <a:pt x="192" y="30"/>
                </a:moveTo>
                <a:lnTo>
                  <a:pt x="180" y="42"/>
                </a:lnTo>
                <a:moveTo>
                  <a:pt x="161" y="60"/>
                </a:moveTo>
                <a:lnTo>
                  <a:pt x="149" y="72"/>
                </a:lnTo>
                <a:moveTo>
                  <a:pt x="129" y="91"/>
                </a:moveTo>
                <a:lnTo>
                  <a:pt x="117" y="102"/>
                </a:lnTo>
                <a:moveTo>
                  <a:pt x="98" y="121"/>
                </a:moveTo>
                <a:lnTo>
                  <a:pt x="86" y="132"/>
                </a:lnTo>
                <a:moveTo>
                  <a:pt x="66" y="151"/>
                </a:moveTo>
                <a:lnTo>
                  <a:pt x="54" y="162"/>
                </a:lnTo>
                <a:moveTo>
                  <a:pt x="35" y="181"/>
                </a:moveTo>
                <a:lnTo>
                  <a:pt x="23" y="192"/>
                </a:lnTo>
                <a:moveTo>
                  <a:pt x="3" y="211"/>
                </a:moveTo>
                <a:lnTo>
                  <a:pt x="0" y="21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7" name="Freeform 497">
            <a:extLst>
              <a:ext uri="{FF2B5EF4-FFF2-40B4-BE49-F238E27FC236}">
                <a16:creationId xmlns:a16="http://schemas.microsoft.com/office/drawing/2014/main" id="{95260BF3-DF22-AE3C-1DFC-6149C6678E88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531813"/>
            <a:ext cx="33338" cy="28575"/>
          </a:xfrm>
          <a:custGeom>
            <a:avLst/>
            <a:gdLst>
              <a:gd name="T0" fmla="*/ 42 w 42"/>
              <a:gd name="T1" fmla="*/ 0 h 36"/>
              <a:gd name="T2" fmla="*/ 30 w 42"/>
              <a:gd name="T3" fmla="*/ 11 h 36"/>
              <a:gd name="T4" fmla="*/ 9 w 42"/>
              <a:gd name="T5" fmla="*/ 28 h 36"/>
              <a:gd name="T6" fmla="*/ 0 w 42"/>
              <a:gd name="T7" fmla="*/ 3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" h="36">
                <a:moveTo>
                  <a:pt x="42" y="0"/>
                </a:moveTo>
                <a:lnTo>
                  <a:pt x="30" y="11"/>
                </a:lnTo>
                <a:moveTo>
                  <a:pt x="9" y="28"/>
                </a:moveTo>
                <a:lnTo>
                  <a:pt x="0" y="3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8" name="Freeform 498">
            <a:extLst>
              <a:ext uri="{FF2B5EF4-FFF2-40B4-BE49-F238E27FC236}">
                <a16:creationId xmlns:a16="http://schemas.microsoft.com/office/drawing/2014/main" id="{BC8316E3-72AB-136D-522B-097BBDED6C43}"/>
              </a:ext>
            </a:extLst>
          </p:cNvPr>
          <p:cNvSpPr>
            <a:spLocks noEditPoints="1"/>
          </p:cNvSpPr>
          <p:nvPr/>
        </p:nvSpPr>
        <p:spPr bwMode="auto">
          <a:xfrm>
            <a:off x="1209675" y="1992313"/>
            <a:ext cx="74613" cy="87313"/>
          </a:xfrm>
          <a:custGeom>
            <a:avLst/>
            <a:gdLst>
              <a:gd name="T0" fmla="*/ 95 w 95"/>
              <a:gd name="T1" fmla="*/ 0 h 112"/>
              <a:gd name="T2" fmla="*/ 85 w 95"/>
              <a:gd name="T3" fmla="*/ 12 h 112"/>
              <a:gd name="T4" fmla="*/ 67 w 95"/>
              <a:gd name="T5" fmla="*/ 33 h 112"/>
              <a:gd name="T6" fmla="*/ 56 w 95"/>
              <a:gd name="T7" fmla="*/ 45 h 112"/>
              <a:gd name="T8" fmla="*/ 39 w 95"/>
              <a:gd name="T9" fmla="*/ 66 h 112"/>
              <a:gd name="T10" fmla="*/ 28 w 95"/>
              <a:gd name="T11" fmla="*/ 79 h 112"/>
              <a:gd name="T12" fmla="*/ 11 w 95"/>
              <a:gd name="T13" fmla="*/ 99 h 112"/>
              <a:gd name="T14" fmla="*/ 0 w 95"/>
              <a:gd name="T15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5" h="112">
                <a:moveTo>
                  <a:pt x="95" y="0"/>
                </a:moveTo>
                <a:lnTo>
                  <a:pt x="85" y="12"/>
                </a:lnTo>
                <a:moveTo>
                  <a:pt x="67" y="33"/>
                </a:moveTo>
                <a:lnTo>
                  <a:pt x="56" y="45"/>
                </a:lnTo>
                <a:moveTo>
                  <a:pt x="39" y="66"/>
                </a:moveTo>
                <a:lnTo>
                  <a:pt x="28" y="79"/>
                </a:lnTo>
                <a:moveTo>
                  <a:pt x="11" y="99"/>
                </a:moveTo>
                <a:lnTo>
                  <a:pt x="0" y="11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" name="Freeform 499">
            <a:extLst>
              <a:ext uri="{FF2B5EF4-FFF2-40B4-BE49-F238E27FC236}">
                <a16:creationId xmlns:a16="http://schemas.microsoft.com/office/drawing/2014/main" id="{BD20FD7A-C9D7-72CA-A276-1CCBE0AE5D7E}"/>
              </a:ext>
            </a:extLst>
          </p:cNvPr>
          <p:cNvSpPr>
            <a:spLocks noEditPoints="1"/>
          </p:cNvSpPr>
          <p:nvPr/>
        </p:nvSpPr>
        <p:spPr bwMode="auto">
          <a:xfrm>
            <a:off x="119063" y="1335088"/>
            <a:ext cx="98425" cy="114300"/>
          </a:xfrm>
          <a:custGeom>
            <a:avLst/>
            <a:gdLst>
              <a:gd name="T0" fmla="*/ 125 w 125"/>
              <a:gd name="T1" fmla="*/ 0 h 144"/>
              <a:gd name="T2" fmla="*/ 114 w 125"/>
              <a:gd name="T3" fmla="*/ 13 h 144"/>
              <a:gd name="T4" fmla="*/ 96 w 125"/>
              <a:gd name="T5" fmla="*/ 33 h 144"/>
              <a:gd name="T6" fmla="*/ 86 w 125"/>
              <a:gd name="T7" fmla="*/ 45 h 144"/>
              <a:gd name="T8" fmla="*/ 68 w 125"/>
              <a:gd name="T9" fmla="*/ 66 h 144"/>
              <a:gd name="T10" fmla="*/ 57 w 125"/>
              <a:gd name="T11" fmla="*/ 78 h 144"/>
              <a:gd name="T12" fmla="*/ 39 w 125"/>
              <a:gd name="T13" fmla="*/ 99 h 144"/>
              <a:gd name="T14" fmla="*/ 29 w 125"/>
              <a:gd name="T15" fmla="*/ 111 h 144"/>
              <a:gd name="T16" fmla="*/ 11 w 125"/>
              <a:gd name="T17" fmla="*/ 132 h 144"/>
              <a:gd name="T18" fmla="*/ 0 w 125"/>
              <a:gd name="T19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5" h="144">
                <a:moveTo>
                  <a:pt x="125" y="0"/>
                </a:moveTo>
                <a:lnTo>
                  <a:pt x="114" y="13"/>
                </a:lnTo>
                <a:moveTo>
                  <a:pt x="96" y="33"/>
                </a:moveTo>
                <a:lnTo>
                  <a:pt x="86" y="45"/>
                </a:lnTo>
                <a:moveTo>
                  <a:pt x="68" y="66"/>
                </a:moveTo>
                <a:lnTo>
                  <a:pt x="57" y="78"/>
                </a:lnTo>
                <a:moveTo>
                  <a:pt x="39" y="99"/>
                </a:moveTo>
                <a:lnTo>
                  <a:pt x="29" y="111"/>
                </a:lnTo>
                <a:moveTo>
                  <a:pt x="11" y="132"/>
                </a:moveTo>
                <a:lnTo>
                  <a:pt x="0" y="1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0" name="Freeform 500">
            <a:extLst>
              <a:ext uri="{FF2B5EF4-FFF2-40B4-BE49-F238E27FC236}">
                <a16:creationId xmlns:a16="http://schemas.microsoft.com/office/drawing/2014/main" id="{9D69655E-A47C-64F8-679C-DD58969D497C}"/>
              </a:ext>
            </a:extLst>
          </p:cNvPr>
          <p:cNvSpPr>
            <a:spLocks noEditPoints="1"/>
          </p:cNvSpPr>
          <p:nvPr/>
        </p:nvSpPr>
        <p:spPr bwMode="auto">
          <a:xfrm>
            <a:off x="360363" y="2530476"/>
            <a:ext cx="146050" cy="163513"/>
          </a:xfrm>
          <a:custGeom>
            <a:avLst/>
            <a:gdLst>
              <a:gd name="T0" fmla="*/ 183 w 183"/>
              <a:gd name="T1" fmla="*/ 0 h 205"/>
              <a:gd name="T2" fmla="*/ 172 w 183"/>
              <a:gd name="T3" fmla="*/ 12 h 205"/>
              <a:gd name="T4" fmla="*/ 154 w 183"/>
              <a:gd name="T5" fmla="*/ 32 h 205"/>
              <a:gd name="T6" fmla="*/ 143 w 183"/>
              <a:gd name="T7" fmla="*/ 45 h 205"/>
              <a:gd name="T8" fmla="*/ 125 w 183"/>
              <a:gd name="T9" fmla="*/ 65 h 205"/>
              <a:gd name="T10" fmla="*/ 114 w 183"/>
              <a:gd name="T11" fmla="*/ 77 h 205"/>
              <a:gd name="T12" fmla="*/ 96 w 183"/>
              <a:gd name="T13" fmla="*/ 97 h 205"/>
              <a:gd name="T14" fmla="*/ 85 w 183"/>
              <a:gd name="T15" fmla="*/ 110 h 205"/>
              <a:gd name="T16" fmla="*/ 67 w 183"/>
              <a:gd name="T17" fmla="*/ 130 h 205"/>
              <a:gd name="T18" fmla="*/ 56 w 183"/>
              <a:gd name="T19" fmla="*/ 142 h 205"/>
              <a:gd name="T20" fmla="*/ 38 w 183"/>
              <a:gd name="T21" fmla="*/ 162 h 205"/>
              <a:gd name="T22" fmla="*/ 27 w 183"/>
              <a:gd name="T23" fmla="*/ 175 h 205"/>
              <a:gd name="T24" fmla="*/ 9 w 183"/>
              <a:gd name="T25" fmla="*/ 195 h 205"/>
              <a:gd name="T26" fmla="*/ 0 w 183"/>
              <a:gd name="T27" fmla="*/ 205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83" h="205">
                <a:moveTo>
                  <a:pt x="183" y="0"/>
                </a:moveTo>
                <a:lnTo>
                  <a:pt x="172" y="12"/>
                </a:lnTo>
                <a:moveTo>
                  <a:pt x="154" y="32"/>
                </a:moveTo>
                <a:lnTo>
                  <a:pt x="143" y="45"/>
                </a:lnTo>
                <a:moveTo>
                  <a:pt x="125" y="65"/>
                </a:moveTo>
                <a:lnTo>
                  <a:pt x="114" y="77"/>
                </a:lnTo>
                <a:moveTo>
                  <a:pt x="96" y="97"/>
                </a:moveTo>
                <a:lnTo>
                  <a:pt x="85" y="110"/>
                </a:lnTo>
                <a:moveTo>
                  <a:pt x="67" y="130"/>
                </a:moveTo>
                <a:lnTo>
                  <a:pt x="56" y="142"/>
                </a:lnTo>
                <a:moveTo>
                  <a:pt x="38" y="162"/>
                </a:moveTo>
                <a:lnTo>
                  <a:pt x="27" y="175"/>
                </a:lnTo>
                <a:moveTo>
                  <a:pt x="9" y="195"/>
                </a:moveTo>
                <a:lnTo>
                  <a:pt x="0" y="20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1" name="Freeform 501">
            <a:extLst>
              <a:ext uri="{FF2B5EF4-FFF2-40B4-BE49-F238E27FC236}">
                <a16:creationId xmlns:a16="http://schemas.microsoft.com/office/drawing/2014/main" id="{2C21EDE8-1788-B0E4-5E6C-14C56E58F752}"/>
              </a:ext>
            </a:extLst>
          </p:cNvPr>
          <p:cNvSpPr>
            <a:spLocks noEditPoints="1"/>
          </p:cNvSpPr>
          <p:nvPr/>
        </p:nvSpPr>
        <p:spPr bwMode="auto">
          <a:xfrm>
            <a:off x="820738" y="2884488"/>
            <a:ext cx="152400" cy="246063"/>
          </a:xfrm>
          <a:custGeom>
            <a:avLst/>
            <a:gdLst>
              <a:gd name="T0" fmla="*/ 193 w 193"/>
              <a:gd name="T1" fmla="*/ 0 h 309"/>
              <a:gd name="T2" fmla="*/ 184 w 193"/>
              <a:gd name="T3" fmla="*/ 13 h 309"/>
              <a:gd name="T4" fmla="*/ 170 w 193"/>
              <a:gd name="T5" fmla="*/ 37 h 309"/>
              <a:gd name="T6" fmla="*/ 161 w 193"/>
              <a:gd name="T7" fmla="*/ 50 h 309"/>
              <a:gd name="T8" fmla="*/ 147 w 193"/>
              <a:gd name="T9" fmla="*/ 73 h 309"/>
              <a:gd name="T10" fmla="*/ 138 w 193"/>
              <a:gd name="T11" fmla="*/ 87 h 309"/>
              <a:gd name="T12" fmla="*/ 124 w 193"/>
              <a:gd name="T13" fmla="*/ 110 h 309"/>
              <a:gd name="T14" fmla="*/ 115 w 193"/>
              <a:gd name="T15" fmla="*/ 124 h 309"/>
              <a:gd name="T16" fmla="*/ 101 w 193"/>
              <a:gd name="T17" fmla="*/ 147 h 309"/>
              <a:gd name="T18" fmla="*/ 92 w 193"/>
              <a:gd name="T19" fmla="*/ 161 h 309"/>
              <a:gd name="T20" fmla="*/ 78 w 193"/>
              <a:gd name="T21" fmla="*/ 184 h 309"/>
              <a:gd name="T22" fmla="*/ 69 w 193"/>
              <a:gd name="T23" fmla="*/ 198 h 309"/>
              <a:gd name="T24" fmla="*/ 55 w 193"/>
              <a:gd name="T25" fmla="*/ 221 h 309"/>
              <a:gd name="T26" fmla="*/ 46 w 193"/>
              <a:gd name="T27" fmla="*/ 235 h 309"/>
              <a:gd name="T28" fmla="*/ 32 w 193"/>
              <a:gd name="T29" fmla="*/ 258 h 309"/>
              <a:gd name="T30" fmla="*/ 23 w 193"/>
              <a:gd name="T31" fmla="*/ 272 h 309"/>
              <a:gd name="T32" fmla="*/ 9 w 193"/>
              <a:gd name="T33" fmla="*/ 295 h 309"/>
              <a:gd name="T34" fmla="*/ 0 w 193"/>
              <a:gd name="T3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3" h="309">
                <a:moveTo>
                  <a:pt x="193" y="0"/>
                </a:moveTo>
                <a:lnTo>
                  <a:pt x="184" y="13"/>
                </a:lnTo>
                <a:moveTo>
                  <a:pt x="170" y="37"/>
                </a:moveTo>
                <a:lnTo>
                  <a:pt x="161" y="50"/>
                </a:lnTo>
                <a:moveTo>
                  <a:pt x="147" y="73"/>
                </a:moveTo>
                <a:lnTo>
                  <a:pt x="138" y="87"/>
                </a:lnTo>
                <a:moveTo>
                  <a:pt x="124" y="110"/>
                </a:moveTo>
                <a:lnTo>
                  <a:pt x="115" y="124"/>
                </a:lnTo>
                <a:moveTo>
                  <a:pt x="101" y="147"/>
                </a:moveTo>
                <a:lnTo>
                  <a:pt x="92" y="161"/>
                </a:lnTo>
                <a:moveTo>
                  <a:pt x="78" y="184"/>
                </a:moveTo>
                <a:lnTo>
                  <a:pt x="69" y="198"/>
                </a:lnTo>
                <a:moveTo>
                  <a:pt x="55" y="221"/>
                </a:moveTo>
                <a:lnTo>
                  <a:pt x="46" y="235"/>
                </a:lnTo>
                <a:moveTo>
                  <a:pt x="32" y="258"/>
                </a:moveTo>
                <a:lnTo>
                  <a:pt x="23" y="272"/>
                </a:lnTo>
                <a:moveTo>
                  <a:pt x="9" y="295"/>
                </a:moveTo>
                <a:lnTo>
                  <a:pt x="0" y="30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2" name="Line 502">
            <a:extLst>
              <a:ext uri="{FF2B5EF4-FFF2-40B4-BE49-F238E27FC236}">
                <a16:creationId xmlns:a16="http://schemas.microsoft.com/office/drawing/2014/main" id="{E3D8A635-6623-DAB1-82DE-49219410FC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225" y="3386138"/>
            <a:ext cx="4763" cy="476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3" name="Freeform 503">
            <a:extLst>
              <a:ext uri="{FF2B5EF4-FFF2-40B4-BE49-F238E27FC236}">
                <a16:creationId xmlns:a16="http://schemas.microsoft.com/office/drawing/2014/main" id="{54131D1E-8B12-8856-CAAC-949A0ECAADF6}"/>
              </a:ext>
            </a:extLst>
          </p:cNvPr>
          <p:cNvSpPr>
            <a:spLocks noEditPoints="1"/>
          </p:cNvSpPr>
          <p:nvPr/>
        </p:nvSpPr>
        <p:spPr bwMode="auto">
          <a:xfrm>
            <a:off x="938213" y="1971676"/>
            <a:ext cx="6350" cy="322263"/>
          </a:xfrm>
          <a:custGeom>
            <a:avLst/>
            <a:gdLst>
              <a:gd name="T0" fmla="*/ 9 w 9"/>
              <a:gd name="T1" fmla="*/ 0 h 408"/>
              <a:gd name="T2" fmla="*/ 9 w 9"/>
              <a:gd name="T3" fmla="*/ 16 h 408"/>
              <a:gd name="T4" fmla="*/ 8 w 9"/>
              <a:gd name="T5" fmla="*/ 43 h 408"/>
              <a:gd name="T6" fmla="*/ 8 w 9"/>
              <a:gd name="T7" fmla="*/ 60 h 408"/>
              <a:gd name="T8" fmla="*/ 7 w 9"/>
              <a:gd name="T9" fmla="*/ 87 h 408"/>
              <a:gd name="T10" fmla="*/ 7 w 9"/>
              <a:gd name="T11" fmla="*/ 103 h 408"/>
              <a:gd name="T12" fmla="*/ 6 w 9"/>
              <a:gd name="T13" fmla="*/ 130 h 408"/>
              <a:gd name="T14" fmla="*/ 6 w 9"/>
              <a:gd name="T15" fmla="*/ 147 h 408"/>
              <a:gd name="T16" fmla="*/ 5 w 9"/>
              <a:gd name="T17" fmla="*/ 174 h 408"/>
              <a:gd name="T18" fmla="*/ 5 w 9"/>
              <a:gd name="T19" fmla="*/ 190 h 408"/>
              <a:gd name="T20" fmla="*/ 4 w 9"/>
              <a:gd name="T21" fmla="*/ 217 h 408"/>
              <a:gd name="T22" fmla="*/ 4 w 9"/>
              <a:gd name="T23" fmla="*/ 234 h 408"/>
              <a:gd name="T24" fmla="*/ 3 w 9"/>
              <a:gd name="T25" fmla="*/ 261 h 408"/>
              <a:gd name="T26" fmla="*/ 3 w 9"/>
              <a:gd name="T27" fmla="*/ 277 h 408"/>
              <a:gd name="T28" fmla="*/ 2 w 9"/>
              <a:gd name="T29" fmla="*/ 305 h 408"/>
              <a:gd name="T30" fmla="*/ 2 w 9"/>
              <a:gd name="T31" fmla="*/ 321 h 408"/>
              <a:gd name="T32" fmla="*/ 1 w 9"/>
              <a:gd name="T33" fmla="*/ 348 h 408"/>
              <a:gd name="T34" fmla="*/ 1 w 9"/>
              <a:gd name="T35" fmla="*/ 364 h 408"/>
              <a:gd name="T36" fmla="*/ 0 w 9"/>
              <a:gd name="T37" fmla="*/ 392 h 408"/>
              <a:gd name="T38" fmla="*/ 0 w 9"/>
              <a:gd name="T39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" h="408">
                <a:moveTo>
                  <a:pt x="9" y="0"/>
                </a:moveTo>
                <a:lnTo>
                  <a:pt x="9" y="16"/>
                </a:lnTo>
                <a:moveTo>
                  <a:pt x="8" y="43"/>
                </a:moveTo>
                <a:lnTo>
                  <a:pt x="8" y="60"/>
                </a:lnTo>
                <a:moveTo>
                  <a:pt x="7" y="87"/>
                </a:moveTo>
                <a:lnTo>
                  <a:pt x="7" y="103"/>
                </a:lnTo>
                <a:moveTo>
                  <a:pt x="6" y="130"/>
                </a:moveTo>
                <a:lnTo>
                  <a:pt x="6" y="147"/>
                </a:lnTo>
                <a:moveTo>
                  <a:pt x="5" y="174"/>
                </a:moveTo>
                <a:lnTo>
                  <a:pt x="5" y="190"/>
                </a:lnTo>
                <a:moveTo>
                  <a:pt x="4" y="217"/>
                </a:moveTo>
                <a:lnTo>
                  <a:pt x="4" y="234"/>
                </a:lnTo>
                <a:moveTo>
                  <a:pt x="3" y="261"/>
                </a:moveTo>
                <a:lnTo>
                  <a:pt x="3" y="277"/>
                </a:lnTo>
                <a:moveTo>
                  <a:pt x="2" y="305"/>
                </a:moveTo>
                <a:lnTo>
                  <a:pt x="2" y="321"/>
                </a:lnTo>
                <a:moveTo>
                  <a:pt x="1" y="348"/>
                </a:moveTo>
                <a:lnTo>
                  <a:pt x="1" y="364"/>
                </a:lnTo>
                <a:moveTo>
                  <a:pt x="0" y="392"/>
                </a:moveTo>
                <a:lnTo>
                  <a:pt x="0" y="40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4" name="Freeform 504">
            <a:extLst>
              <a:ext uri="{FF2B5EF4-FFF2-40B4-BE49-F238E27FC236}">
                <a16:creationId xmlns:a16="http://schemas.microsoft.com/office/drawing/2014/main" id="{CE8C68FB-D401-50FB-8467-D12E165FD250}"/>
              </a:ext>
            </a:extLst>
          </p:cNvPr>
          <p:cNvSpPr>
            <a:spLocks noEditPoints="1"/>
          </p:cNvSpPr>
          <p:nvPr/>
        </p:nvSpPr>
        <p:spPr bwMode="auto">
          <a:xfrm>
            <a:off x="636588" y="434976"/>
            <a:ext cx="149225" cy="206375"/>
          </a:xfrm>
          <a:custGeom>
            <a:avLst/>
            <a:gdLst>
              <a:gd name="T0" fmla="*/ 188 w 188"/>
              <a:gd name="T1" fmla="*/ 0 h 260"/>
              <a:gd name="T2" fmla="*/ 179 w 188"/>
              <a:gd name="T3" fmla="*/ 13 h 260"/>
              <a:gd name="T4" fmla="*/ 163 w 188"/>
              <a:gd name="T5" fmla="*/ 35 h 260"/>
              <a:gd name="T6" fmla="*/ 153 w 188"/>
              <a:gd name="T7" fmla="*/ 48 h 260"/>
              <a:gd name="T8" fmla="*/ 137 w 188"/>
              <a:gd name="T9" fmla="*/ 71 h 260"/>
              <a:gd name="T10" fmla="*/ 128 w 188"/>
              <a:gd name="T11" fmla="*/ 84 h 260"/>
              <a:gd name="T12" fmla="*/ 112 w 188"/>
              <a:gd name="T13" fmla="*/ 106 h 260"/>
              <a:gd name="T14" fmla="*/ 102 w 188"/>
              <a:gd name="T15" fmla="*/ 119 h 260"/>
              <a:gd name="T16" fmla="*/ 86 w 188"/>
              <a:gd name="T17" fmla="*/ 141 h 260"/>
              <a:gd name="T18" fmla="*/ 77 w 188"/>
              <a:gd name="T19" fmla="*/ 154 h 260"/>
              <a:gd name="T20" fmla="*/ 61 w 188"/>
              <a:gd name="T21" fmla="*/ 176 h 260"/>
              <a:gd name="T22" fmla="*/ 51 w 188"/>
              <a:gd name="T23" fmla="*/ 190 h 260"/>
              <a:gd name="T24" fmla="*/ 35 w 188"/>
              <a:gd name="T25" fmla="*/ 212 h 260"/>
              <a:gd name="T26" fmla="*/ 26 w 188"/>
              <a:gd name="T27" fmla="*/ 225 h 260"/>
              <a:gd name="T28" fmla="*/ 10 w 188"/>
              <a:gd name="T29" fmla="*/ 247 h 260"/>
              <a:gd name="T30" fmla="*/ 0 w 188"/>
              <a:gd name="T31" fmla="*/ 260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88" h="260">
                <a:moveTo>
                  <a:pt x="188" y="0"/>
                </a:moveTo>
                <a:lnTo>
                  <a:pt x="179" y="13"/>
                </a:lnTo>
                <a:moveTo>
                  <a:pt x="163" y="35"/>
                </a:moveTo>
                <a:lnTo>
                  <a:pt x="153" y="48"/>
                </a:lnTo>
                <a:moveTo>
                  <a:pt x="137" y="71"/>
                </a:moveTo>
                <a:lnTo>
                  <a:pt x="128" y="84"/>
                </a:lnTo>
                <a:moveTo>
                  <a:pt x="112" y="106"/>
                </a:moveTo>
                <a:lnTo>
                  <a:pt x="102" y="119"/>
                </a:lnTo>
                <a:moveTo>
                  <a:pt x="86" y="141"/>
                </a:moveTo>
                <a:lnTo>
                  <a:pt x="77" y="154"/>
                </a:lnTo>
                <a:moveTo>
                  <a:pt x="61" y="176"/>
                </a:moveTo>
                <a:lnTo>
                  <a:pt x="51" y="190"/>
                </a:lnTo>
                <a:moveTo>
                  <a:pt x="35" y="212"/>
                </a:moveTo>
                <a:lnTo>
                  <a:pt x="26" y="225"/>
                </a:lnTo>
                <a:moveTo>
                  <a:pt x="10" y="247"/>
                </a:moveTo>
                <a:lnTo>
                  <a:pt x="0" y="2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5" name="Freeform 505">
            <a:extLst>
              <a:ext uri="{FF2B5EF4-FFF2-40B4-BE49-F238E27FC236}">
                <a16:creationId xmlns:a16="http://schemas.microsoft.com/office/drawing/2014/main" id="{DFB123EC-9903-3A13-787C-B5CA29D34836}"/>
              </a:ext>
            </a:extLst>
          </p:cNvPr>
          <p:cNvSpPr>
            <a:spLocks noEditPoints="1"/>
          </p:cNvSpPr>
          <p:nvPr/>
        </p:nvSpPr>
        <p:spPr bwMode="auto">
          <a:xfrm>
            <a:off x="239713" y="2408238"/>
            <a:ext cx="63500" cy="93663"/>
          </a:xfrm>
          <a:custGeom>
            <a:avLst/>
            <a:gdLst>
              <a:gd name="T0" fmla="*/ 80 w 80"/>
              <a:gd name="T1" fmla="*/ 0 h 118"/>
              <a:gd name="T2" fmla="*/ 71 w 80"/>
              <a:gd name="T3" fmla="*/ 13 h 118"/>
              <a:gd name="T4" fmla="*/ 56 w 80"/>
              <a:gd name="T5" fmla="*/ 36 h 118"/>
              <a:gd name="T6" fmla="*/ 47 w 80"/>
              <a:gd name="T7" fmla="*/ 49 h 118"/>
              <a:gd name="T8" fmla="*/ 31 w 80"/>
              <a:gd name="T9" fmla="*/ 72 h 118"/>
              <a:gd name="T10" fmla="*/ 22 w 80"/>
              <a:gd name="T11" fmla="*/ 85 h 118"/>
              <a:gd name="T12" fmla="*/ 7 w 80"/>
              <a:gd name="T13" fmla="*/ 108 h 118"/>
              <a:gd name="T14" fmla="*/ 0 w 80"/>
              <a:gd name="T15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0" h="118">
                <a:moveTo>
                  <a:pt x="80" y="0"/>
                </a:moveTo>
                <a:lnTo>
                  <a:pt x="71" y="13"/>
                </a:lnTo>
                <a:moveTo>
                  <a:pt x="56" y="36"/>
                </a:moveTo>
                <a:lnTo>
                  <a:pt x="47" y="49"/>
                </a:lnTo>
                <a:moveTo>
                  <a:pt x="31" y="72"/>
                </a:moveTo>
                <a:lnTo>
                  <a:pt x="22" y="85"/>
                </a:lnTo>
                <a:moveTo>
                  <a:pt x="7" y="108"/>
                </a:moveTo>
                <a:lnTo>
                  <a:pt x="0" y="11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6" name="Freeform 506">
            <a:extLst>
              <a:ext uri="{FF2B5EF4-FFF2-40B4-BE49-F238E27FC236}">
                <a16:creationId xmlns:a16="http://schemas.microsoft.com/office/drawing/2014/main" id="{14E5F4C0-500F-2717-75D2-91149BB23469}"/>
              </a:ext>
            </a:extLst>
          </p:cNvPr>
          <p:cNvSpPr>
            <a:spLocks noEditPoints="1"/>
          </p:cNvSpPr>
          <p:nvPr/>
        </p:nvSpPr>
        <p:spPr bwMode="auto">
          <a:xfrm>
            <a:off x="204788" y="704851"/>
            <a:ext cx="352425" cy="395288"/>
          </a:xfrm>
          <a:custGeom>
            <a:avLst/>
            <a:gdLst>
              <a:gd name="T0" fmla="*/ 444 w 444"/>
              <a:gd name="T1" fmla="*/ 0 h 497"/>
              <a:gd name="T2" fmla="*/ 433 w 444"/>
              <a:gd name="T3" fmla="*/ 12 h 497"/>
              <a:gd name="T4" fmla="*/ 415 w 444"/>
              <a:gd name="T5" fmla="*/ 32 h 497"/>
              <a:gd name="T6" fmla="*/ 404 w 444"/>
              <a:gd name="T7" fmla="*/ 45 h 497"/>
              <a:gd name="T8" fmla="*/ 386 w 444"/>
              <a:gd name="T9" fmla="*/ 65 h 497"/>
              <a:gd name="T10" fmla="*/ 375 w 444"/>
              <a:gd name="T11" fmla="*/ 77 h 497"/>
              <a:gd name="T12" fmla="*/ 357 w 444"/>
              <a:gd name="T13" fmla="*/ 97 h 497"/>
              <a:gd name="T14" fmla="*/ 346 w 444"/>
              <a:gd name="T15" fmla="*/ 109 h 497"/>
              <a:gd name="T16" fmla="*/ 328 w 444"/>
              <a:gd name="T17" fmla="*/ 130 h 497"/>
              <a:gd name="T18" fmla="*/ 317 w 444"/>
              <a:gd name="T19" fmla="*/ 142 h 497"/>
              <a:gd name="T20" fmla="*/ 299 w 444"/>
              <a:gd name="T21" fmla="*/ 162 h 497"/>
              <a:gd name="T22" fmla="*/ 288 w 444"/>
              <a:gd name="T23" fmla="*/ 174 h 497"/>
              <a:gd name="T24" fmla="*/ 270 w 444"/>
              <a:gd name="T25" fmla="*/ 195 h 497"/>
              <a:gd name="T26" fmla="*/ 259 w 444"/>
              <a:gd name="T27" fmla="*/ 207 h 497"/>
              <a:gd name="T28" fmla="*/ 241 w 444"/>
              <a:gd name="T29" fmla="*/ 227 h 497"/>
              <a:gd name="T30" fmla="*/ 230 w 444"/>
              <a:gd name="T31" fmla="*/ 239 h 497"/>
              <a:gd name="T32" fmla="*/ 212 w 444"/>
              <a:gd name="T33" fmla="*/ 260 h 497"/>
              <a:gd name="T34" fmla="*/ 201 w 444"/>
              <a:gd name="T35" fmla="*/ 272 h 497"/>
              <a:gd name="T36" fmla="*/ 183 w 444"/>
              <a:gd name="T37" fmla="*/ 292 h 497"/>
              <a:gd name="T38" fmla="*/ 172 w 444"/>
              <a:gd name="T39" fmla="*/ 304 h 497"/>
              <a:gd name="T40" fmla="*/ 154 w 444"/>
              <a:gd name="T41" fmla="*/ 324 h 497"/>
              <a:gd name="T42" fmla="*/ 143 w 444"/>
              <a:gd name="T43" fmla="*/ 337 h 497"/>
              <a:gd name="T44" fmla="*/ 125 w 444"/>
              <a:gd name="T45" fmla="*/ 357 h 497"/>
              <a:gd name="T46" fmla="*/ 114 w 444"/>
              <a:gd name="T47" fmla="*/ 369 h 497"/>
              <a:gd name="T48" fmla="*/ 96 w 444"/>
              <a:gd name="T49" fmla="*/ 389 h 497"/>
              <a:gd name="T50" fmla="*/ 85 w 444"/>
              <a:gd name="T51" fmla="*/ 401 h 497"/>
              <a:gd name="T52" fmla="*/ 67 w 444"/>
              <a:gd name="T53" fmla="*/ 422 h 497"/>
              <a:gd name="T54" fmla="*/ 56 w 444"/>
              <a:gd name="T55" fmla="*/ 434 h 497"/>
              <a:gd name="T56" fmla="*/ 38 w 444"/>
              <a:gd name="T57" fmla="*/ 454 h 497"/>
              <a:gd name="T58" fmla="*/ 27 w 444"/>
              <a:gd name="T59" fmla="*/ 466 h 497"/>
              <a:gd name="T60" fmla="*/ 9 w 444"/>
              <a:gd name="T61" fmla="*/ 487 h 497"/>
              <a:gd name="T62" fmla="*/ 0 w 444"/>
              <a:gd name="T63" fmla="*/ 497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44" h="497">
                <a:moveTo>
                  <a:pt x="444" y="0"/>
                </a:moveTo>
                <a:lnTo>
                  <a:pt x="433" y="12"/>
                </a:lnTo>
                <a:moveTo>
                  <a:pt x="415" y="32"/>
                </a:moveTo>
                <a:lnTo>
                  <a:pt x="404" y="45"/>
                </a:lnTo>
                <a:moveTo>
                  <a:pt x="386" y="65"/>
                </a:moveTo>
                <a:lnTo>
                  <a:pt x="375" y="77"/>
                </a:lnTo>
                <a:moveTo>
                  <a:pt x="357" y="97"/>
                </a:moveTo>
                <a:lnTo>
                  <a:pt x="346" y="109"/>
                </a:lnTo>
                <a:moveTo>
                  <a:pt x="328" y="130"/>
                </a:moveTo>
                <a:lnTo>
                  <a:pt x="317" y="142"/>
                </a:lnTo>
                <a:moveTo>
                  <a:pt x="299" y="162"/>
                </a:moveTo>
                <a:lnTo>
                  <a:pt x="288" y="174"/>
                </a:lnTo>
                <a:moveTo>
                  <a:pt x="270" y="195"/>
                </a:moveTo>
                <a:lnTo>
                  <a:pt x="259" y="207"/>
                </a:lnTo>
                <a:moveTo>
                  <a:pt x="241" y="227"/>
                </a:moveTo>
                <a:lnTo>
                  <a:pt x="230" y="239"/>
                </a:lnTo>
                <a:moveTo>
                  <a:pt x="212" y="260"/>
                </a:moveTo>
                <a:lnTo>
                  <a:pt x="201" y="272"/>
                </a:lnTo>
                <a:moveTo>
                  <a:pt x="183" y="292"/>
                </a:moveTo>
                <a:lnTo>
                  <a:pt x="172" y="304"/>
                </a:lnTo>
                <a:moveTo>
                  <a:pt x="154" y="324"/>
                </a:moveTo>
                <a:lnTo>
                  <a:pt x="143" y="337"/>
                </a:lnTo>
                <a:moveTo>
                  <a:pt x="125" y="357"/>
                </a:moveTo>
                <a:lnTo>
                  <a:pt x="114" y="369"/>
                </a:lnTo>
                <a:moveTo>
                  <a:pt x="96" y="389"/>
                </a:moveTo>
                <a:lnTo>
                  <a:pt x="85" y="401"/>
                </a:lnTo>
                <a:moveTo>
                  <a:pt x="67" y="422"/>
                </a:moveTo>
                <a:lnTo>
                  <a:pt x="56" y="434"/>
                </a:lnTo>
                <a:moveTo>
                  <a:pt x="38" y="454"/>
                </a:moveTo>
                <a:lnTo>
                  <a:pt x="27" y="466"/>
                </a:lnTo>
                <a:moveTo>
                  <a:pt x="9" y="487"/>
                </a:moveTo>
                <a:lnTo>
                  <a:pt x="0" y="4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7" name="Freeform 507">
            <a:extLst>
              <a:ext uri="{FF2B5EF4-FFF2-40B4-BE49-F238E27FC236}">
                <a16:creationId xmlns:a16="http://schemas.microsoft.com/office/drawing/2014/main" id="{3FBE5A68-F9E0-BF24-70B8-AED1BE710D2A}"/>
              </a:ext>
            </a:extLst>
          </p:cNvPr>
          <p:cNvSpPr>
            <a:spLocks noEditPoints="1"/>
          </p:cNvSpPr>
          <p:nvPr/>
        </p:nvSpPr>
        <p:spPr bwMode="auto">
          <a:xfrm>
            <a:off x="358775" y="1885951"/>
            <a:ext cx="104775" cy="107950"/>
          </a:xfrm>
          <a:custGeom>
            <a:avLst/>
            <a:gdLst>
              <a:gd name="T0" fmla="*/ 132 w 132"/>
              <a:gd name="T1" fmla="*/ 0 h 137"/>
              <a:gd name="T2" fmla="*/ 120 w 132"/>
              <a:gd name="T3" fmla="*/ 12 h 137"/>
              <a:gd name="T4" fmla="*/ 102 w 132"/>
              <a:gd name="T5" fmla="*/ 32 h 137"/>
              <a:gd name="T6" fmla="*/ 90 w 132"/>
              <a:gd name="T7" fmla="*/ 43 h 137"/>
              <a:gd name="T8" fmla="*/ 71 w 132"/>
              <a:gd name="T9" fmla="*/ 63 h 137"/>
              <a:gd name="T10" fmla="*/ 60 w 132"/>
              <a:gd name="T11" fmla="*/ 75 h 137"/>
              <a:gd name="T12" fmla="*/ 41 w 132"/>
              <a:gd name="T13" fmla="*/ 94 h 137"/>
              <a:gd name="T14" fmla="*/ 30 w 132"/>
              <a:gd name="T15" fmla="*/ 106 h 137"/>
              <a:gd name="T16" fmla="*/ 11 w 132"/>
              <a:gd name="T17" fmla="*/ 125 h 137"/>
              <a:gd name="T18" fmla="*/ 0 w 132"/>
              <a:gd name="T19" fmla="*/ 137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2" h="137">
                <a:moveTo>
                  <a:pt x="132" y="0"/>
                </a:moveTo>
                <a:lnTo>
                  <a:pt x="120" y="12"/>
                </a:lnTo>
                <a:moveTo>
                  <a:pt x="102" y="32"/>
                </a:moveTo>
                <a:lnTo>
                  <a:pt x="90" y="43"/>
                </a:lnTo>
                <a:moveTo>
                  <a:pt x="71" y="63"/>
                </a:moveTo>
                <a:lnTo>
                  <a:pt x="60" y="75"/>
                </a:lnTo>
                <a:moveTo>
                  <a:pt x="41" y="94"/>
                </a:moveTo>
                <a:lnTo>
                  <a:pt x="30" y="106"/>
                </a:lnTo>
                <a:moveTo>
                  <a:pt x="11" y="125"/>
                </a:moveTo>
                <a:lnTo>
                  <a:pt x="0" y="13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8" name="Freeform 508">
            <a:extLst>
              <a:ext uri="{FF2B5EF4-FFF2-40B4-BE49-F238E27FC236}">
                <a16:creationId xmlns:a16="http://schemas.microsoft.com/office/drawing/2014/main" id="{84F5D38F-083B-7886-8B4F-58915199BBD3}"/>
              </a:ext>
            </a:extLst>
          </p:cNvPr>
          <p:cNvSpPr>
            <a:spLocks noEditPoints="1"/>
          </p:cNvSpPr>
          <p:nvPr/>
        </p:nvSpPr>
        <p:spPr bwMode="auto">
          <a:xfrm>
            <a:off x="1147763" y="1403351"/>
            <a:ext cx="4763" cy="117475"/>
          </a:xfrm>
          <a:custGeom>
            <a:avLst/>
            <a:gdLst>
              <a:gd name="T0" fmla="*/ 5 w 5"/>
              <a:gd name="T1" fmla="*/ 0 h 147"/>
              <a:gd name="T2" fmla="*/ 4 w 5"/>
              <a:gd name="T3" fmla="*/ 16 h 147"/>
              <a:gd name="T4" fmla="*/ 3 w 5"/>
              <a:gd name="T5" fmla="*/ 43 h 147"/>
              <a:gd name="T6" fmla="*/ 3 w 5"/>
              <a:gd name="T7" fmla="*/ 60 h 147"/>
              <a:gd name="T8" fmla="*/ 2 w 5"/>
              <a:gd name="T9" fmla="*/ 87 h 147"/>
              <a:gd name="T10" fmla="*/ 1 w 5"/>
              <a:gd name="T11" fmla="*/ 103 h 147"/>
              <a:gd name="T12" fmla="*/ 0 w 5"/>
              <a:gd name="T13" fmla="*/ 130 h 147"/>
              <a:gd name="T14" fmla="*/ 0 w 5"/>
              <a:gd name="T15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" h="147">
                <a:moveTo>
                  <a:pt x="5" y="0"/>
                </a:moveTo>
                <a:lnTo>
                  <a:pt x="4" y="16"/>
                </a:lnTo>
                <a:moveTo>
                  <a:pt x="3" y="43"/>
                </a:moveTo>
                <a:lnTo>
                  <a:pt x="3" y="60"/>
                </a:lnTo>
                <a:moveTo>
                  <a:pt x="2" y="87"/>
                </a:moveTo>
                <a:lnTo>
                  <a:pt x="1" y="103"/>
                </a:lnTo>
                <a:moveTo>
                  <a:pt x="0" y="130"/>
                </a:moveTo>
                <a:lnTo>
                  <a:pt x="0" y="1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9" name="Freeform 509">
            <a:extLst>
              <a:ext uri="{FF2B5EF4-FFF2-40B4-BE49-F238E27FC236}">
                <a16:creationId xmlns:a16="http://schemas.microsoft.com/office/drawing/2014/main" id="{F3245C96-4EAE-F3A8-DED6-EDF17974C877}"/>
              </a:ext>
            </a:extLst>
          </p:cNvPr>
          <p:cNvSpPr>
            <a:spLocks noEditPoints="1"/>
          </p:cNvSpPr>
          <p:nvPr/>
        </p:nvSpPr>
        <p:spPr bwMode="auto">
          <a:xfrm>
            <a:off x="1319213" y="250826"/>
            <a:ext cx="49213" cy="142875"/>
          </a:xfrm>
          <a:custGeom>
            <a:avLst/>
            <a:gdLst>
              <a:gd name="T0" fmla="*/ 62 w 62"/>
              <a:gd name="T1" fmla="*/ 0 h 180"/>
              <a:gd name="T2" fmla="*/ 56 w 62"/>
              <a:gd name="T3" fmla="*/ 16 h 180"/>
              <a:gd name="T4" fmla="*/ 48 w 62"/>
              <a:gd name="T5" fmla="*/ 41 h 180"/>
              <a:gd name="T6" fmla="*/ 42 w 62"/>
              <a:gd name="T7" fmla="*/ 57 h 180"/>
              <a:gd name="T8" fmla="*/ 33 w 62"/>
              <a:gd name="T9" fmla="*/ 83 h 180"/>
              <a:gd name="T10" fmla="*/ 28 w 62"/>
              <a:gd name="T11" fmla="*/ 98 h 180"/>
              <a:gd name="T12" fmla="*/ 19 w 62"/>
              <a:gd name="T13" fmla="*/ 124 h 180"/>
              <a:gd name="T14" fmla="*/ 14 w 62"/>
              <a:gd name="T15" fmla="*/ 139 h 180"/>
              <a:gd name="T16" fmla="*/ 5 w 62"/>
              <a:gd name="T17" fmla="*/ 165 h 180"/>
              <a:gd name="T18" fmla="*/ 0 w 62"/>
              <a:gd name="T19" fmla="*/ 18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2" h="180">
                <a:moveTo>
                  <a:pt x="62" y="0"/>
                </a:moveTo>
                <a:lnTo>
                  <a:pt x="56" y="16"/>
                </a:lnTo>
                <a:moveTo>
                  <a:pt x="48" y="41"/>
                </a:moveTo>
                <a:lnTo>
                  <a:pt x="42" y="57"/>
                </a:lnTo>
                <a:moveTo>
                  <a:pt x="33" y="83"/>
                </a:moveTo>
                <a:lnTo>
                  <a:pt x="28" y="98"/>
                </a:lnTo>
                <a:moveTo>
                  <a:pt x="19" y="124"/>
                </a:moveTo>
                <a:lnTo>
                  <a:pt x="14" y="139"/>
                </a:lnTo>
                <a:moveTo>
                  <a:pt x="5" y="165"/>
                </a:moveTo>
                <a:lnTo>
                  <a:pt x="0" y="18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0" name="Freeform 510">
            <a:extLst>
              <a:ext uri="{FF2B5EF4-FFF2-40B4-BE49-F238E27FC236}">
                <a16:creationId xmlns:a16="http://schemas.microsoft.com/office/drawing/2014/main" id="{096F2672-CC8E-10CD-C290-B7E22F14889E}"/>
              </a:ext>
            </a:extLst>
          </p:cNvPr>
          <p:cNvSpPr>
            <a:spLocks noEditPoints="1"/>
          </p:cNvSpPr>
          <p:nvPr/>
        </p:nvSpPr>
        <p:spPr bwMode="auto">
          <a:xfrm>
            <a:off x="1543050" y="1912938"/>
            <a:ext cx="100013" cy="152400"/>
          </a:xfrm>
          <a:custGeom>
            <a:avLst/>
            <a:gdLst>
              <a:gd name="T0" fmla="*/ 125 w 125"/>
              <a:gd name="T1" fmla="*/ 0 h 193"/>
              <a:gd name="T2" fmla="*/ 116 w 125"/>
              <a:gd name="T3" fmla="*/ 13 h 193"/>
              <a:gd name="T4" fmla="*/ 101 w 125"/>
              <a:gd name="T5" fmla="*/ 36 h 193"/>
              <a:gd name="T6" fmla="*/ 92 w 125"/>
              <a:gd name="T7" fmla="*/ 50 h 193"/>
              <a:gd name="T8" fmla="*/ 77 w 125"/>
              <a:gd name="T9" fmla="*/ 73 h 193"/>
              <a:gd name="T10" fmla="*/ 68 w 125"/>
              <a:gd name="T11" fmla="*/ 86 h 193"/>
              <a:gd name="T12" fmla="*/ 54 w 125"/>
              <a:gd name="T13" fmla="*/ 109 h 193"/>
              <a:gd name="T14" fmla="*/ 45 w 125"/>
              <a:gd name="T15" fmla="*/ 123 h 193"/>
              <a:gd name="T16" fmla="*/ 30 w 125"/>
              <a:gd name="T17" fmla="*/ 146 h 193"/>
              <a:gd name="T18" fmla="*/ 21 w 125"/>
              <a:gd name="T19" fmla="*/ 160 h 193"/>
              <a:gd name="T20" fmla="*/ 6 w 125"/>
              <a:gd name="T21" fmla="*/ 182 h 193"/>
              <a:gd name="T22" fmla="*/ 0 w 125"/>
              <a:gd name="T23" fmla="*/ 1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5" h="193">
                <a:moveTo>
                  <a:pt x="125" y="0"/>
                </a:moveTo>
                <a:lnTo>
                  <a:pt x="116" y="13"/>
                </a:lnTo>
                <a:moveTo>
                  <a:pt x="101" y="36"/>
                </a:moveTo>
                <a:lnTo>
                  <a:pt x="92" y="50"/>
                </a:lnTo>
                <a:moveTo>
                  <a:pt x="77" y="73"/>
                </a:moveTo>
                <a:lnTo>
                  <a:pt x="68" y="86"/>
                </a:lnTo>
                <a:moveTo>
                  <a:pt x="54" y="109"/>
                </a:moveTo>
                <a:lnTo>
                  <a:pt x="45" y="123"/>
                </a:lnTo>
                <a:moveTo>
                  <a:pt x="30" y="146"/>
                </a:moveTo>
                <a:lnTo>
                  <a:pt x="21" y="160"/>
                </a:lnTo>
                <a:moveTo>
                  <a:pt x="6" y="182"/>
                </a:moveTo>
                <a:lnTo>
                  <a:pt x="0" y="19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1" name="Freeform 511">
            <a:extLst>
              <a:ext uri="{FF2B5EF4-FFF2-40B4-BE49-F238E27FC236}">
                <a16:creationId xmlns:a16="http://schemas.microsoft.com/office/drawing/2014/main" id="{39B68E39-F7CE-441B-9BF0-9190E15909D2}"/>
              </a:ext>
            </a:extLst>
          </p:cNvPr>
          <p:cNvSpPr>
            <a:spLocks noEditPoints="1"/>
          </p:cNvSpPr>
          <p:nvPr/>
        </p:nvSpPr>
        <p:spPr bwMode="auto">
          <a:xfrm>
            <a:off x="1319213" y="3089276"/>
            <a:ext cx="96838" cy="157163"/>
          </a:xfrm>
          <a:custGeom>
            <a:avLst/>
            <a:gdLst>
              <a:gd name="T0" fmla="*/ 122 w 122"/>
              <a:gd name="T1" fmla="*/ 0 h 199"/>
              <a:gd name="T2" fmla="*/ 113 w 122"/>
              <a:gd name="T3" fmla="*/ 14 h 199"/>
              <a:gd name="T4" fmla="*/ 99 w 122"/>
              <a:gd name="T5" fmla="*/ 37 h 199"/>
              <a:gd name="T6" fmla="*/ 91 w 122"/>
              <a:gd name="T7" fmla="*/ 51 h 199"/>
              <a:gd name="T8" fmla="*/ 76 w 122"/>
              <a:gd name="T9" fmla="*/ 74 h 199"/>
              <a:gd name="T10" fmla="*/ 68 w 122"/>
              <a:gd name="T11" fmla="*/ 88 h 199"/>
              <a:gd name="T12" fmla="*/ 54 w 122"/>
              <a:gd name="T13" fmla="*/ 111 h 199"/>
              <a:gd name="T14" fmla="*/ 45 w 122"/>
              <a:gd name="T15" fmla="*/ 125 h 199"/>
              <a:gd name="T16" fmla="*/ 31 w 122"/>
              <a:gd name="T17" fmla="*/ 148 h 199"/>
              <a:gd name="T18" fmla="*/ 22 w 122"/>
              <a:gd name="T19" fmla="*/ 162 h 199"/>
              <a:gd name="T20" fmla="*/ 8 w 122"/>
              <a:gd name="T21" fmla="*/ 185 h 199"/>
              <a:gd name="T22" fmla="*/ 0 w 122"/>
              <a:gd name="T2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2" h="199">
                <a:moveTo>
                  <a:pt x="122" y="0"/>
                </a:moveTo>
                <a:lnTo>
                  <a:pt x="113" y="14"/>
                </a:lnTo>
                <a:moveTo>
                  <a:pt x="99" y="37"/>
                </a:moveTo>
                <a:lnTo>
                  <a:pt x="91" y="51"/>
                </a:lnTo>
                <a:moveTo>
                  <a:pt x="76" y="74"/>
                </a:moveTo>
                <a:lnTo>
                  <a:pt x="68" y="88"/>
                </a:lnTo>
                <a:moveTo>
                  <a:pt x="54" y="111"/>
                </a:moveTo>
                <a:lnTo>
                  <a:pt x="45" y="125"/>
                </a:lnTo>
                <a:moveTo>
                  <a:pt x="31" y="148"/>
                </a:moveTo>
                <a:lnTo>
                  <a:pt x="22" y="162"/>
                </a:lnTo>
                <a:moveTo>
                  <a:pt x="8" y="185"/>
                </a:moveTo>
                <a:lnTo>
                  <a:pt x="0" y="19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2" name="Freeform 512">
            <a:extLst>
              <a:ext uri="{FF2B5EF4-FFF2-40B4-BE49-F238E27FC236}">
                <a16:creationId xmlns:a16="http://schemas.microsoft.com/office/drawing/2014/main" id="{AC1720AA-19DD-3E04-EF7F-36D2A29C3D80}"/>
              </a:ext>
            </a:extLst>
          </p:cNvPr>
          <p:cNvSpPr>
            <a:spLocks noEditPoints="1"/>
          </p:cNvSpPr>
          <p:nvPr/>
        </p:nvSpPr>
        <p:spPr bwMode="auto">
          <a:xfrm>
            <a:off x="419100" y="2692401"/>
            <a:ext cx="23813" cy="288925"/>
          </a:xfrm>
          <a:custGeom>
            <a:avLst/>
            <a:gdLst>
              <a:gd name="T0" fmla="*/ 29 w 29"/>
              <a:gd name="T1" fmla="*/ 0 h 363"/>
              <a:gd name="T2" fmla="*/ 28 w 29"/>
              <a:gd name="T3" fmla="*/ 16 h 363"/>
              <a:gd name="T4" fmla="*/ 26 w 29"/>
              <a:gd name="T5" fmla="*/ 43 h 363"/>
              <a:gd name="T6" fmla="*/ 25 w 29"/>
              <a:gd name="T7" fmla="*/ 60 h 363"/>
              <a:gd name="T8" fmla="*/ 22 w 29"/>
              <a:gd name="T9" fmla="*/ 87 h 363"/>
              <a:gd name="T10" fmla="*/ 21 w 29"/>
              <a:gd name="T11" fmla="*/ 103 h 363"/>
              <a:gd name="T12" fmla="*/ 19 w 29"/>
              <a:gd name="T13" fmla="*/ 130 h 363"/>
              <a:gd name="T14" fmla="*/ 17 w 29"/>
              <a:gd name="T15" fmla="*/ 146 h 363"/>
              <a:gd name="T16" fmla="*/ 15 w 29"/>
              <a:gd name="T17" fmla="*/ 173 h 363"/>
              <a:gd name="T18" fmla="*/ 14 w 29"/>
              <a:gd name="T19" fmla="*/ 190 h 363"/>
              <a:gd name="T20" fmla="*/ 12 w 29"/>
              <a:gd name="T21" fmla="*/ 217 h 363"/>
              <a:gd name="T22" fmla="*/ 10 w 29"/>
              <a:gd name="T23" fmla="*/ 233 h 363"/>
              <a:gd name="T24" fmla="*/ 8 w 29"/>
              <a:gd name="T25" fmla="*/ 260 h 363"/>
              <a:gd name="T26" fmla="*/ 7 w 29"/>
              <a:gd name="T27" fmla="*/ 276 h 363"/>
              <a:gd name="T28" fmla="*/ 5 w 29"/>
              <a:gd name="T29" fmla="*/ 304 h 363"/>
              <a:gd name="T30" fmla="*/ 3 w 29"/>
              <a:gd name="T31" fmla="*/ 320 h 363"/>
              <a:gd name="T32" fmla="*/ 1 w 29"/>
              <a:gd name="T33" fmla="*/ 347 h 363"/>
              <a:gd name="T34" fmla="*/ 0 w 29"/>
              <a:gd name="T35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9" h="363">
                <a:moveTo>
                  <a:pt x="29" y="0"/>
                </a:moveTo>
                <a:lnTo>
                  <a:pt x="28" y="16"/>
                </a:lnTo>
                <a:moveTo>
                  <a:pt x="26" y="43"/>
                </a:moveTo>
                <a:lnTo>
                  <a:pt x="25" y="60"/>
                </a:lnTo>
                <a:moveTo>
                  <a:pt x="22" y="87"/>
                </a:moveTo>
                <a:lnTo>
                  <a:pt x="21" y="103"/>
                </a:lnTo>
                <a:moveTo>
                  <a:pt x="19" y="130"/>
                </a:moveTo>
                <a:lnTo>
                  <a:pt x="17" y="146"/>
                </a:lnTo>
                <a:moveTo>
                  <a:pt x="15" y="173"/>
                </a:moveTo>
                <a:lnTo>
                  <a:pt x="14" y="190"/>
                </a:lnTo>
                <a:moveTo>
                  <a:pt x="12" y="217"/>
                </a:moveTo>
                <a:lnTo>
                  <a:pt x="10" y="233"/>
                </a:lnTo>
                <a:moveTo>
                  <a:pt x="8" y="260"/>
                </a:moveTo>
                <a:lnTo>
                  <a:pt x="7" y="276"/>
                </a:lnTo>
                <a:moveTo>
                  <a:pt x="5" y="304"/>
                </a:moveTo>
                <a:lnTo>
                  <a:pt x="3" y="320"/>
                </a:lnTo>
                <a:moveTo>
                  <a:pt x="1" y="347"/>
                </a:moveTo>
                <a:lnTo>
                  <a:pt x="0" y="36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3" name="Freeform 513">
            <a:extLst>
              <a:ext uri="{FF2B5EF4-FFF2-40B4-BE49-F238E27FC236}">
                <a16:creationId xmlns:a16="http://schemas.microsoft.com/office/drawing/2014/main" id="{0AE3AFCD-39C8-976B-B762-FFFAB37E32E2}"/>
              </a:ext>
            </a:extLst>
          </p:cNvPr>
          <p:cNvSpPr>
            <a:spLocks noEditPoints="1"/>
          </p:cNvSpPr>
          <p:nvPr/>
        </p:nvSpPr>
        <p:spPr bwMode="auto">
          <a:xfrm>
            <a:off x="320675" y="2565401"/>
            <a:ext cx="212725" cy="195263"/>
          </a:xfrm>
          <a:custGeom>
            <a:avLst/>
            <a:gdLst>
              <a:gd name="T0" fmla="*/ 268 w 268"/>
              <a:gd name="T1" fmla="*/ 0 h 246"/>
              <a:gd name="T2" fmla="*/ 256 w 268"/>
              <a:gd name="T3" fmla="*/ 11 h 246"/>
              <a:gd name="T4" fmla="*/ 236 w 268"/>
              <a:gd name="T5" fmla="*/ 29 h 246"/>
              <a:gd name="T6" fmla="*/ 224 w 268"/>
              <a:gd name="T7" fmla="*/ 40 h 246"/>
              <a:gd name="T8" fmla="*/ 204 w 268"/>
              <a:gd name="T9" fmla="*/ 59 h 246"/>
              <a:gd name="T10" fmla="*/ 192 w 268"/>
              <a:gd name="T11" fmla="*/ 70 h 246"/>
              <a:gd name="T12" fmla="*/ 172 w 268"/>
              <a:gd name="T13" fmla="*/ 88 h 246"/>
              <a:gd name="T14" fmla="*/ 160 w 268"/>
              <a:gd name="T15" fmla="*/ 99 h 246"/>
              <a:gd name="T16" fmla="*/ 140 w 268"/>
              <a:gd name="T17" fmla="*/ 117 h 246"/>
              <a:gd name="T18" fmla="*/ 128 w 268"/>
              <a:gd name="T19" fmla="*/ 128 h 246"/>
              <a:gd name="T20" fmla="*/ 108 w 268"/>
              <a:gd name="T21" fmla="*/ 147 h 246"/>
              <a:gd name="T22" fmla="*/ 96 w 268"/>
              <a:gd name="T23" fmla="*/ 158 h 246"/>
              <a:gd name="T24" fmla="*/ 76 w 268"/>
              <a:gd name="T25" fmla="*/ 176 h 246"/>
              <a:gd name="T26" fmla="*/ 64 w 268"/>
              <a:gd name="T27" fmla="*/ 187 h 246"/>
              <a:gd name="T28" fmla="*/ 44 w 268"/>
              <a:gd name="T29" fmla="*/ 206 h 246"/>
              <a:gd name="T30" fmla="*/ 32 w 268"/>
              <a:gd name="T31" fmla="*/ 217 h 246"/>
              <a:gd name="T32" fmla="*/ 12 w 268"/>
              <a:gd name="T33" fmla="*/ 235 h 246"/>
              <a:gd name="T34" fmla="*/ 0 w 268"/>
              <a:gd name="T35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68" h="246">
                <a:moveTo>
                  <a:pt x="268" y="0"/>
                </a:moveTo>
                <a:lnTo>
                  <a:pt x="256" y="11"/>
                </a:lnTo>
                <a:moveTo>
                  <a:pt x="236" y="29"/>
                </a:moveTo>
                <a:lnTo>
                  <a:pt x="224" y="40"/>
                </a:lnTo>
                <a:moveTo>
                  <a:pt x="204" y="59"/>
                </a:moveTo>
                <a:lnTo>
                  <a:pt x="192" y="70"/>
                </a:lnTo>
                <a:moveTo>
                  <a:pt x="172" y="88"/>
                </a:moveTo>
                <a:lnTo>
                  <a:pt x="160" y="99"/>
                </a:lnTo>
                <a:moveTo>
                  <a:pt x="140" y="117"/>
                </a:moveTo>
                <a:lnTo>
                  <a:pt x="128" y="128"/>
                </a:lnTo>
                <a:moveTo>
                  <a:pt x="108" y="147"/>
                </a:moveTo>
                <a:lnTo>
                  <a:pt x="96" y="158"/>
                </a:lnTo>
                <a:moveTo>
                  <a:pt x="76" y="176"/>
                </a:moveTo>
                <a:lnTo>
                  <a:pt x="64" y="187"/>
                </a:lnTo>
                <a:moveTo>
                  <a:pt x="44" y="206"/>
                </a:moveTo>
                <a:lnTo>
                  <a:pt x="32" y="217"/>
                </a:lnTo>
                <a:moveTo>
                  <a:pt x="12" y="235"/>
                </a:moveTo>
                <a:lnTo>
                  <a:pt x="0" y="24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4" name="Freeform 514">
            <a:extLst>
              <a:ext uri="{FF2B5EF4-FFF2-40B4-BE49-F238E27FC236}">
                <a16:creationId xmlns:a16="http://schemas.microsoft.com/office/drawing/2014/main" id="{AD552115-5AF8-CCDB-5606-019077211794}"/>
              </a:ext>
            </a:extLst>
          </p:cNvPr>
          <p:cNvSpPr>
            <a:spLocks noEditPoints="1"/>
          </p:cNvSpPr>
          <p:nvPr/>
        </p:nvSpPr>
        <p:spPr bwMode="auto">
          <a:xfrm>
            <a:off x="1779588" y="2860676"/>
            <a:ext cx="6350" cy="530225"/>
          </a:xfrm>
          <a:custGeom>
            <a:avLst/>
            <a:gdLst>
              <a:gd name="T0" fmla="*/ 9 w 9"/>
              <a:gd name="T1" fmla="*/ 0 h 668"/>
              <a:gd name="T2" fmla="*/ 9 w 9"/>
              <a:gd name="T3" fmla="*/ 17 h 668"/>
              <a:gd name="T4" fmla="*/ 8 w 9"/>
              <a:gd name="T5" fmla="*/ 44 h 668"/>
              <a:gd name="T6" fmla="*/ 8 w 9"/>
              <a:gd name="T7" fmla="*/ 60 h 668"/>
              <a:gd name="T8" fmla="*/ 8 w 9"/>
              <a:gd name="T9" fmla="*/ 87 h 668"/>
              <a:gd name="T10" fmla="*/ 7 w 9"/>
              <a:gd name="T11" fmla="*/ 104 h 668"/>
              <a:gd name="T12" fmla="*/ 7 w 9"/>
              <a:gd name="T13" fmla="*/ 131 h 668"/>
              <a:gd name="T14" fmla="*/ 7 w 9"/>
              <a:gd name="T15" fmla="*/ 147 h 668"/>
              <a:gd name="T16" fmla="*/ 6 w 9"/>
              <a:gd name="T17" fmla="*/ 174 h 668"/>
              <a:gd name="T18" fmla="*/ 6 w 9"/>
              <a:gd name="T19" fmla="*/ 191 h 668"/>
              <a:gd name="T20" fmla="*/ 6 w 9"/>
              <a:gd name="T21" fmla="*/ 218 h 668"/>
              <a:gd name="T22" fmla="*/ 6 w 9"/>
              <a:gd name="T23" fmla="*/ 234 h 668"/>
              <a:gd name="T24" fmla="*/ 5 w 9"/>
              <a:gd name="T25" fmla="*/ 261 h 668"/>
              <a:gd name="T26" fmla="*/ 5 w 9"/>
              <a:gd name="T27" fmla="*/ 278 h 668"/>
              <a:gd name="T28" fmla="*/ 5 w 9"/>
              <a:gd name="T29" fmla="*/ 305 h 668"/>
              <a:gd name="T30" fmla="*/ 5 w 9"/>
              <a:gd name="T31" fmla="*/ 321 h 668"/>
              <a:gd name="T32" fmla="*/ 4 w 9"/>
              <a:gd name="T33" fmla="*/ 348 h 668"/>
              <a:gd name="T34" fmla="*/ 4 w 9"/>
              <a:gd name="T35" fmla="*/ 365 h 668"/>
              <a:gd name="T36" fmla="*/ 4 w 9"/>
              <a:gd name="T37" fmla="*/ 392 h 668"/>
              <a:gd name="T38" fmla="*/ 3 w 9"/>
              <a:gd name="T39" fmla="*/ 408 h 668"/>
              <a:gd name="T40" fmla="*/ 3 w 9"/>
              <a:gd name="T41" fmla="*/ 435 h 668"/>
              <a:gd name="T42" fmla="*/ 3 w 9"/>
              <a:gd name="T43" fmla="*/ 452 h 668"/>
              <a:gd name="T44" fmla="*/ 2 w 9"/>
              <a:gd name="T45" fmla="*/ 479 h 668"/>
              <a:gd name="T46" fmla="*/ 2 w 9"/>
              <a:gd name="T47" fmla="*/ 495 h 668"/>
              <a:gd name="T48" fmla="*/ 2 w 9"/>
              <a:gd name="T49" fmla="*/ 522 h 668"/>
              <a:gd name="T50" fmla="*/ 2 w 9"/>
              <a:gd name="T51" fmla="*/ 539 h 668"/>
              <a:gd name="T52" fmla="*/ 1 w 9"/>
              <a:gd name="T53" fmla="*/ 566 h 668"/>
              <a:gd name="T54" fmla="*/ 1 w 9"/>
              <a:gd name="T55" fmla="*/ 582 h 668"/>
              <a:gd name="T56" fmla="*/ 1 w 9"/>
              <a:gd name="T57" fmla="*/ 609 h 668"/>
              <a:gd name="T58" fmla="*/ 0 w 9"/>
              <a:gd name="T59" fmla="*/ 626 h 668"/>
              <a:gd name="T60" fmla="*/ 0 w 9"/>
              <a:gd name="T61" fmla="*/ 653 h 668"/>
              <a:gd name="T62" fmla="*/ 0 w 9"/>
              <a:gd name="T63" fmla="*/ 668 h 6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" h="668">
                <a:moveTo>
                  <a:pt x="9" y="0"/>
                </a:moveTo>
                <a:lnTo>
                  <a:pt x="9" y="17"/>
                </a:lnTo>
                <a:moveTo>
                  <a:pt x="8" y="44"/>
                </a:moveTo>
                <a:lnTo>
                  <a:pt x="8" y="60"/>
                </a:lnTo>
                <a:moveTo>
                  <a:pt x="8" y="87"/>
                </a:moveTo>
                <a:lnTo>
                  <a:pt x="7" y="104"/>
                </a:lnTo>
                <a:moveTo>
                  <a:pt x="7" y="131"/>
                </a:moveTo>
                <a:lnTo>
                  <a:pt x="7" y="147"/>
                </a:lnTo>
                <a:moveTo>
                  <a:pt x="6" y="174"/>
                </a:moveTo>
                <a:lnTo>
                  <a:pt x="6" y="191"/>
                </a:lnTo>
                <a:moveTo>
                  <a:pt x="6" y="218"/>
                </a:moveTo>
                <a:lnTo>
                  <a:pt x="6" y="234"/>
                </a:lnTo>
                <a:moveTo>
                  <a:pt x="5" y="261"/>
                </a:moveTo>
                <a:lnTo>
                  <a:pt x="5" y="278"/>
                </a:lnTo>
                <a:moveTo>
                  <a:pt x="5" y="305"/>
                </a:moveTo>
                <a:lnTo>
                  <a:pt x="5" y="321"/>
                </a:lnTo>
                <a:moveTo>
                  <a:pt x="4" y="348"/>
                </a:moveTo>
                <a:lnTo>
                  <a:pt x="4" y="365"/>
                </a:lnTo>
                <a:moveTo>
                  <a:pt x="4" y="392"/>
                </a:moveTo>
                <a:lnTo>
                  <a:pt x="3" y="408"/>
                </a:lnTo>
                <a:moveTo>
                  <a:pt x="3" y="435"/>
                </a:moveTo>
                <a:lnTo>
                  <a:pt x="3" y="452"/>
                </a:lnTo>
                <a:moveTo>
                  <a:pt x="2" y="479"/>
                </a:moveTo>
                <a:lnTo>
                  <a:pt x="2" y="495"/>
                </a:lnTo>
                <a:moveTo>
                  <a:pt x="2" y="522"/>
                </a:moveTo>
                <a:lnTo>
                  <a:pt x="2" y="539"/>
                </a:lnTo>
                <a:moveTo>
                  <a:pt x="1" y="566"/>
                </a:moveTo>
                <a:lnTo>
                  <a:pt x="1" y="582"/>
                </a:lnTo>
                <a:moveTo>
                  <a:pt x="1" y="609"/>
                </a:moveTo>
                <a:lnTo>
                  <a:pt x="0" y="626"/>
                </a:lnTo>
                <a:moveTo>
                  <a:pt x="0" y="653"/>
                </a:moveTo>
                <a:lnTo>
                  <a:pt x="0" y="66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5" name="Freeform 515">
            <a:extLst>
              <a:ext uri="{FF2B5EF4-FFF2-40B4-BE49-F238E27FC236}">
                <a16:creationId xmlns:a16="http://schemas.microsoft.com/office/drawing/2014/main" id="{F905F0FA-407E-3005-7386-81A863E16D28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1828801"/>
            <a:ext cx="339725" cy="363538"/>
          </a:xfrm>
          <a:custGeom>
            <a:avLst/>
            <a:gdLst>
              <a:gd name="T0" fmla="*/ 427 w 427"/>
              <a:gd name="T1" fmla="*/ 0 h 458"/>
              <a:gd name="T2" fmla="*/ 416 w 427"/>
              <a:gd name="T3" fmla="*/ 12 h 458"/>
              <a:gd name="T4" fmla="*/ 397 w 427"/>
              <a:gd name="T5" fmla="*/ 32 h 458"/>
              <a:gd name="T6" fmla="*/ 386 w 427"/>
              <a:gd name="T7" fmla="*/ 44 h 458"/>
              <a:gd name="T8" fmla="*/ 367 w 427"/>
              <a:gd name="T9" fmla="*/ 64 h 458"/>
              <a:gd name="T10" fmla="*/ 356 w 427"/>
              <a:gd name="T11" fmla="*/ 76 h 458"/>
              <a:gd name="T12" fmla="*/ 338 w 427"/>
              <a:gd name="T13" fmla="*/ 96 h 458"/>
              <a:gd name="T14" fmla="*/ 327 w 427"/>
              <a:gd name="T15" fmla="*/ 108 h 458"/>
              <a:gd name="T16" fmla="*/ 308 w 427"/>
              <a:gd name="T17" fmla="*/ 128 h 458"/>
              <a:gd name="T18" fmla="*/ 297 w 427"/>
              <a:gd name="T19" fmla="*/ 140 h 458"/>
              <a:gd name="T20" fmla="*/ 278 w 427"/>
              <a:gd name="T21" fmla="*/ 159 h 458"/>
              <a:gd name="T22" fmla="*/ 267 w 427"/>
              <a:gd name="T23" fmla="*/ 171 h 458"/>
              <a:gd name="T24" fmla="*/ 249 w 427"/>
              <a:gd name="T25" fmla="*/ 191 h 458"/>
              <a:gd name="T26" fmla="*/ 237 w 427"/>
              <a:gd name="T27" fmla="*/ 203 h 458"/>
              <a:gd name="T28" fmla="*/ 219 w 427"/>
              <a:gd name="T29" fmla="*/ 223 h 458"/>
              <a:gd name="T30" fmla="*/ 208 w 427"/>
              <a:gd name="T31" fmla="*/ 235 h 458"/>
              <a:gd name="T32" fmla="*/ 189 w 427"/>
              <a:gd name="T33" fmla="*/ 255 h 458"/>
              <a:gd name="T34" fmla="*/ 178 w 427"/>
              <a:gd name="T35" fmla="*/ 267 h 458"/>
              <a:gd name="T36" fmla="*/ 160 w 427"/>
              <a:gd name="T37" fmla="*/ 287 h 458"/>
              <a:gd name="T38" fmla="*/ 148 w 427"/>
              <a:gd name="T39" fmla="*/ 299 h 458"/>
              <a:gd name="T40" fmla="*/ 130 w 427"/>
              <a:gd name="T41" fmla="*/ 318 h 458"/>
              <a:gd name="T42" fmla="*/ 119 w 427"/>
              <a:gd name="T43" fmla="*/ 330 h 458"/>
              <a:gd name="T44" fmla="*/ 100 w 427"/>
              <a:gd name="T45" fmla="*/ 350 h 458"/>
              <a:gd name="T46" fmla="*/ 89 w 427"/>
              <a:gd name="T47" fmla="*/ 362 h 458"/>
              <a:gd name="T48" fmla="*/ 70 w 427"/>
              <a:gd name="T49" fmla="*/ 382 h 458"/>
              <a:gd name="T50" fmla="*/ 59 w 427"/>
              <a:gd name="T51" fmla="*/ 394 h 458"/>
              <a:gd name="T52" fmla="*/ 41 w 427"/>
              <a:gd name="T53" fmla="*/ 414 h 458"/>
              <a:gd name="T54" fmla="*/ 30 w 427"/>
              <a:gd name="T55" fmla="*/ 426 h 458"/>
              <a:gd name="T56" fmla="*/ 11 w 427"/>
              <a:gd name="T57" fmla="*/ 446 h 458"/>
              <a:gd name="T58" fmla="*/ 0 w 427"/>
              <a:gd name="T59" fmla="*/ 458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27" h="458">
                <a:moveTo>
                  <a:pt x="427" y="0"/>
                </a:moveTo>
                <a:lnTo>
                  <a:pt x="416" y="12"/>
                </a:lnTo>
                <a:moveTo>
                  <a:pt x="397" y="32"/>
                </a:moveTo>
                <a:lnTo>
                  <a:pt x="386" y="44"/>
                </a:lnTo>
                <a:moveTo>
                  <a:pt x="367" y="64"/>
                </a:moveTo>
                <a:lnTo>
                  <a:pt x="356" y="76"/>
                </a:lnTo>
                <a:moveTo>
                  <a:pt x="338" y="96"/>
                </a:moveTo>
                <a:lnTo>
                  <a:pt x="327" y="108"/>
                </a:lnTo>
                <a:moveTo>
                  <a:pt x="308" y="128"/>
                </a:moveTo>
                <a:lnTo>
                  <a:pt x="297" y="140"/>
                </a:lnTo>
                <a:moveTo>
                  <a:pt x="278" y="159"/>
                </a:moveTo>
                <a:lnTo>
                  <a:pt x="267" y="171"/>
                </a:lnTo>
                <a:moveTo>
                  <a:pt x="249" y="191"/>
                </a:moveTo>
                <a:lnTo>
                  <a:pt x="237" y="203"/>
                </a:lnTo>
                <a:moveTo>
                  <a:pt x="219" y="223"/>
                </a:moveTo>
                <a:lnTo>
                  <a:pt x="208" y="235"/>
                </a:lnTo>
                <a:moveTo>
                  <a:pt x="189" y="255"/>
                </a:moveTo>
                <a:lnTo>
                  <a:pt x="178" y="267"/>
                </a:lnTo>
                <a:moveTo>
                  <a:pt x="160" y="287"/>
                </a:moveTo>
                <a:lnTo>
                  <a:pt x="148" y="299"/>
                </a:lnTo>
                <a:moveTo>
                  <a:pt x="130" y="318"/>
                </a:moveTo>
                <a:lnTo>
                  <a:pt x="119" y="330"/>
                </a:lnTo>
                <a:moveTo>
                  <a:pt x="100" y="350"/>
                </a:moveTo>
                <a:lnTo>
                  <a:pt x="89" y="362"/>
                </a:lnTo>
                <a:moveTo>
                  <a:pt x="70" y="382"/>
                </a:moveTo>
                <a:lnTo>
                  <a:pt x="59" y="394"/>
                </a:lnTo>
                <a:moveTo>
                  <a:pt x="41" y="414"/>
                </a:moveTo>
                <a:lnTo>
                  <a:pt x="30" y="426"/>
                </a:lnTo>
                <a:moveTo>
                  <a:pt x="11" y="446"/>
                </a:moveTo>
                <a:lnTo>
                  <a:pt x="0" y="45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6" name="Freeform 516">
            <a:extLst>
              <a:ext uri="{FF2B5EF4-FFF2-40B4-BE49-F238E27FC236}">
                <a16:creationId xmlns:a16="http://schemas.microsoft.com/office/drawing/2014/main" id="{6460525C-FA82-3005-F759-C74E53C11BCF}"/>
              </a:ext>
            </a:extLst>
          </p:cNvPr>
          <p:cNvSpPr>
            <a:spLocks noEditPoints="1"/>
          </p:cNvSpPr>
          <p:nvPr/>
        </p:nvSpPr>
        <p:spPr bwMode="auto">
          <a:xfrm>
            <a:off x="852488" y="509588"/>
            <a:ext cx="482600" cy="287338"/>
          </a:xfrm>
          <a:custGeom>
            <a:avLst/>
            <a:gdLst>
              <a:gd name="T0" fmla="*/ 609 w 609"/>
              <a:gd name="T1" fmla="*/ 0 h 362"/>
              <a:gd name="T2" fmla="*/ 595 w 609"/>
              <a:gd name="T3" fmla="*/ 9 h 362"/>
              <a:gd name="T4" fmla="*/ 571 w 609"/>
              <a:gd name="T5" fmla="*/ 23 h 362"/>
              <a:gd name="T6" fmla="*/ 557 w 609"/>
              <a:gd name="T7" fmla="*/ 31 h 362"/>
              <a:gd name="T8" fmla="*/ 534 w 609"/>
              <a:gd name="T9" fmla="*/ 45 h 362"/>
              <a:gd name="T10" fmla="*/ 520 w 609"/>
              <a:gd name="T11" fmla="*/ 53 h 362"/>
              <a:gd name="T12" fmla="*/ 497 w 609"/>
              <a:gd name="T13" fmla="*/ 67 h 362"/>
              <a:gd name="T14" fmla="*/ 483 w 609"/>
              <a:gd name="T15" fmla="*/ 75 h 362"/>
              <a:gd name="T16" fmla="*/ 459 w 609"/>
              <a:gd name="T17" fmla="*/ 89 h 362"/>
              <a:gd name="T18" fmla="*/ 445 w 609"/>
              <a:gd name="T19" fmla="*/ 98 h 362"/>
              <a:gd name="T20" fmla="*/ 422 w 609"/>
              <a:gd name="T21" fmla="*/ 112 h 362"/>
              <a:gd name="T22" fmla="*/ 408 w 609"/>
              <a:gd name="T23" fmla="*/ 120 h 362"/>
              <a:gd name="T24" fmla="*/ 384 w 609"/>
              <a:gd name="T25" fmla="*/ 134 h 362"/>
              <a:gd name="T26" fmla="*/ 370 w 609"/>
              <a:gd name="T27" fmla="*/ 142 h 362"/>
              <a:gd name="T28" fmla="*/ 347 w 609"/>
              <a:gd name="T29" fmla="*/ 156 h 362"/>
              <a:gd name="T30" fmla="*/ 333 w 609"/>
              <a:gd name="T31" fmla="*/ 164 h 362"/>
              <a:gd name="T32" fmla="*/ 309 w 609"/>
              <a:gd name="T33" fmla="*/ 178 h 362"/>
              <a:gd name="T34" fmla="*/ 295 w 609"/>
              <a:gd name="T35" fmla="*/ 186 h 362"/>
              <a:gd name="T36" fmla="*/ 272 w 609"/>
              <a:gd name="T37" fmla="*/ 200 h 362"/>
              <a:gd name="T38" fmla="*/ 258 w 609"/>
              <a:gd name="T39" fmla="*/ 209 h 362"/>
              <a:gd name="T40" fmla="*/ 235 w 609"/>
              <a:gd name="T41" fmla="*/ 223 h 362"/>
              <a:gd name="T42" fmla="*/ 221 w 609"/>
              <a:gd name="T43" fmla="*/ 231 h 362"/>
              <a:gd name="T44" fmla="*/ 197 w 609"/>
              <a:gd name="T45" fmla="*/ 245 h 362"/>
              <a:gd name="T46" fmla="*/ 183 w 609"/>
              <a:gd name="T47" fmla="*/ 253 h 362"/>
              <a:gd name="T48" fmla="*/ 160 w 609"/>
              <a:gd name="T49" fmla="*/ 267 h 362"/>
              <a:gd name="T50" fmla="*/ 146 w 609"/>
              <a:gd name="T51" fmla="*/ 275 h 362"/>
              <a:gd name="T52" fmla="*/ 122 w 609"/>
              <a:gd name="T53" fmla="*/ 289 h 362"/>
              <a:gd name="T54" fmla="*/ 108 w 609"/>
              <a:gd name="T55" fmla="*/ 298 h 362"/>
              <a:gd name="T56" fmla="*/ 85 w 609"/>
              <a:gd name="T57" fmla="*/ 311 h 362"/>
              <a:gd name="T58" fmla="*/ 71 w 609"/>
              <a:gd name="T59" fmla="*/ 320 h 362"/>
              <a:gd name="T60" fmla="*/ 48 w 609"/>
              <a:gd name="T61" fmla="*/ 334 h 362"/>
              <a:gd name="T62" fmla="*/ 34 w 609"/>
              <a:gd name="T63" fmla="*/ 342 h 362"/>
              <a:gd name="T64" fmla="*/ 10 w 609"/>
              <a:gd name="T65" fmla="*/ 356 h 362"/>
              <a:gd name="T66" fmla="*/ 0 w 609"/>
              <a:gd name="T67" fmla="*/ 36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09" h="362">
                <a:moveTo>
                  <a:pt x="609" y="0"/>
                </a:moveTo>
                <a:lnTo>
                  <a:pt x="595" y="9"/>
                </a:lnTo>
                <a:moveTo>
                  <a:pt x="571" y="23"/>
                </a:moveTo>
                <a:lnTo>
                  <a:pt x="557" y="31"/>
                </a:lnTo>
                <a:moveTo>
                  <a:pt x="534" y="45"/>
                </a:moveTo>
                <a:lnTo>
                  <a:pt x="520" y="53"/>
                </a:lnTo>
                <a:moveTo>
                  <a:pt x="497" y="67"/>
                </a:moveTo>
                <a:lnTo>
                  <a:pt x="483" y="75"/>
                </a:lnTo>
                <a:moveTo>
                  <a:pt x="459" y="89"/>
                </a:moveTo>
                <a:lnTo>
                  <a:pt x="445" y="98"/>
                </a:lnTo>
                <a:moveTo>
                  <a:pt x="422" y="112"/>
                </a:moveTo>
                <a:lnTo>
                  <a:pt x="408" y="120"/>
                </a:lnTo>
                <a:moveTo>
                  <a:pt x="384" y="134"/>
                </a:moveTo>
                <a:lnTo>
                  <a:pt x="370" y="142"/>
                </a:lnTo>
                <a:moveTo>
                  <a:pt x="347" y="156"/>
                </a:moveTo>
                <a:lnTo>
                  <a:pt x="333" y="164"/>
                </a:lnTo>
                <a:moveTo>
                  <a:pt x="309" y="178"/>
                </a:moveTo>
                <a:lnTo>
                  <a:pt x="295" y="186"/>
                </a:lnTo>
                <a:moveTo>
                  <a:pt x="272" y="200"/>
                </a:moveTo>
                <a:lnTo>
                  <a:pt x="258" y="209"/>
                </a:lnTo>
                <a:moveTo>
                  <a:pt x="235" y="223"/>
                </a:moveTo>
                <a:lnTo>
                  <a:pt x="221" y="231"/>
                </a:lnTo>
                <a:moveTo>
                  <a:pt x="197" y="245"/>
                </a:moveTo>
                <a:lnTo>
                  <a:pt x="183" y="253"/>
                </a:lnTo>
                <a:moveTo>
                  <a:pt x="160" y="267"/>
                </a:moveTo>
                <a:lnTo>
                  <a:pt x="146" y="275"/>
                </a:lnTo>
                <a:moveTo>
                  <a:pt x="122" y="289"/>
                </a:moveTo>
                <a:lnTo>
                  <a:pt x="108" y="298"/>
                </a:lnTo>
                <a:moveTo>
                  <a:pt x="85" y="311"/>
                </a:moveTo>
                <a:lnTo>
                  <a:pt x="71" y="320"/>
                </a:lnTo>
                <a:moveTo>
                  <a:pt x="48" y="334"/>
                </a:moveTo>
                <a:lnTo>
                  <a:pt x="34" y="342"/>
                </a:lnTo>
                <a:moveTo>
                  <a:pt x="10" y="356"/>
                </a:moveTo>
                <a:lnTo>
                  <a:pt x="0" y="36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7" name="Freeform 517">
            <a:extLst>
              <a:ext uri="{FF2B5EF4-FFF2-40B4-BE49-F238E27FC236}">
                <a16:creationId xmlns:a16="http://schemas.microsoft.com/office/drawing/2014/main" id="{876289B0-5D52-1E29-984F-93DE1D375107}"/>
              </a:ext>
            </a:extLst>
          </p:cNvPr>
          <p:cNvSpPr>
            <a:spLocks noEditPoints="1"/>
          </p:cNvSpPr>
          <p:nvPr/>
        </p:nvSpPr>
        <p:spPr bwMode="auto">
          <a:xfrm>
            <a:off x="708025" y="2863851"/>
            <a:ext cx="12700" cy="417513"/>
          </a:xfrm>
          <a:custGeom>
            <a:avLst/>
            <a:gdLst>
              <a:gd name="T0" fmla="*/ 0 w 17"/>
              <a:gd name="T1" fmla="*/ 0 h 527"/>
              <a:gd name="T2" fmla="*/ 0 w 17"/>
              <a:gd name="T3" fmla="*/ 17 h 527"/>
              <a:gd name="T4" fmla="*/ 1 w 17"/>
              <a:gd name="T5" fmla="*/ 44 h 527"/>
              <a:gd name="T6" fmla="*/ 2 w 17"/>
              <a:gd name="T7" fmla="*/ 60 h 527"/>
              <a:gd name="T8" fmla="*/ 3 w 17"/>
              <a:gd name="T9" fmla="*/ 87 h 527"/>
              <a:gd name="T10" fmla="*/ 3 w 17"/>
              <a:gd name="T11" fmla="*/ 104 h 527"/>
              <a:gd name="T12" fmla="*/ 4 w 17"/>
              <a:gd name="T13" fmla="*/ 131 h 527"/>
              <a:gd name="T14" fmla="*/ 5 w 17"/>
              <a:gd name="T15" fmla="*/ 147 h 527"/>
              <a:gd name="T16" fmla="*/ 6 w 17"/>
              <a:gd name="T17" fmla="*/ 174 h 527"/>
              <a:gd name="T18" fmla="*/ 6 w 17"/>
              <a:gd name="T19" fmla="*/ 191 h 527"/>
              <a:gd name="T20" fmla="*/ 7 w 17"/>
              <a:gd name="T21" fmla="*/ 218 h 527"/>
              <a:gd name="T22" fmla="*/ 8 w 17"/>
              <a:gd name="T23" fmla="*/ 234 h 527"/>
              <a:gd name="T24" fmla="*/ 9 w 17"/>
              <a:gd name="T25" fmla="*/ 261 h 527"/>
              <a:gd name="T26" fmla="*/ 9 w 17"/>
              <a:gd name="T27" fmla="*/ 278 h 527"/>
              <a:gd name="T28" fmla="*/ 10 w 17"/>
              <a:gd name="T29" fmla="*/ 305 h 527"/>
              <a:gd name="T30" fmla="*/ 11 w 17"/>
              <a:gd name="T31" fmla="*/ 321 h 527"/>
              <a:gd name="T32" fmla="*/ 11 w 17"/>
              <a:gd name="T33" fmla="*/ 348 h 527"/>
              <a:gd name="T34" fmla="*/ 12 w 17"/>
              <a:gd name="T35" fmla="*/ 365 h 527"/>
              <a:gd name="T36" fmla="*/ 13 w 17"/>
              <a:gd name="T37" fmla="*/ 392 h 527"/>
              <a:gd name="T38" fmla="*/ 13 w 17"/>
              <a:gd name="T39" fmla="*/ 408 h 527"/>
              <a:gd name="T40" fmla="*/ 14 w 17"/>
              <a:gd name="T41" fmla="*/ 435 h 527"/>
              <a:gd name="T42" fmla="*/ 15 w 17"/>
              <a:gd name="T43" fmla="*/ 452 h 527"/>
              <a:gd name="T44" fmla="*/ 16 w 17"/>
              <a:gd name="T45" fmla="*/ 479 h 527"/>
              <a:gd name="T46" fmla="*/ 16 w 17"/>
              <a:gd name="T47" fmla="*/ 495 h 527"/>
              <a:gd name="T48" fmla="*/ 17 w 17"/>
              <a:gd name="T49" fmla="*/ 522 h 527"/>
              <a:gd name="T50" fmla="*/ 17 w 17"/>
              <a:gd name="T51" fmla="*/ 527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7" h="527">
                <a:moveTo>
                  <a:pt x="0" y="0"/>
                </a:moveTo>
                <a:lnTo>
                  <a:pt x="0" y="17"/>
                </a:lnTo>
                <a:moveTo>
                  <a:pt x="1" y="44"/>
                </a:moveTo>
                <a:lnTo>
                  <a:pt x="2" y="60"/>
                </a:lnTo>
                <a:moveTo>
                  <a:pt x="3" y="87"/>
                </a:moveTo>
                <a:lnTo>
                  <a:pt x="3" y="104"/>
                </a:lnTo>
                <a:moveTo>
                  <a:pt x="4" y="131"/>
                </a:moveTo>
                <a:lnTo>
                  <a:pt x="5" y="147"/>
                </a:lnTo>
                <a:moveTo>
                  <a:pt x="6" y="174"/>
                </a:moveTo>
                <a:lnTo>
                  <a:pt x="6" y="191"/>
                </a:lnTo>
                <a:moveTo>
                  <a:pt x="7" y="218"/>
                </a:moveTo>
                <a:lnTo>
                  <a:pt x="8" y="234"/>
                </a:lnTo>
                <a:moveTo>
                  <a:pt x="9" y="261"/>
                </a:moveTo>
                <a:lnTo>
                  <a:pt x="9" y="278"/>
                </a:lnTo>
                <a:moveTo>
                  <a:pt x="10" y="305"/>
                </a:moveTo>
                <a:lnTo>
                  <a:pt x="11" y="321"/>
                </a:lnTo>
                <a:moveTo>
                  <a:pt x="11" y="348"/>
                </a:moveTo>
                <a:lnTo>
                  <a:pt x="12" y="365"/>
                </a:lnTo>
                <a:moveTo>
                  <a:pt x="13" y="392"/>
                </a:moveTo>
                <a:lnTo>
                  <a:pt x="13" y="408"/>
                </a:lnTo>
                <a:moveTo>
                  <a:pt x="14" y="435"/>
                </a:moveTo>
                <a:lnTo>
                  <a:pt x="15" y="452"/>
                </a:lnTo>
                <a:moveTo>
                  <a:pt x="16" y="479"/>
                </a:moveTo>
                <a:lnTo>
                  <a:pt x="16" y="495"/>
                </a:lnTo>
                <a:moveTo>
                  <a:pt x="17" y="522"/>
                </a:moveTo>
                <a:lnTo>
                  <a:pt x="17" y="52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8" name="Freeform 518">
            <a:extLst>
              <a:ext uri="{FF2B5EF4-FFF2-40B4-BE49-F238E27FC236}">
                <a16:creationId xmlns:a16="http://schemas.microsoft.com/office/drawing/2014/main" id="{503DBCAA-4A13-2A57-F8D1-B17AF50AA8B8}"/>
              </a:ext>
            </a:extLst>
          </p:cNvPr>
          <p:cNvSpPr>
            <a:spLocks noEditPoints="1"/>
          </p:cNvSpPr>
          <p:nvPr/>
        </p:nvSpPr>
        <p:spPr bwMode="auto">
          <a:xfrm>
            <a:off x="477838" y="1868488"/>
            <a:ext cx="158750" cy="152400"/>
          </a:xfrm>
          <a:custGeom>
            <a:avLst/>
            <a:gdLst>
              <a:gd name="T0" fmla="*/ 199 w 199"/>
              <a:gd name="T1" fmla="*/ 0 h 193"/>
              <a:gd name="T2" fmla="*/ 187 w 199"/>
              <a:gd name="T3" fmla="*/ 11 h 193"/>
              <a:gd name="T4" fmla="*/ 167 w 199"/>
              <a:gd name="T5" fmla="*/ 30 h 193"/>
              <a:gd name="T6" fmla="*/ 156 w 199"/>
              <a:gd name="T7" fmla="*/ 41 h 193"/>
              <a:gd name="T8" fmla="*/ 136 w 199"/>
              <a:gd name="T9" fmla="*/ 60 h 193"/>
              <a:gd name="T10" fmla="*/ 125 w 199"/>
              <a:gd name="T11" fmla="*/ 72 h 193"/>
              <a:gd name="T12" fmla="*/ 105 w 199"/>
              <a:gd name="T13" fmla="*/ 91 h 193"/>
              <a:gd name="T14" fmla="*/ 93 w 199"/>
              <a:gd name="T15" fmla="*/ 102 h 193"/>
              <a:gd name="T16" fmla="*/ 74 w 199"/>
              <a:gd name="T17" fmla="*/ 121 h 193"/>
              <a:gd name="T18" fmla="*/ 62 w 199"/>
              <a:gd name="T19" fmla="*/ 132 h 193"/>
              <a:gd name="T20" fmla="*/ 43 w 199"/>
              <a:gd name="T21" fmla="*/ 151 h 193"/>
              <a:gd name="T22" fmla="*/ 31 w 199"/>
              <a:gd name="T23" fmla="*/ 163 h 193"/>
              <a:gd name="T24" fmla="*/ 12 w 199"/>
              <a:gd name="T25" fmla="*/ 182 h 193"/>
              <a:gd name="T26" fmla="*/ 0 w 199"/>
              <a:gd name="T27" fmla="*/ 1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99" h="193">
                <a:moveTo>
                  <a:pt x="199" y="0"/>
                </a:moveTo>
                <a:lnTo>
                  <a:pt x="187" y="11"/>
                </a:lnTo>
                <a:moveTo>
                  <a:pt x="167" y="30"/>
                </a:moveTo>
                <a:lnTo>
                  <a:pt x="156" y="41"/>
                </a:lnTo>
                <a:moveTo>
                  <a:pt x="136" y="60"/>
                </a:moveTo>
                <a:lnTo>
                  <a:pt x="125" y="72"/>
                </a:lnTo>
                <a:moveTo>
                  <a:pt x="105" y="91"/>
                </a:moveTo>
                <a:lnTo>
                  <a:pt x="93" y="102"/>
                </a:lnTo>
                <a:moveTo>
                  <a:pt x="74" y="121"/>
                </a:moveTo>
                <a:lnTo>
                  <a:pt x="62" y="132"/>
                </a:lnTo>
                <a:moveTo>
                  <a:pt x="43" y="151"/>
                </a:moveTo>
                <a:lnTo>
                  <a:pt x="31" y="163"/>
                </a:lnTo>
                <a:moveTo>
                  <a:pt x="12" y="182"/>
                </a:moveTo>
                <a:lnTo>
                  <a:pt x="0" y="19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9" name="Freeform 519">
            <a:extLst>
              <a:ext uri="{FF2B5EF4-FFF2-40B4-BE49-F238E27FC236}">
                <a16:creationId xmlns:a16="http://schemas.microsoft.com/office/drawing/2014/main" id="{B50D5B91-0215-E5F1-D0FA-30CCC2C039DA}"/>
              </a:ext>
            </a:extLst>
          </p:cNvPr>
          <p:cNvSpPr>
            <a:spLocks noEditPoints="1"/>
          </p:cNvSpPr>
          <p:nvPr/>
        </p:nvSpPr>
        <p:spPr bwMode="auto">
          <a:xfrm>
            <a:off x="1528763" y="1666876"/>
            <a:ext cx="74613" cy="90488"/>
          </a:xfrm>
          <a:custGeom>
            <a:avLst/>
            <a:gdLst>
              <a:gd name="T0" fmla="*/ 94 w 94"/>
              <a:gd name="T1" fmla="*/ 0 h 113"/>
              <a:gd name="T2" fmla="*/ 84 w 94"/>
              <a:gd name="T3" fmla="*/ 13 h 113"/>
              <a:gd name="T4" fmla="*/ 66 w 94"/>
              <a:gd name="T5" fmla="*/ 33 h 113"/>
              <a:gd name="T6" fmla="*/ 56 w 94"/>
              <a:gd name="T7" fmla="*/ 46 h 113"/>
              <a:gd name="T8" fmla="*/ 38 w 94"/>
              <a:gd name="T9" fmla="*/ 67 h 113"/>
              <a:gd name="T10" fmla="*/ 28 w 94"/>
              <a:gd name="T11" fmla="*/ 79 h 113"/>
              <a:gd name="T12" fmla="*/ 10 w 94"/>
              <a:gd name="T13" fmla="*/ 100 h 113"/>
              <a:gd name="T14" fmla="*/ 0 w 94"/>
              <a:gd name="T1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4" h="113">
                <a:moveTo>
                  <a:pt x="94" y="0"/>
                </a:moveTo>
                <a:lnTo>
                  <a:pt x="84" y="13"/>
                </a:lnTo>
                <a:moveTo>
                  <a:pt x="66" y="33"/>
                </a:moveTo>
                <a:lnTo>
                  <a:pt x="56" y="46"/>
                </a:lnTo>
                <a:moveTo>
                  <a:pt x="38" y="67"/>
                </a:moveTo>
                <a:lnTo>
                  <a:pt x="28" y="79"/>
                </a:lnTo>
                <a:moveTo>
                  <a:pt x="10" y="100"/>
                </a:moveTo>
                <a:lnTo>
                  <a:pt x="0" y="11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0" name="Freeform 520">
            <a:extLst>
              <a:ext uri="{FF2B5EF4-FFF2-40B4-BE49-F238E27FC236}">
                <a16:creationId xmlns:a16="http://schemas.microsoft.com/office/drawing/2014/main" id="{1885B712-1DD4-7583-C6A9-076B981CEE97}"/>
              </a:ext>
            </a:extLst>
          </p:cNvPr>
          <p:cNvSpPr>
            <a:spLocks noEditPoints="1"/>
          </p:cNvSpPr>
          <p:nvPr/>
        </p:nvSpPr>
        <p:spPr bwMode="auto">
          <a:xfrm>
            <a:off x="981075" y="2508251"/>
            <a:ext cx="288925" cy="315913"/>
          </a:xfrm>
          <a:custGeom>
            <a:avLst/>
            <a:gdLst>
              <a:gd name="T0" fmla="*/ 363 w 363"/>
              <a:gd name="T1" fmla="*/ 0 h 399"/>
              <a:gd name="T2" fmla="*/ 352 w 363"/>
              <a:gd name="T3" fmla="*/ 12 h 399"/>
              <a:gd name="T4" fmla="*/ 333 w 363"/>
              <a:gd name="T5" fmla="*/ 32 h 399"/>
              <a:gd name="T6" fmla="*/ 322 w 363"/>
              <a:gd name="T7" fmla="*/ 45 h 399"/>
              <a:gd name="T8" fmla="*/ 304 w 363"/>
              <a:gd name="T9" fmla="*/ 65 h 399"/>
              <a:gd name="T10" fmla="*/ 293 w 363"/>
              <a:gd name="T11" fmla="*/ 77 h 399"/>
              <a:gd name="T12" fmla="*/ 275 w 363"/>
              <a:gd name="T13" fmla="*/ 97 h 399"/>
              <a:gd name="T14" fmla="*/ 264 w 363"/>
              <a:gd name="T15" fmla="*/ 109 h 399"/>
              <a:gd name="T16" fmla="*/ 246 w 363"/>
              <a:gd name="T17" fmla="*/ 129 h 399"/>
              <a:gd name="T18" fmla="*/ 235 w 363"/>
              <a:gd name="T19" fmla="*/ 141 h 399"/>
              <a:gd name="T20" fmla="*/ 216 w 363"/>
              <a:gd name="T21" fmla="*/ 161 h 399"/>
              <a:gd name="T22" fmla="*/ 205 w 363"/>
              <a:gd name="T23" fmla="*/ 173 h 399"/>
              <a:gd name="T24" fmla="*/ 187 w 363"/>
              <a:gd name="T25" fmla="*/ 193 h 399"/>
              <a:gd name="T26" fmla="*/ 176 w 363"/>
              <a:gd name="T27" fmla="*/ 205 h 399"/>
              <a:gd name="T28" fmla="*/ 158 w 363"/>
              <a:gd name="T29" fmla="*/ 226 h 399"/>
              <a:gd name="T30" fmla="*/ 147 w 363"/>
              <a:gd name="T31" fmla="*/ 238 h 399"/>
              <a:gd name="T32" fmla="*/ 128 w 363"/>
              <a:gd name="T33" fmla="*/ 258 h 399"/>
              <a:gd name="T34" fmla="*/ 117 w 363"/>
              <a:gd name="T35" fmla="*/ 270 h 399"/>
              <a:gd name="T36" fmla="*/ 99 w 363"/>
              <a:gd name="T37" fmla="*/ 290 h 399"/>
              <a:gd name="T38" fmla="*/ 88 w 363"/>
              <a:gd name="T39" fmla="*/ 302 h 399"/>
              <a:gd name="T40" fmla="*/ 70 w 363"/>
              <a:gd name="T41" fmla="*/ 322 h 399"/>
              <a:gd name="T42" fmla="*/ 59 w 363"/>
              <a:gd name="T43" fmla="*/ 334 h 399"/>
              <a:gd name="T44" fmla="*/ 41 w 363"/>
              <a:gd name="T45" fmla="*/ 354 h 399"/>
              <a:gd name="T46" fmla="*/ 30 w 363"/>
              <a:gd name="T47" fmla="*/ 366 h 399"/>
              <a:gd name="T48" fmla="*/ 11 w 363"/>
              <a:gd name="T49" fmla="*/ 386 h 399"/>
              <a:gd name="T50" fmla="*/ 0 w 363"/>
              <a:gd name="T51" fmla="*/ 399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63" h="399">
                <a:moveTo>
                  <a:pt x="363" y="0"/>
                </a:moveTo>
                <a:lnTo>
                  <a:pt x="352" y="12"/>
                </a:lnTo>
                <a:moveTo>
                  <a:pt x="333" y="32"/>
                </a:moveTo>
                <a:lnTo>
                  <a:pt x="322" y="45"/>
                </a:lnTo>
                <a:moveTo>
                  <a:pt x="304" y="65"/>
                </a:moveTo>
                <a:lnTo>
                  <a:pt x="293" y="77"/>
                </a:lnTo>
                <a:moveTo>
                  <a:pt x="275" y="97"/>
                </a:moveTo>
                <a:lnTo>
                  <a:pt x="264" y="109"/>
                </a:lnTo>
                <a:moveTo>
                  <a:pt x="246" y="129"/>
                </a:moveTo>
                <a:lnTo>
                  <a:pt x="235" y="141"/>
                </a:lnTo>
                <a:moveTo>
                  <a:pt x="216" y="161"/>
                </a:moveTo>
                <a:lnTo>
                  <a:pt x="205" y="173"/>
                </a:lnTo>
                <a:moveTo>
                  <a:pt x="187" y="193"/>
                </a:moveTo>
                <a:lnTo>
                  <a:pt x="176" y="205"/>
                </a:lnTo>
                <a:moveTo>
                  <a:pt x="158" y="226"/>
                </a:moveTo>
                <a:lnTo>
                  <a:pt x="147" y="238"/>
                </a:lnTo>
                <a:moveTo>
                  <a:pt x="128" y="258"/>
                </a:moveTo>
                <a:lnTo>
                  <a:pt x="117" y="270"/>
                </a:lnTo>
                <a:moveTo>
                  <a:pt x="99" y="290"/>
                </a:moveTo>
                <a:lnTo>
                  <a:pt x="88" y="302"/>
                </a:lnTo>
                <a:moveTo>
                  <a:pt x="70" y="322"/>
                </a:moveTo>
                <a:lnTo>
                  <a:pt x="59" y="334"/>
                </a:lnTo>
                <a:moveTo>
                  <a:pt x="41" y="354"/>
                </a:moveTo>
                <a:lnTo>
                  <a:pt x="30" y="366"/>
                </a:lnTo>
                <a:moveTo>
                  <a:pt x="11" y="386"/>
                </a:moveTo>
                <a:lnTo>
                  <a:pt x="0" y="39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1" name="Freeform 521">
            <a:extLst>
              <a:ext uri="{FF2B5EF4-FFF2-40B4-BE49-F238E27FC236}">
                <a16:creationId xmlns:a16="http://schemas.microsoft.com/office/drawing/2014/main" id="{9B78AC3B-3E7C-5E09-3B9C-DEA27202F085}"/>
              </a:ext>
            </a:extLst>
          </p:cNvPr>
          <p:cNvSpPr>
            <a:spLocks noEditPoints="1"/>
          </p:cNvSpPr>
          <p:nvPr/>
        </p:nvSpPr>
        <p:spPr bwMode="auto">
          <a:xfrm>
            <a:off x="833438" y="1987551"/>
            <a:ext cx="455613" cy="384175"/>
          </a:xfrm>
          <a:custGeom>
            <a:avLst/>
            <a:gdLst>
              <a:gd name="T0" fmla="*/ 574 w 574"/>
              <a:gd name="T1" fmla="*/ 0 h 486"/>
              <a:gd name="T2" fmla="*/ 561 w 574"/>
              <a:gd name="T3" fmla="*/ 11 h 486"/>
              <a:gd name="T4" fmla="*/ 540 w 574"/>
              <a:gd name="T5" fmla="*/ 28 h 486"/>
              <a:gd name="T6" fmla="*/ 528 w 574"/>
              <a:gd name="T7" fmla="*/ 39 h 486"/>
              <a:gd name="T8" fmla="*/ 507 w 574"/>
              <a:gd name="T9" fmla="*/ 57 h 486"/>
              <a:gd name="T10" fmla="*/ 495 w 574"/>
              <a:gd name="T11" fmla="*/ 67 h 486"/>
              <a:gd name="T12" fmla="*/ 474 w 574"/>
              <a:gd name="T13" fmla="*/ 85 h 486"/>
              <a:gd name="T14" fmla="*/ 461 w 574"/>
              <a:gd name="T15" fmla="*/ 95 h 486"/>
              <a:gd name="T16" fmla="*/ 441 w 574"/>
              <a:gd name="T17" fmla="*/ 113 h 486"/>
              <a:gd name="T18" fmla="*/ 428 w 574"/>
              <a:gd name="T19" fmla="*/ 123 h 486"/>
              <a:gd name="T20" fmla="*/ 407 w 574"/>
              <a:gd name="T21" fmla="*/ 141 h 486"/>
              <a:gd name="T22" fmla="*/ 395 w 574"/>
              <a:gd name="T23" fmla="*/ 151 h 486"/>
              <a:gd name="T24" fmla="*/ 374 w 574"/>
              <a:gd name="T25" fmla="*/ 169 h 486"/>
              <a:gd name="T26" fmla="*/ 362 w 574"/>
              <a:gd name="T27" fmla="*/ 180 h 486"/>
              <a:gd name="T28" fmla="*/ 341 w 574"/>
              <a:gd name="T29" fmla="*/ 197 h 486"/>
              <a:gd name="T30" fmla="*/ 329 w 574"/>
              <a:gd name="T31" fmla="*/ 208 h 486"/>
              <a:gd name="T32" fmla="*/ 308 w 574"/>
              <a:gd name="T33" fmla="*/ 225 h 486"/>
              <a:gd name="T34" fmla="*/ 295 w 574"/>
              <a:gd name="T35" fmla="*/ 236 h 486"/>
              <a:gd name="T36" fmla="*/ 275 w 574"/>
              <a:gd name="T37" fmla="*/ 253 h 486"/>
              <a:gd name="T38" fmla="*/ 262 w 574"/>
              <a:gd name="T39" fmla="*/ 264 h 486"/>
              <a:gd name="T40" fmla="*/ 241 w 574"/>
              <a:gd name="T41" fmla="*/ 282 h 486"/>
              <a:gd name="T42" fmla="*/ 229 w 574"/>
              <a:gd name="T43" fmla="*/ 292 h 486"/>
              <a:gd name="T44" fmla="*/ 208 w 574"/>
              <a:gd name="T45" fmla="*/ 310 h 486"/>
              <a:gd name="T46" fmla="*/ 196 w 574"/>
              <a:gd name="T47" fmla="*/ 320 h 486"/>
              <a:gd name="T48" fmla="*/ 175 w 574"/>
              <a:gd name="T49" fmla="*/ 338 h 486"/>
              <a:gd name="T50" fmla="*/ 163 w 574"/>
              <a:gd name="T51" fmla="*/ 348 h 486"/>
              <a:gd name="T52" fmla="*/ 142 w 574"/>
              <a:gd name="T53" fmla="*/ 366 h 486"/>
              <a:gd name="T54" fmla="*/ 129 w 574"/>
              <a:gd name="T55" fmla="*/ 376 h 486"/>
              <a:gd name="T56" fmla="*/ 109 w 574"/>
              <a:gd name="T57" fmla="*/ 394 h 486"/>
              <a:gd name="T58" fmla="*/ 96 w 574"/>
              <a:gd name="T59" fmla="*/ 405 h 486"/>
              <a:gd name="T60" fmla="*/ 75 w 574"/>
              <a:gd name="T61" fmla="*/ 422 h 486"/>
              <a:gd name="T62" fmla="*/ 63 w 574"/>
              <a:gd name="T63" fmla="*/ 433 h 486"/>
              <a:gd name="T64" fmla="*/ 42 w 574"/>
              <a:gd name="T65" fmla="*/ 450 h 486"/>
              <a:gd name="T66" fmla="*/ 30 w 574"/>
              <a:gd name="T67" fmla="*/ 461 h 486"/>
              <a:gd name="T68" fmla="*/ 9 w 574"/>
              <a:gd name="T69" fmla="*/ 478 h 486"/>
              <a:gd name="T70" fmla="*/ 0 w 574"/>
              <a:gd name="T71" fmla="*/ 486 h 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74" h="486">
                <a:moveTo>
                  <a:pt x="574" y="0"/>
                </a:moveTo>
                <a:lnTo>
                  <a:pt x="561" y="11"/>
                </a:lnTo>
                <a:moveTo>
                  <a:pt x="540" y="28"/>
                </a:moveTo>
                <a:lnTo>
                  <a:pt x="528" y="39"/>
                </a:lnTo>
                <a:moveTo>
                  <a:pt x="507" y="57"/>
                </a:moveTo>
                <a:lnTo>
                  <a:pt x="495" y="67"/>
                </a:lnTo>
                <a:moveTo>
                  <a:pt x="474" y="85"/>
                </a:moveTo>
                <a:lnTo>
                  <a:pt x="461" y="95"/>
                </a:lnTo>
                <a:moveTo>
                  <a:pt x="441" y="113"/>
                </a:moveTo>
                <a:lnTo>
                  <a:pt x="428" y="123"/>
                </a:lnTo>
                <a:moveTo>
                  <a:pt x="407" y="141"/>
                </a:moveTo>
                <a:lnTo>
                  <a:pt x="395" y="151"/>
                </a:lnTo>
                <a:moveTo>
                  <a:pt x="374" y="169"/>
                </a:moveTo>
                <a:lnTo>
                  <a:pt x="362" y="180"/>
                </a:lnTo>
                <a:moveTo>
                  <a:pt x="341" y="197"/>
                </a:moveTo>
                <a:lnTo>
                  <a:pt x="329" y="208"/>
                </a:lnTo>
                <a:moveTo>
                  <a:pt x="308" y="225"/>
                </a:moveTo>
                <a:lnTo>
                  <a:pt x="295" y="236"/>
                </a:lnTo>
                <a:moveTo>
                  <a:pt x="275" y="253"/>
                </a:moveTo>
                <a:lnTo>
                  <a:pt x="262" y="264"/>
                </a:lnTo>
                <a:moveTo>
                  <a:pt x="241" y="282"/>
                </a:moveTo>
                <a:lnTo>
                  <a:pt x="229" y="292"/>
                </a:lnTo>
                <a:moveTo>
                  <a:pt x="208" y="310"/>
                </a:moveTo>
                <a:lnTo>
                  <a:pt x="196" y="320"/>
                </a:lnTo>
                <a:moveTo>
                  <a:pt x="175" y="338"/>
                </a:moveTo>
                <a:lnTo>
                  <a:pt x="163" y="348"/>
                </a:lnTo>
                <a:moveTo>
                  <a:pt x="142" y="366"/>
                </a:moveTo>
                <a:lnTo>
                  <a:pt x="129" y="376"/>
                </a:lnTo>
                <a:moveTo>
                  <a:pt x="109" y="394"/>
                </a:moveTo>
                <a:lnTo>
                  <a:pt x="96" y="405"/>
                </a:lnTo>
                <a:moveTo>
                  <a:pt x="75" y="422"/>
                </a:moveTo>
                <a:lnTo>
                  <a:pt x="63" y="433"/>
                </a:lnTo>
                <a:moveTo>
                  <a:pt x="42" y="450"/>
                </a:moveTo>
                <a:lnTo>
                  <a:pt x="30" y="461"/>
                </a:lnTo>
                <a:moveTo>
                  <a:pt x="9" y="478"/>
                </a:moveTo>
                <a:lnTo>
                  <a:pt x="0" y="48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2" name="Freeform 522">
            <a:extLst>
              <a:ext uri="{FF2B5EF4-FFF2-40B4-BE49-F238E27FC236}">
                <a16:creationId xmlns:a16="http://schemas.microsoft.com/office/drawing/2014/main" id="{7D5E0DCC-A927-9282-B5B4-63DCC8C560D6}"/>
              </a:ext>
            </a:extLst>
          </p:cNvPr>
          <p:cNvSpPr>
            <a:spLocks noEditPoints="1"/>
          </p:cNvSpPr>
          <p:nvPr/>
        </p:nvSpPr>
        <p:spPr bwMode="auto">
          <a:xfrm>
            <a:off x="276225" y="2414588"/>
            <a:ext cx="55563" cy="141288"/>
          </a:xfrm>
          <a:custGeom>
            <a:avLst/>
            <a:gdLst>
              <a:gd name="T0" fmla="*/ 70 w 70"/>
              <a:gd name="T1" fmla="*/ 0 h 177"/>
              <a:gd name="T2" fmla="*/ 64 w 70"/>
              <a:gd name="T3" fmla="*/ 15 h 177"/>
              <a:gd name="T4" fmla="*/ 54 w 70"/>
              <a:gd name="T5" fmla="*/ 41 h 177"/>
              <a:gd name="T6" fmla="*/ 48 w 70"/>
              <a:gd name="T7" fmla="*/ 56 h 177"/>
              <a:gd name="T8" fmla="*/ 38 w 70"/>
              <a:gd name="T9" fmla="*/ 81 h 177"/>
              <a:gd name="T10" fmla="*/ 32 w 70"/>
              <a:gd name="T11" fmla="*/ 96 h 177"/>
              <a:gd name="T12" fmla="*/ 22 w 70"/>
              <a:gd name="T13" fmla="*/ 122 h 177"/>
              <a:gd name="T14" fmla="*/ 16 w 70"/>
              <a:gd name="T15" fmla="*/ 137 h 177"/>
              <a:gd name="T16" fmla="*/ 6 w 70"/>
              <a:gd name="T17" fmla="*/ 162 h 177"/>
              <a:gd name="T18" fmla="*/ 0 w 70"/>
              <a:gd name="T1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0" h="177">
                <a:moveTo>
                  <a:pt x="70" y="0"/>
                </a:moveTo>
                <a:lnTo>
                  <a:pt x="64" y="15"/>
                </a:lnTo>
                <a:moveTo>
                  <a:pt x="54" y="41"/>
                </a:moveTo>
                <a:lnTo>
                  <a:pt x="48" y="56"/>
                </a:lnTo>
                <a:moveTo>
                  <a:pt x="38" y="81"/>
                </a:moveTo>
                <a:lnTo>
                  <a:pt x="32" y="96"/>
                </a:lnTo>
                <a:moveTo>
                  <a:pt x="22" y="122"/>
                </a:moveTo>
                <a:lnTo>
                  <a:pt x="16" y="137"/>
                </a:lnTo>
                <a:moveTo>
                  <a:pt x="6" y="162"/>
                </a:moveTo>
                <a:lnTo>
                  <a:pt x="0" y="1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3" name="Freeform 523">
            <a:extLst>
              <a:ext uri="{FF2B5EF4-FFF2-40B4-BE49-F238E27FC236}">
                <a16:creationId xmlns:a16="http://schemas.microsoft.com/office/drawing/2014/main" id="{0E5D8B18-31F9-6573-11E2-09F4EF81E564}"/>
              </a:ext>
            </a:extLst>
          </p:cNvPr>
          <p:cNvSpPr>
            <a:spLocks noEditPoints="1"/>
          </p:cNvSpPr>
          <p:nvPr/>
        </p:nvSpPr>
        <p:spPr bwMode="auto">
          <a:xfrm>
            <a:off x="1676400" y="1597026"/>
            <a:ext cx="144463" cy="290513"/>
          </a:xfrm>
          <a:custGeom>
            <a:avLst/>
            <a:gdLst>
              <a:gd name="T0" fmla="*/ 183 w 183"/>
              <a:gd name="T1" fmla="*/ 0 h 365"/>
              <a:gd name="T2" fmla="*/ 176 w 183"/>
              <a:gd name="T3" fmla="*/ 15 h 365"/>
              <a:gd name="T4" fmla="*/ 164 w 183"/>
              <a:gd name="T5" fmla="*/ 39 h 365"/>
              <a:gd name="T6" fmla="*/ 157 w 183"/>
              <a:gd name="T7" fmla="*/ 54 h 365"/>
              <a:gd name="T8" fmla="*/ 144 w 183"/>
              <a:gd name="T9" fmla="*/ 78 h 365"/>
              <a:gd name="T10" fmla="*/ 137 w 183"/>
              <a:gd name="T11" fmla="*/ 93 h 365"/>
              <a:gd name="T12" fmla="*/ 125 w 183"/>
              <a:gd name="T13" fmla="*/ 117 h 365"/>
              <a:gd name="T14" fmla="*/ 117 w 183"/>
              <a:gd name="T15" fmla="*/ 131 h 365"/>
              <a:gd name="T16" fmla="*/ 105 w 183"/>
              <a:gd name="T17" fmla="*/ 156 h 365"/>
              <a:gd name="T18" fmla="*/ 98 w 183"/>
              <a:gd name="T19" fmla="*/ 170 h 365"/>
              <a:gd name="T20" fmla="*/ 86 w 183"/>
              <a:gd name="T21" fmla="*/ 195 h 365"/>
              <a:gd name="T22" fmla="*/ 78 w 183"/>
              <a:gd name="T23" fmla="*/ 209 h 365"/>
              <a:gd name="T24" fmla="*/ 66 w 183"/>
              <a:gd name="T25" fmla="*/ 233 h 365"/>
              <a:gd name="T26" fmla="*/ 59 w 183"/>
              <a:gd name="T27" fmla="*/ 248 h 365"/>
              <a:gd name="T28" fmla="*/ 47 w 183"/>
              <a:gd name="T29" fmla="*/ 272 h 365"/>
              <a:gd name="T30" fmla="*/ 39 w 183"/>
              <a:gd name="T31" fmla="*/ 287 h 365"/>
              <a:gd name="T32" fmla="*/ 27 w 183"/>
              <a:gd name="T33" fmla="*/ 311 h 365"/>
              <a:gd name="T34" fmla="*/ 20 w 183"/>
              <a:gd name="T35" fmla="*/ 326 h 365"/>
              <a:gd name="T36" fmla="*/ 8 w 183"/>
              <a:gd name="T37" fmla="*/ 350 h 365"/>
              <a:gd name="T38" fmla="*/ 0 w 183"/>
              <a:gd name="T39" fmla="*/ 36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83" h="365">
                <a:moveTo>
                  <a:pt x="183" y="0"/>
                </a:moveTo>
                <a:lnTo>
                  <a:pt x="176" y="15"/>
                </a:lnTo>
                <a:moveTo>
                  <a:pt x="164" y="39"/>
                </a:moveTo>
                <a:lnTo>
                  <a:pt x="157" y="54"/>
                </a:lnTo>
                <a:moveTo>
                  <a:pt x="144" y="78"/>
                </a:moveTo>
                <a:lnTo>
                  <a:pt x="137" y="93"/>
                </a:lnTo>
                <a:moveTo>
                  <a:pt x="125" y="117"/>
                </a:moveTo>
                <a:lnTo>
                  <a:pt x="117" y="131"/>
                </a:lnTo>
                <a:moveTo>
                  <a:pt x="105" y="156"/>
                </a:moveTo>
                <a:lnTo>
                  <a:pt x="98" y="170"/>
                </a:lnTo>
                <a:moveTo>
                  <a:pt x="86" y="195"/>
                </a:moveTo>
                <a:lnTo>
                  <a:pt x="78" y="209"/>
                </a:lnTo>
                <a:moveTo>
                  <a:pt x="66" y="233"/>
                </a:moveTo>
                <a:lnTo>
                  <a:pt x="59" y="248"/>
                </a:lnTo>
                <a:moveTo>
                  <a:pt x="47" y="272"/>
                </a:moveTo>
                <a:lnTo>
                  <a:pt x="39" y="287"/>
                </a:lnTo>
                <a:moveTo>
                  <a:pt x="27" y="311"/>
                </a:moveTo>
                <a:lnTo>
                  <a:pt x="20" y="326"/>
                </a:lnTo>
                <a:moveTo>
                  <a:pt x="8" y="350"/>
                </a:moveTo>
                <a:lnTo>
                  <a:pt x="0" y="36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4" name="Line 524">
            <a:extLst>
              <a:ext uri="{FF2B5EF4-FFF2-40B4-BE49-F238E27FC236}">
                <a16:creationId xmlns:a16="http://schemas.microsoft.com/office/drawing/2014/main" id="{24879541-A977-1918-F643-224960352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214313"/>
            <a:ext cx="0" cy="127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5" name="Freeform 525">
            <a:extLst>
              <a:ext uri="{FF2B5EF4-FFF2-40B4-BE49-F238E27FC236}">
                <a16:creationId xmlns:a16="http://schemas.microsoft.com/office/drawing/2014/main" id="{4B443CB0-F63D-4F1D-F820-FCA13925DDCC}"/>
              </a:ext>
            </a:extLst>
          </p:cNvPr>
          <p:cNvSpPr>
            <a:spLocks noEditPoints="1"/>
          </p:cNvSpPr>
          <p:nvPr/>
        </p:nvSpPr>
        <p:spPr bwMode="auto">
          <a:xfrm>
            <a:off x="788988" y="2944813"/>
            <a:ext cx="93663" cy="65088"/>
          </a:xfrm>
          <a:custGeom>
            <a:avLst/>
            <a:gdLst>
              <a:gd name="T0" fmla="*/ 117 w 117"/>
              <a:gd name="T1" fmla="*/ 0 h 82"/>
              <a:gd name="T2" fmla="*/ 103 w 117"/>
              <a:gd name="T3" fmla="*/ 9 h 82"/>
              <a:gd name="T4" fmla="*/ 81 w 117"/>
              <a:gd name="T5" fmla="*/ 25 h 82"/>
              <a:gd name="T6" fmla="*/ 68 w 117"/>
              <a:gd name="T7" fmla="*/ 34 h 82"/>
              <a:gd name="T8" fmla="*/ 45 w 117"/>
              <a:gd name="T9" fmla="*/ 50 h 82"/>
              <a:gd name="T10" fmla="*/ 32 w 117"/>
              <a:gd name="T11" fmla="*/ 59 h 82"/>
              <a:gd name="T12" fmla="*/ 10 w 117"/>
              <a:gd name="T13" fmla="*/ 75 h 82"/>
              <a:gd name="T14" fmla="*/ 0 w 117"/>
              <a:gd name="T15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7" h="82">
                <a:moveTo>
                  <a:pt x="117" y="0"/>
                </a:moveTo>
                <a:lnTo>
                  <a:pt x="103" y="9"/>
                </a:lnTo>
                <a:moveTo>
                  <a:pt x="81" y="25"/>
                </a:moveTo>
                <a:lnTo>
                  <a:pt x="68" y="34"/>
                </a:lnTo>
                <a:moveTo>
                  <a:pt x="45" y="50"/>
                </a:moveTo>
                <a:lnTo>
                  <a:pt x="32" y="59"/>
                </a:lnTo>
                <a:moveTo>
                  <a:pt x="10" y="75"/>
                </a:moveTo>
                <a:lnTo>
                  <a:pt x="0" y="8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6" name="Freeform 526">
            <a:extLst>
              <a:ext uri="{FF2B5EF4-FFF2-40B4-BE49-F238E27FC236}">
                <a16:creationId xmlns:a16="http://schemas.microsoft.com/office/drawing/2014/main" id="{9CCB6204-35EB-DEB3-14E0-4D06036E5DB1}"/>
              </a:ext>
            </a:extLst>
          </p:cNvPr>
          <p:cNvSpPr>
            <a:spLocks noEditPoints="1"/>
          </p:cNvSpPr>
          <p:nvPr/>
        </p:nvSpPr>
        <p:spPr bwMode="auto">
          <a:xfrm>
            <a:off x="631825" y="409576"/>
            <a:ext cx="411163" cy="277813"/>
          </a:xfrm>
          <a:custGeom>
            <a:avLst/>
            <a:gdLst>
              <a:gd name="T0" fmla="*/ 518 w 518"/>
              <a:gd name="T1" fmla="*/ 0 h 350"/>
              <a:gd name="T2" fmla="*/ 505 w 518"/>
              <a:gd name="T3" fmla="*/ 9 h 350"/>
              <a:gd name="T4" fmla="*/ 482 w 518"/>
              <a:gd name="T5" fmla="*/ 24 h 350"/>
              <a:gd name="T6" fmla="*/ 469 w 518"/>
              <a:gd name="T7" fmla="*/ 34 h 350"/>
              <a:gd name="T8" fmla="*/ 446 w 518"/>
              <a:gd name="T9" fmla="*/ 49 h 350"/>
              <a:gd name="T10" fmla="*/ 432 w 518"/>
              <a:gd name="T11" fmla="*/ 58 h 350"/>
              <a:gd name="T12" fmla="*/ 410 w 518"/>
              <a:gd name="T13" fmla="*/ 73 h 350"/>
              <a:gd name="T14" fmla="*/ 396 w 518"/>
              <a:gd name="T15" fmla="*/ 82 h 350"/>
              <a:gd name="T16" fmla="*/ 374 w 518"/>
              <a:gd name="T17" fmla="*/ 97 h 350"/>
              <a:gd name="T18" fmla="*/ 360 w 518"/>
              <a:gd name="T19" fmla="*/ 107 h 350"/>
              <a:gd name="T20" fmla="*/ 338 w 518"/>
              <a:gd name="T21" fmla="*/ 122 h 350"/>
              <a:gd name="T22" fmla="*/ 324 w 518"/>
              <a:gd name="T23" fmla="*/ 131 h 350"/>
              <a:gd name="T24" fmla="*/ 302 w 518"/>
              <a:gd name="T25" fmla="*/ 146 h 350"/>
              <a:gd name="T26" fmla="*/ 288 w 518"/>
              <a:gd name="T27" fmla="*/ 155 h 350"/>
              <a:gd name="T28" fmla="*/ 266 w 518"/>
              <a:gd name="T29" fmla="*/ 171 h 350"/>
              <a:gd name="T30" fmla="*/ 252 w 518"/>
              <a:gd name="T31" fmla="*/ 180 h 350"/>
              <a:gd name="T32" fmla="*/ 230 w 518"/>
              <a:gd name="T33" fmla="*/ 195 h 350"/>
              <a:gd name="T34" fmla="*/ 216 w 518"/>
              <a:gd name="T35" fmla="*/ 204 h 350"/>
              <a:gd name="T36" fmla="*/ 194 w 518"/>
              <a:gd name="T37" fmla="*/ 219 h 350"/>
              <a:gd name="T38" fmla="*/ 180 w 518"/>
              <a:gd name="T39" fmla="*/ 228 h 350"/>
              <a:gd name="T40" fmla="*/ 158 w 518"/>
              <a:gd name="T41" fmla="*/ 244 h 350"/>
              <a:gd name="T42" fmla="*/ 144 w 518"/>
              <a:gd name="T43" fmla="*/ 253 h 350"/>
              <a:gd name="T44" fmla="*/ 121 w 518"/>
              <a:gd name="T45" fmla="*/ 268 h 350"/>
              <a:gd name="T46" fmla="*/ 108 w 518"/>
              <a:gd name="T47" fmla="*/ 277 h 350"/>
              <a:gd name="T48" fmla="*/ 85 w 518"/>
              <a:gd name="T49" fmla="*/ 292 h 350"/>
              <a:gd name="T50" fmla="*/ 72 w 518"/>
              <a:gd name="T51" fmla="*/ 302 h 350"/>
              <a:gd name="T52" fmla="*/ 49 w 518"/>
              <a:gd name="T53" fmla="*/ 317 h 350"/>
              <a:gd name="T54" fmla="*/ 36 w 518"/>
              <a:gd name="T55" fmla="*/ 326 h 350"/>
              <a:gd name="T56" fmla="*/ 13 w 518"/>
              <a:gd name="T57" fmla="*/ 341 h 350"/>
              <a:gd name="T58" fmla="*/ 0 w 518"/>
              <a:gd name="T59" fmla="*/ 35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18" h="350">
                <a:moveTo>
                  <a:pt x="518" y="0"/>
                </a:moveTo>
                <a:lnTo>
                  <a:pt x="505" y="9"/>
                </a:lnTo>
                <a:moveTo>
                  <a:pt x="482" y="24"/>
                </a:moveTo>
                <a:lnTo>
                  <a:pt x="469" y="34"/>
                </a:lnTo>
                <a:moveTo>
                  <a:pt x="446" y="49"/>
                </a:moveTo>
                <a:lnTo>
                  <a:pt x="432" y="58"/>
                </a:lnTo>
                <a:moveTo>
                  <a:pt x="410" y="73"/>
                </a:moveTo>
                <a:lnTo>
                  <a:pt x="396" y="82"/>
                </a:lnTo>
                <a:moveTo>
                  <a:pt x="374" y="97"/>
                </a:moveTo>
                <a:lnTo>
                  <a:pt x="360" y="107"/>
                </a:lnTo>
                <a:moveTo>
                  <a:pt x="338" y="122"/>
                </a:moveTo>
                <a:lnTo>
                  <a:pt x="324" y="131"/>
                </a:lnTo>
                <a:moveTo>
                  <a:pt x="302" y="146"/>
                </a:moveTo>
                <a:lnTo>
                  <a:pt x="288" y="155"/>
                </a:lnTo>
                <a:moveTo>
                  <a:pt x="266" y="171"/>
                </a:moveTo>
                <a:lnTo>
                  <a:pt x="252" y="180"/>
                </a:lnTo>
                <a:moveTo>
                  <a:pt x="230" y="195"/>
                </a:moveTo>
                <a:lnTo>
                  <a:pt x="216" y="204"/>
                </a:lnTo>
                <a:moveTo>
                  <a:pt x="194" y="219"/>
                </a:moveTo>
                <a:lnTo>
                  <a:pt x="180" y="228"/>
                </a:lnTo>
                <a:moveTo>
                  <a:pt x="158" y="244"/>
                </a:moveTo>
                <a:lnTo>
                  <a:pt x="144" y="253"/>
                </a:lnTo>
                <a:moveTo>
                  <a:pt x="121" y="268"/>
                </a:moveTo>
                <a:lnTo>
                  <a:pt x="108" y="277"/>
                </a:lnTo>
                <a:moveTo>
                  <a:pt x="85" y="292"/>
                </a:moveTo>
                <a:lnTo>
                  <a:pt x="72" y="302"/>
                </a:lnTo>
                <a:moveTo>
                  <a:pt x="49" y="317"/>
                </a:moveTo>
                <a:lnTo>
                  <a:pt x="36" y="326"/>
                </a:lnTo>
                <a:moveTo>
                  <a:pt x="13" y="341"/>
                </a:moveTo>
                <a:lnTo>
                  <a:pt x="0" y="35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7" name="Freeform 527">
            <a:extLst>
              <a:ext uri="{FF2B5EF4-FFF2-40B4-BE49-F238E27FC236}">
                <a16:creationId xmlns:a16="http://schemas.microsoft.com/office/drawing/2014/main" id="{33D05DC9-AEDF-3BC7-FA17-8AC365513EEA}"/>
              </a:ext>
            </a:extLst>
          </p:cNvPr>
          <p:cNvSpPr>
            <a:spLocks noEditPoints="1"/>
          </p:cNvSpPr>
          <p:nvPr/>
        </p:nvSpPr>
        <p:spPr bwMode="auto">
          <a:xfrm>
            <a:off x="500063" y="1982788"/>
            <a:ext cx="84138" cy="74613"/>
          </a:xfrm>
          <a:custGeom>
            <a:avLst/>
            <a:gdLst>
              <a:gd name="T0" fmla="*/ 107 w 107"/>
              <a:gd name="T1" fmla="*/ 0 h 94"/>
              <a:gd name="T2" fmla="*/ 95 w 107"/>
              <a:gd name="T3" fmla="*/ 10 h 94"/>
              <a:gd name="T4" fmla="*/ 74 w 107"/>
              <a:gd name="T5" fmla="*/ 28 h 94"/>
              <a:gd name="T6" fmla="*/ 62 w 107"/>
              <a:gd name="T7" fmla="*/ 39 h 94"/>
              <a:gd name="T8" fmla="*/ 42 w 107"/>
              <a:gd name="T9" fmla="*/ 57 h 94"/>
              <a:gd name="T10" fmla="*/ 30 w 107"/>
              <a:gd name="T11" fmla="*/ 68 h 94"/>
              <a:gd name="T12" fmla="*/ 9 w 107"/>
              <a:gd name="T13" fmla="*/ 86 h 94"/>
              <a:gd name="T14" fmla="*/ 0 w 107"/>
              <a:gd name="T15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7" h="94">
                <a:moveTo>
                  <a:pt x="107" y="0"/>
                </a:moveTo>
                <a:lnTo>
                  <a:pt x="95" y="10"/>
                </a:lnTo>
                <a:moveTo>
                  <a:pt x="74" y="28"/>
                </a:moveTo>
                <a:lnTo>
                  <a:pt x="62" y="39"/>
                </a:lnTo>
                <a:moveTo>
                  <a:pt x="42" y="57"/>
                </a:moveTo>
                <a:lnTo>
                  <a:pt x="30" y="68"/>
                </a:lnTo>
                <a:moveTo>
                  <a:pt x="9" y="86"/>
                </a:moveTo>
                <a:lnTo>
                  <a:pt x="0" y="9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8" name="Freeform 528">
            <a:extLst>
              <a:ext uri="{FF2B5EF4-FFF2-40B4-BE49-F238E27FC236}">
                <a16:creationId xmlns:a16="http://schemas.microsoft.com/office/drawing/2014/main" id="{C9A1B3D3-D7DB-3DA2-34E4-D0A4FB6B601D}"/>
              </a:ext>
            </a:extLst>
          </p:cNvPr>
          <p:cNvSpPr>
            <a:spLocks noEditPoints="1"/>
          </p:cNvSpPr>
          <p:nvPr/>
        </p:nvSpPr>
        <p:spPr bwMode="auto">
          <a:xfrm>
            <a:off x="949325" y="3163888"/>
            <a:ext cx="182563" cy="122238"/>
          </a:xfrm>
          <a:custGeom>
            <a:avLst/>
            <a:gdLst>
              <a:gd name="T0" fmla="*/ 230 w 230"/>
              <a:gd name="T1" fmla="*/ 0 h 154"/>
              <a:gd name="T2" fmla="*/ 217 w 230"/>
              <a:gd name="T3" fmla="*/ 9 h 154"/>
              <a:gd name="T4" fmla="*/ 194 w 230"/>
              <a:gd name="T5" fmla="*/ 24 h 154"/>
              <a:gd name="T6" fmla="*/ 181 w 230"/>
              <a:gd name="T7" fmla="*/ 33 h 154"/>
              <a:gd name="T8" fmla="*/ 158 w 230"/>
              <a:gd name="T9" fmla="*/ 48 h 154"/>
              <a:gd name="T10" fmla="*/ 144 w 230"/>
              <a:gd name="T11" fmla="*/ 57 h 154"/>
              <a:gd name="T12" fmla="*/ 122 w 230"/>
              <a:gd name="T13" fmla="*/ 73 h 154"/>
              <a:gd name="T14" fmla="*/ 108 w 230"/>
              <a:gd name="T15" fmla="*/ 82 h 154"/>
              <a:gd name="T16" fmla="*/ 86 w 230"/>
              <a:gd name="T17" fmla="*/ 97 h 154"/>
              <a:gd name="T18" fmla="*/ 72 w 230"/>
              <a:gd name="T19" fmla="*/ 106 h 154"/>
              <a:gd name="T20" fmla="*/ 49 w 230"/>
              <a:gd name="T21" fmla="*/ 121 h 154"/>
              <a:gd name="T22" fmla="*/ 36 w 230"/>
              <a:gd name="T23" fmla="*/ 130 h 154"/>
              <a:gd name="T24" fmla="*/ 13 w 230"/>
              <a:gd name="T25" fmla="*/ 145 h 154"/>
              <a:gd name="T26" fmla="*/ 0 w 230"/>
              <a:gd name="T27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30" h="154">
                <a:moveTo>
                  <a:pt x="230" y="0"/>
                </a:moveTo>
                <a:lnTo>
                  <a:pt x="217" y="9"/>
                </a:lnTo>
                <a:moveTo>
                  <a:pt x="194" y="24"/>
                </a:moveTo>
                <a:lnTo>
                  <a:pt x="181" y="33"/>
                </a:lnTo>
                <a:moveTo>
                  <a:pt x="158" y="48"/>
                </a:moveTo>
                <a:lnTo>
                  <a:pt x="144" y="57"/>
                </a:lnTo>
                <a:moveTo>
                  <a:pt x="122" y="73"/>
                </a:moveTo>
                <a:lnTo>
                  <a:pt x="108" y="82"/>
                </a:lnTo>
                <a:moveTo>
                  <a:pt x="86" y="97"/>
                </a:moveTo>
                <a:lnTo>
                  <a:pt x="72" y="106"/>
                </a:lnTo>
                <a:moveTo>
                  <a:pt x="49" y="121"/>
                </a:moveTo>
                <a:lnTo>
                  <a:pt x="36" y="130"/>
                </a:lnTo>
                <a:moveTo>
                  <a:pt x="13" y="145"/>
                </a:moveTo>
                <a:lnTo>
                  <a:pt x="0" y="1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9" name="Freeform 529">
            <a:extLst>
              <a:ext uri="{FF2B5EF4-FFF2-40B4-BE49-F238E27FC236}">
                <a16:creationId xmlns:a16="http://schemas.microsoft.com/office/drawing/2014/main" id="{B4345A59-CCE3-9974-870E-D925BFE6C1BF}"/>
              </a:ext>
            </a:extLst>
          </p:cNvPr>
          <p:cNvSpPr>
            <a:spLocks noEditPoints="1"/>
          </p:cNvSpPr>
          <p:nvPr/>
        </p:nvSpPr>
        <p:spPr bwMode="auto">
          <a:xfrm>
            <a:off x="1703388" y="2795588"/>
            <a:ext cx="117475" cy="131763"/>
          </a:xfrm>
          <a:custGeom>
            <a:avLst/>
            <a:gdLst>
              <a:gd name="T0" fmla="*/ 149 w 149"/>
              <a:gd name="T1" fmla="*/ 0 h 166"/>
              <a:gd name="T2" fmla="*/ 139 w 149"/>
              <a:gd name="T3" fmla="*/ 12 h 166"/>
              <a:gd name="T4" fmla="*/ 120 w 149"/>
              <a:gd name="T5" fmla="*/ 32 h 166"/>
              <a:gd name="T6" fmla="*/ 109 w 149"/>
              <a:gd name="T7" fmla="*/ 44 h 166"/>
              <a:gd name="T8" fmla="*/ 91 w 149"/>
              <a:gd name="T9" fmla="*/ 64 h 166"/>
              <a:gd name="T10" fmla="*/ 80 w 149"/>
              <a:gd name="T11" fmla="*/ 76 h 166"/>
              <a:gd name="T12" fmla="*/ 62 w 149"/>
              <a:gd name="T13" fmla="*/ 97 h 166"/>
              <a:gd name="T14" fmla="*/ 51 w 149"/>
              <a:gd name="T15" fmla="*/ 109 h 166"/>
              <a:gd name="T16" fmla="*/ 33 w 149"/>
              <a:gd name="T17" fmla="*/ 129 h 166"/>
              <a:gd name="T18" fmla="*/ 22 w 149"/>
              <a:gd name="T19" fmla="*/ 141 h 166"/>
              <a:gd name="T20" fmla="*/ 4 w 149"/>
              <a:gd name="T21" fmla="*/ 161 h 166"/>
              <a:gd name="T22" fmla="*/ 0 w 149"/>
              <a:gd name="T23" fmla="*/ 166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" h="166">
                <a:moveTo>
                  <a:pt x="149" y="0"/>
                </a:moveTo>
                <a:lnTo>
                  <a:pt x="139" y="12"/>
                </a:lnTo>
                <a:moveTo>
                  <a:pt x="120" y="32"/>
                </a:moveTo>
                <a:lnTo>
                  <a:pt x="109" y="44"/>
                </a:lnTo>
                <a:moveTo>
                  <a:pt x="91" y="64"/>
                </a:moveTo>
                <a:lnTo>
                  <a:pt x="80" y="76"/>
                </a:lnTo>
                <a:moveTo>
                  <a:pt x="62" y="97"/>
                </a:moveTo>
                <a:lnTo>
                  <a:pt x="51" y="109"/>
                </a:lnTo>
                <a:moveTo>
                  <a:pt x="33" y="129"/>
                </a:moveTo>
                <a:lnTo>
                  <a:pt x="22" y="141"/>
                </a:lnTo>
                <a:moveTo>
                  <a:pt x="4" y="161"/>
                </a:moveTo>
                <a:lnTo>
                  <a:pt x="0" y="16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0" name="Freeform 530">
            <a:extLst>
              <a:ext uri="{FF2B5EF4-FFF2-40B4-BE49-F238E27FC236}">
                <a16:creationId xmlns:a16="http://schemas.microsoft.com/office/drawing/2014/main" id="{770550B7-C19B-C4DD-A240-A797705F5415}"/>
              </a:ext>
            </a:extLst>
          </p:cNvPr>
          <p:cNvSpPr>
            <a:spLocks noEditPoints="1"/>
          </p:cNvSpPr>
          <p:nvPr/>
        </p:nvSpPr>
        <p:spPr bwMode="auto">
          <a:xfrm>
            <a:off x="469900" y="1612901"/>
            <a:ext cx="120650" cy="223838"/>
          </a:xfrm>
          <a:custGeom>
            <a:avLst/>
            <a:gdLst>
              <a:gd name="T0" fmla="*/ 152 w 152"/>
              <a:gd name="T1" fmla="*/ 0 h 283"/>
              <a:gd name="T2" fmla="*/ 145 w 152"/>
              <a:gd name="T3" fmla="*/ 15 h 283"/>
              <a:gd name="T4" fmla="*/ 132 w 152"/>
              <a:gd name="T5" fmla="*/ 39 h 283"/>
              <a:gd name="T6" fmla="*/ 124 w 152"/>
              <a:gd name="T7" fmla="*/ 53 h 283"/>
              <a:gd name="T8" fmla="*/ 111 w 152"/>
              <a:gd name="T9" fmla="*/ 77 h 283"/>
              <a:gd name="T10" fmla="*/ 103 w 152"/>
              <a:gd name="T11" fmla="*/ 91 h 283"/>
              <a:gd name="T12" fmla="*/ 90 w 152"/>
              <a:gd name="T13" fmla="*/ 115 h 283"/>
              <a:gd name="T14" fmla="*/ 83 w 152"/>
              <a:gd name="T15" fmla="*/ 130 h 283"/>
              <a:gd name="T16" fmla="*/ 70 w 152"/>
              <a:gd name="T17" fmla="*/ 154 h 283"/>
              <a:gd name="T18" fmla="*/ 62 w 152"/>
              <a:gd name="T19" fmla="*/ 168 h 283"/>
              <a:gd name="T20" fmla="*/ 49 w 152"/>
              <a:gd name="T21" fmla="*/ 192 h 283"/>
              <a:gd name="T22" fmla="*/ 41 w 152"/>
              <a:gd name="T23" fmla="*/ 206 h 283"/>
              <a:gd name="T24" fmla="*/ 29 w 152"/>
              <a:gd name="T25" fmla="*/ 230 h 283"/>
              <a:gd name="T26" fmla="*/ 21 w 152"/>
              <a:gd name="T27" fmla="*/ 245 h 283"/>
              <a:gd name="T28" fmla="*/ 8 w 152"/>
              <a:gd name="T29" fmla="*/ 269 h 283"/>
              <a:gd name="T30" fmla="*/ 0 w 152"/>
              <a:gd name="T31" fmla="*/ 283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2" h="283">
                <a:moveTo>
                  <a:pt x="152" y="0"/>
                </a:moveTo>
                <a:lnTo>
                  <a:pt x="145" y="15"/>
                </a:lnTo>
                <a:moveTo>
                  <a:pt x="132" y="39"/>
                </a:moveTo>
                <a:lnTo>
                  <a:pt x="124" y="53"/>
                </a:lnTo>
                <a:moveTo>
                  <a:pt x="111" y="77"/>
                </a:moveTo>
                <a:lnTo>
                  <a:pt x="103" y="91"/>
                </a:lnTo>
                <a:moveTo>
                  <a:pt x="90" y="115"/>
                </a:moveTo>
                <a:lnTo>
                  <a:pt x="83" y="130"/>
                </a:lnTo>
                <a:moveTo>
                  <a:pt x="70" y="154"/>
                </a:moveTo>
                <a:lnTo>
                  <a:pt x="62" y="168"/>
                </a:lnTo>
                <a:moveTo>
                  <a:pt x="49" y="192"/>
                </a:moveTo>
                <a:lnTo>
                  <a:pt x="41" y="206"/>
                </a:lnTo>
                <a:moveTo>
                  <a:pt x="29" y="230"/>
                </a:moveTo>
                <a:lnTo>
                  <a:pt x="21" y="245"/>
                </a:lnTo>
                <a:moveTo>
                  <a:pt x="8" y="269"/>
                </a:moveTo>
                <a:lnTo>
                  <a:pt x="0" y="28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1" name="Freeform 531">
            <a:extLst>
              <a:ext uri="{FF2B5EF4-FFF2-40B4-BE49-F238E27FC236}">
                <a16:creationId xmlns:a16="http://schemas.microsoft.com/office/drawing/2014/main" id="{B3841B76-99F7-90F6-862F-82EB19CC6752}"/>
              </a:ext>
            </a:extLst>
          </p:cNvPr>
          <p:cNvSpPr>
            <a:spLocks noEditPoints="1"/>
          </p:cNvSpPr>
          <p:nvPr/>
        </p:nvSpPr>
        <p:spPr bwMode="auto">
          <a:xfrm>
            <a:off x="792163" y="1490663"/>
            <a:ext cx="106363" cy="107950"/>
          </a:xfrm>
          <a:custGeom>
            <a:avLst/>
            <a:gdLst>
              <a:gd name="T0" fmla="*/ 134 w 134"/>
              <a:gd name="T1" fmla="*/ 0 h 135"/>
              <a:gd name="T2" fmla="*/ 122 w 134"/>
              <a:gd name="T3" fmla="*/ 11 h 135"/>
              <a:gd name="T4" fmla="*/ 103 w 134"/>
              <a:gd name="T5" fmla="*/ 31 h 135"/>
              <a:gd name="T6" fmla="*/ 92 w 134"/>
              <a:gd name="T7" fmla="*/ 42 h 135"/>
              <a:gd name="T8" fmla="*/ 73 w 134"/>
              <a:gd name="T9" fmla="*/ 62 h 135"/>
              <a:gd name="T10" fmla="*/ 61 w 134"/>
              <a:gd name="T11" fmla="*/ 73 h 135"/>
              <a:gd name="T12" fmla="*/ 42 w 134"/>
              <a:gd name="T13" fmla="*/ 93 h 135"/>
              <a:gd name="T14" fmla="*/ 31 w 134"/>
              <a:gd name="T15" fmla="*/ 104 h 135"/>
              <a:gd name="T16" fmla="*/ 12 w 134"/>
              <a:gd name="T17" fmla="*/ 124 h 135"/>
              <a:gd name="T18" fmla="*/ 0 w 134"/>
              <a:gd name="T19" fmla="*/ 135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4" h="135">
                <a:moveTo>
                  <a:pt x="134" y="0"/>
                </a:moveTo>
                <a:lnTo>
                  <a:pt x="122" y="11"/>
                </a:lnTo>
                <a:moveTo>
                  <a:pt x="103" y="31"/>
                </a:moveTo>
                <a:lnTo>
                  <a:pt x="92" y="42"/>
                </a:lnTo>
                <a:moveTo>
                  <a:pt x="73" y="62"/>
                </a:moveTo>
                <a:lnTo>
                  <a:pt x="61" y="73"/>
                </a:lnTo>
                <a:moveTo>
                  <a:pt x="42" y="93"/>
                </a:moveTo>
                <a:lnTo>
                  <a:pt x="31" y="104"/>
                </a:lnTo>
                <a:moveTo>
                  <a:pt x="12" y="124"/>
                </a:moveTo>
                <a:lnTo>
                  <a:pt x="0" y="13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2" name="Freeform 532">
            <a:extLst>
              <a:ext uri="{FF2B5EF4-FFF2-40B4-BE49-F238E27FC236}">
                <a16:creationId xmlns:a16="http://schemas.microsoft.com/office/drawing/2014/main" id="{AD5F9B8A-1A5B-764E-9E6F-E09957D45877}"/>
              </a:ext>
            </a:extLst>
          </p:cNvPr>
          <p:cNvSpPr>
            <a:spLocks noEditPoints="1"/>
          </p:cNvSpPr>
          <p:nvPr/>
        </p:nvSpPr>
        <p:spPr bwMode="auto">
          <a:xfrm>
            <a:off x="547688" y="568326"/>
            <a:ext cx="465138" cy="425450"/>
          </a:xfrm>
          <a:custGeom>
            <a:avLst/>
            <a:gdLst>
              <a:gd name="T0" fmla="*/ 586 w 586"/>
              <a:gd name="T1" fmla="*/ 0 h 536"/>
              <a:gd name="T2" fmla="*/ 574 w 586"/>
              <a:gd name="T3" fmla="*/ 11 h 536"/>
              <a:gd name="T4" fmla="*/ 554 w 586"/>
              <a:gd name="T5" fmla="*/ 30 h 536"/>
              <a:gd name="T6" fmla="*/ 542 w 586"/>
              <a:gd name="T7" fmla="*/ 41 h 536"/>
              <a:gd name="T8" fmla="*/ 522 w 586"/>
              <a:gd name="T9" fmla="*/ 59 h 536"/>
              <a:gd name="T10" fmla="*/ 510 w 586"/>
              <a:gd name="T11" fmla="*/ 70 h 536"/>
              <a:gd name="T12" fmla="*/ 490 w 586"/>
              <a:gd name="T13" fmla="*/ 88 h 536"/>
              <a:gd name="T14" fmla="*/ 478 w 586"/>
              <a:gd name="T15" fmla="*/ 99 h 536"/>
              <a:gd name="T16" fmla="*/ 457 w 586"/>
              <a:gd name="T17" fmla="*/ 118 h 536"/>
              <a:gd name="T18" fmla="*/ 445 w 586"/>
              <a:gd name="T19" fmla="*/ 129 h 536"/>
              <a:gd name="T20" fmla="*/ 425 w 586"/>
              <a:gd name="T21" fmla="*/ 147 h 536"/>
              <a:gd name="T22" fmla="*/ 413 w 586"/>
              <a:gd name="T23" fmla="*/ 158 h 536"/>
              <a:gd name="T24" fmla="*/ 393 w 586"/>
              <a:gd name="T25" fmla="*/ 176 h 536"/>
              <a:gd name="T26" fmla="*/ 381 w 586"/>
              <a:gd name="T27" fmla="*/ 187 h 536"/>
              <a:gd name="T28" fmla="*/ 361 w 586"/>
              <a:gd name="T29" fmla="*/ 206 h 536"/>
              <a:gd name="T30" fmla="*/ 349 w 586"/>
              <a:gd name="T31" fmla="*/ 217 h 536"/>
              <a:gd name="T32" fmla="*/ 329 w 586"/>
              <a:gd name="T33" fmla="*/ 235 h 536"/>
              <a:gd name="T34" fmla="*/ 317 w 586"/>
              <a:gd name="T35" fmla="*/ 246 h 536"/>
              <a:gd name="T36" fmla="*/ 297 w 586"/>
              <a:gd name="T37" fmla="*/ 264 h 536"/>
              <a:gd name="T38" fmla="*/ 285 w 586"/>
              <a:gd name="T39" fmla="*/ 275 h 536"/>
              <a:gd name="T40" fmla="*/ 265 w 586"/>
              <a:gd name="T41" fmla="*/ 294 h 536"/>
              <a:gd name="T42" fmla="*/ 253 w 586"/>
              <a:gd name="T43" fmla="*/ 305 h 536"/>
              <a:gd name="T44" fmla="*/ 233 w 586"/>
              <a:gd name="T45" fmla="*/ 323 h 536"/>
              <a:gd name="T46" fmla="*/ 221 w 586"/>
              <a:gd name="T47" fmla="*/ 334 h 536"/>
              <a:gd name="T48" fmla="*/ 200 w 586"/>
              <a:gd name="T49" fmla="*/ 353 h 536"/>
              <a:gd name="T50" fmla="*/ 188 w 586"/>
              <a:gd name="T51" fmla="*/ 364 h 536"/>
              <a:gd name="T52" fmla="*/ 168 w 586"/>
              <a:gd name="T53" fmla="*/ 382 h 536"/>
              <a:gd name="T54" fmla="*/ 156 w 586"/>
              <a:gd name="T55" fmla="*/ 393 h 536"/>
              <a:gd name="T56" fmla="*/ 136 w 586"/>
              <a:gd name="T57" fmla="*/ 411 h 536"/>
              <a:gd name="T58" fmla="*/ 124 w 586"/>
              <a:gd name="T59" fmla="*/ 422 h 536"/>
              <a:gd name="T60" fmla="*/ 104 w 586"/>
              <a:gd name="T61" fmla="*/ 441 h 536"/>
              <a:gd name="T62" fmla="*/ 92 w 586"/>
              <a:gd name="T63" fmla="*/ 452 h 536"/>
              <a:gd name="T64" fmla="*/ 72 w 586"/>
              <a:gd name="T65" fmla="*/ 470 h 536"/>
              <a:gd name="T66" fmla="*/ 60 w 586"/>
              <a:gd name="T67" fmla="*/ 481 h 536"/>
              <a:gd name="T68" fmla="*/ 40 w 586"/>
              <a:gd name="T69" fmla="*/ 499 h 536"/>
              <a:gd name="T70" fmla="*/ 28 w 586"/>
              <a:gd name="T71" fmla="*/ 510 h 536"/>
              <a:gd name="T72" fmla="*/ 8 w 586"/>
              <a:gd name="T73" fmla="*/ 529 h 536"/>
              <a:gd name="T74" fmla="*/ 0 w 586"/>
              <a:gd name="T75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86" h="536">
                <a:moveTo>
                  <a:pt x="586" y="0"/>
                </a:moveTo>
                <a:lnTo>
                  <a:pt x="574" y="11"/>
                </a:lnTo>
                <a:moveTo>
                  <a:pt x="554" y="30"/>
                </a:moveTo>
                <a:lnTo>
                  <a:pt x="542" y="41"/>
                </a:lnTo>
                <a:moveTo>
                  <a:pt x="522" y="59"/>
                </a:moveTo>
                <a:lnTo>
                  <a:pt x="510" y="70"/>
                </a:lnTo>
                <a:moveTo>
                  <a:pt x="490" y="88"/>
                </a:moveTo>
                <a:lnTo>
                  <a:pt x="478" y="99"/>
                </a:lnTo>
                <a:moveTo>
                  <a:pt x="457" y="118"/>
                </a:moveTo>
                <a:lnTo>
                  <a:pt x="445" y="129"/>
                </a:lnTo>
                <a:moveTo>
                  <a:pt x="425" y="147"/>
                </a:moveTo>
                <a:lnTo>
                  <a:pt x="413" y="158"/>
                </a:lnTo>
                <a:moveTo>
                  <a:pt x="393" y="176"/>
                </a:moveTo>
                <a:lnTo>
                  <a:pt x="381" y="187"/>
                </a:lnTo>
                <a:moveTo>
                  <a:pt x="361" y="206"/>
                </a:moveTo>
                <a:lnTo>
                  <a:pt x="349" y="217"/>
                </a:lnTo>
                <a:moveTo>
                  <a:pt x="329" y="235"/>
                </a:moveTo>
                <a:lnTo>
                  <a:pt x="317" y="246"/>
                </a:lnTo>
                <a:moveTo>
                  <a:pt x="297" y="264"/>
                </a:moveTo>
                <a:lnTo>
                  <a:pt x="285" y="275"/>
                </a:lnTo>
                <a:moveTo>
                  <a:pt x="265" y="294"/>
                </a:moveTo>
                <a:lnTo>
                  <a:pt x="253" y="305"/>
                </a:lnTo>
                <a:moveTo>
                  <a:pt x="233" y="323"/>
                </a:moveTo>
                <a:lnTo>
                  <a:pt x="221" y="334"/>
                </a:lnTo>
                <a:moveTo>
                  <a:pt x="200" y="353"/>
                </a:moveTo>
                <a:lnTo>
                  <a:pt x="188" y="364"/>
                </a:lnTo>
                <a:moveTo>
                  <a:pt x="168" y="382"/>
                </a:moveTo>
                <a:lnTo>
                  <a:pt x="156" y="393"/>
                </a:lnTo>
                <a:moveTo>
                  <a:pt x="136" y="411"/>
                </a:moveTo>
                <a:lnTo>
                  <a:pt x="124" y="422"/>
                </a:lnTo>
                <a:moveTo>
                  <a:pt x="104" y="441"/>
                </a:moveTo>
                <a:lnTo>
                  <a:pt x="92" y="452"/>
                </a:lnTo>
                <a:moveTo>
                  <a:pt x="72" y="470"/>
                </a:moveTo>
                <a:lnTo>
                  <a:pt x="60" y="481"/>
                </a:lnTo>
                <a:moveTo>
                  <a:pt x="40" y="499"/>
                </a:moveTo>
                <a:lnTo>
                  <a:pt x="28" y="510"/>
                </a:lnTo>
                <a:moveTo>
                  <a:pt x="8" y="529"/>
                </a:moveTo>
                <a:lnTo>
                  <a:pt x="0" y="53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3" name="Freeform 533">
            <a:extLst>
              <a:ext uri="{FF2B5EF4-FFF2-40B4-BE49-F238E27FC236}">
                <a16:creationId xmlns:a16="http://schemas.microsoft.com/office/drawing/2014/main" id="{6D1C4308-1176-57CB-15E3-E9914C567CEA}"/>
              </a:ext>
            </a:extLst>
          </p:cNvPr>
          <p:cNvSpPr>
            <a:spLocks noEditPoints="1"/>
          </p:cNvSpPr>
          <p:nvPr/>
        </p:nvSpPr>
        <p:spPr bwMode="auto">
          <a:xfrm>
            <a:off x="995363" y="323851"/>
            <a:ext cx="271463" cy="569913"/>
          </a:xfrm>
          <a:custGeom>
            <a:avLst/>
            <a:gdLst>
              <a:gd name="T0" fmla="*/ 342 w 342"/>
              <a:gd name="T1" fmla="*/ 0 h 717"/>
              <a:gd name="T2" fmla="*/ 335 w 342"/>
              <a:gd name="T3" fmla="*/ 15 h 717"/>
              <a:gd name="T4" fmla="*/ 323 w 342"/>
              <a:gd name="T5" fmla="*/ 40 h 717"/>
              <a:gd name="T6" fmla="*/ 316 w 342"/>
              <a:gd name="T7" fmla="*/ 54 h 717"/>
              <a:gd name="T8" fmla="*/ 304 w 342"/>
              <a:gd name="T9" fmla="*/ 79 h 717"/>
              <a:gd name="T10" fmla="*/ 297 w 342"/>
              <a:gd name="T11" fmla="*/ 94 h 717"/>
              <a:gd name="T12" fmla="*/ 286 w 342"/>
              <a:gd name="T13" fmla="*/ 118 h 717"/>
              <a:gd name="T14" fmla="*/ 279 w 342"/>
              <a:gd name="T15" fmla="*/ 133 h 717"/>
              <a:gd name="T16" fmla="*/ 267 w 342"/>
              <a:gd name="T17" fmla="*/ 157 h 717"/>
              <a:gd name="T18" fmla="*/ 260 w 342"/>
              <a:gd name="T19" fmla="*/ 172 h 717"/>
              <a:gd name="T20" fmla="*/ 248 w 342"/>
              <a:gd name="T21" fmla="*/ 197 h 717"/>
              <a:gd name="T22" fmla="*/ 241 w 342"/>
              <a:gd name="T23" fmla="*/ 211 h 717"/>
              <a:gd name="T24" fmla="*/ 229 w 342"/>
              <a:gd name="T25" fmla="*/ 236 h 717"/>
              <a:gd name="T26" fmla="*/ 222 w 342"/>
              <a:gd name="T27" fmla="*/ 251 h 717"/>
              <a:gd name="T28" fmla="*/ 211 w 342"/>
              <a:gd name="T29" fmla="*/ 275 h 717"/>
              <a:gd name="T30" fmla="*/ 204 w 342"/>
              <a:gd name="T31" fmla="*/ 290 h 717"/>
              <a:gd name="T32" fmla="*/ 192 w 342"/>
              <a:gd name="T33" fmla="*/ 315 h 717"/>
              <a:gd name="T34" fmla="*/ 185 w 342"/>
              <a:gd name="T35" fmla="*/ 329 h 717"/>
              <a:gd name="T36" fmla="*/ 173 w 342"/>
              <a:gd name="T37" fmla="*/ 354 h 717"/>
              <a:gd name="T38" fmla="*/ 166 w 342"/>
              <a:gd name="T39" fmla="*/ 369 h 717"/>
              <a:gd name="T40" fmla="*/ 154 w 342"/>
              <a:gd name="T41" fmla="*/ 393 h 717"/>
              <a:gd name="T42" fmla="*/ 147 w 342"/>
              <a:gd name="T43" fmla="*/ 408 h 717"/>
              <a:gd name="T44" fmla="*/ 136 w 342"/>
              <a:gd name="T45" fmla="*/ 432 h 717"/>
              <a:gd name="T46" fmla="*/ 129 w 342"/>
              <a:gd name="T47" fmla="*/ 447 h 717"/>
              <a:gd name="T48" fmla="*/ 117 w 342"/>
              <a:gd name="T49" fmla="*/ 472 h 717"/>
              <a:gd name="T50" fmla="*/ 110 w 342"/>
              <a:gd name="T51" fmla="*/ 486 h 717"/>
              <a:gd name="T52" fmla="*/ 98 w 342"/>
              <a:gd name="T53" fmla="*/ 511 h 717"/>
              <a:gd name="T54" fmla="*/ 91 w 342"/>
              <a:gd name="T55" fmla="*/ 526 h 717"/>
              <a:gd name="T56" fmla="*/ 79 w 342"/>
              <a:gd name="T57" fmla="*/ 550 h 717"/>
              <a:gd name="T58" fmla="*/ 72 w 342"/>
              <a:gd name="T59" fmla="*/ 565 h 717"/>
              <a:gd name="T60" fmla="*/ 61 w 342"/>
              <a:gd name="T61" fmla="*/ 590 h 717"/>
              <a:gd name="T62" fmla="*/ 54 w 342"/>
              <a:gd name="T63" fmla="*/ 604 h 717"/>
              <a:gd name="T64" fmla="*/ 42 w 342"/>
              <a:gd name="T65" fmla="*/ 629 h 717"/>
              <a:gd name="T66" fmla="*/ 35 w 342"/>
              <a:gd name="T67" fmla="*/ 644 h 717"/>
              <a:gd name="T68" fmla="*/ 23 w 342"/>
              <a:gd name="T69" fmla="*/ 668 h 717"/>
              <a:gd name="T70" fmla="*/ 16 w 342"/>
              <a:gd name="T71" fmla="*/ 683 h 717"/>
              <a:gd name="T72" fmla="*/ 5 w 342"/>
              <a:gd name="T73" fmla="*/ 707 h 717"/>
              <a:gd name="T74" fmla="*/ 0 w 342"/>
              <a:gd name="T75" fmla="*/ 717 h 7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42" h="717">
                <a:moveTo>
                  <a:pt x="342" y="0"/>
                </a:moveTo>
                <a:lnTo>
                  <a:pt x="335" y="15"/>
                </a:lnTo>
                <a:moveTo>
                  <a:pt x="323" y="40"/>
                </a:moveTo>
                <a:lnTo>
                  <a:pt x="316" y="54"/>
                </a:lnTo>
                <a:moveTo>
                  <a:pt x="304" y="79"/>
                </a:moveTo>
                <a:lnTo>
                  <a:pt x="297" y="94"/>
                </a:lnTo>
                <a:moveTo>
                  <a:pt x="286" y="118"/>
                </a:moveTo>
                <a:lnTo>
                  <a:pt x="279" y="133"/>
                </a:lnTo>
                <a:moveTo>
                  <a:pt x="267" y="157"/>
                </a:moveTo>
                <a:lnTo>
                  <a:pt x="260" y="172"/>
                </a:lnTo>
                <a:moveTo>
                  <a:pt x="248" y="197"/>
                </a:moveTo>
                <a:lnTo>
                  <a:pt x="241" y="211"/>
                </a:lnTo>
                <a:moveTo>
                  <a:pt x="229" y="236"/>
                </a:moveTo>
                <a:lnTo>
                  <a:pt x="222" y="251"/>
                </a:lnTo>
                <a:moveTo>
                  <a:pt x="211" y="275"/>
                </a:moveTo>
                <a:lnTo>
                  <a:pt x="204" y="290"/>
                </a:lnTo>
                <a:moveTo>
                  <a:pt x="192" y="315"/>
                </a:moveTo>
                <a:lnTo>
                  <a:pt x="185" y="329"/>
                </a:lnTo>
                <a:moveTo>
                  <a:pt x="173" y="354"/>
                </a:moveTo>
                <a:lnTo>
                  <a:pt x="166" y="369"/>
                </a:lnTo>
                <a:moveTo>
                  <a:pt x="154" y="393"/>
                </a:moveTo>
                <a:lnTo>
                  <a:pt x="147" y="408"/>
                </a:lnTo>
                <a:moveTo>
                  <a:pt x="136" y="432"/>
                </a:moveTo>
                <a:lnTo>
                  <a:pt x="129" y="447"/>
                </a:lnTo>
                <a:moveTo>
                  <a:pt x="117" y="472"/>
                </a:moveTo>
                <a:lnTo>
                  <a:pt x="110" y="486"/>
                </a:lnTo>
                <a:moveTo>
                  <a:pt x="98" y="511"/>
                </a:moveTo>
                <a:lnTo>
                  <a:pt x="91" y="526"/>
                </a:lnTo>
                <a:moveTo>
                  <a:pt x="79" y="550"/>
                </a:moveTo>
                <a:lnTo>
                  <a:pt x="72" y="565"/>
                </a:lnTo>
                <a:moveTo>
                  <a:pt x="61" y="590"/>
                </a:moveTo>
                <a:lnTo>
                  <a:pt x="54" y="604"/>
                </a:lnTo>
                <a:moveTo>
                  <a:pt x="42" y="629"/>
                </a:moveTo>
                <a:lnTo>
                  <a:pt x="35" y="644"/>
                </a:lnTo>
                <a:moveTo>
                  <a:pt x="23" y="668"/>
                </a:moveTo>
                <a:lnTo>
                  <a:pt x="16" y="683"/>
                </a:lnTo>
                <a:moveTo>
                  <a:pt x="5" y="707"/>
                </a:moveTo>
                <a:lnTo>
                  <a:pt x="0" y="71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4" name="Freeform 534">
            <a:extLst>
              <a:ext uri="{FF2B5EF4-FFF2-40B4-BE49-F238E27FC236}">
                <a16:creationId xmlns:a16="http://schemas.microsoft.com/office/drawing/2014/main" id="{F70E0DF1-7ACE-8C10-DDB3-DC78FBB282BA}"/>
              </a:ext>
            </a:extLst>
          </p:cNvPr>
          <p:cNvSpPr>
            <a:spLocks noEditPoints="1"/>
          </p:cNvSpPr>
          <p:nvPr/>
        </p:nvSpPr>
        <p:spPr bwMode="auto">
          <a:xfrm>
            <a:off x="614363" y="2557463"/>
            <a:ext cx="93663" cy="66675"/>
          </a:xfrm>
          <a:custGeom>
            <a:avLst/>
            <a:gdLst>
              <a:gd name="T0" fmla="*/ 117 w 117"/>
              <a:gd name="T1" fmla="*/ 0 h 84"/>
              <a:gd name="T2" fmla="*/ 103 w 117"/>
              <a:gd name="T3" fmla="*/ 10 h 84"/>
              <a:gd name="T4" fmla="*/ 81 w 117"/>
              <a:gd name="T5" fmla="*/ 26 h 84"/>
              <a:gd name="T6" fmla="*/ 68 w 117"/>
              <a:gd name="T7" fmla="*/ 35 h 84"/>
              <a:gd name="T8" fmla="*/ 46 w 117"/>
              <a:gd name="T9" fmla="*/ 51 h 84"/>
              <a:gd name="T10" fmla="*/ 33 w 117"/>
              <a:gd name="T11" fmla="*/ 61 h 84"/>
              <a:gd name="T12" fmla="*/ 10 w 117"/>
              <a:gd name="T13" fmla="*/ 76 h 84"/>
              <a:gd name="T14" fmla="*/ 0 w 117"/>
              <a:gd name="T15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7" h="84">
                <a:moveTo>
                  <a:pt x="117" y="0"/>
                </a:moveTo>
                <a:lnTo>
                  <a:pt x="103" y="10"/>
                </a:lnTo>
                <a:moveTo>
                  <a:pt x="81" y="26"/>
                </a:moveTo>
                <a:lnTo>
                  <a:pt x="68" y="35"/>
                </a:lnTo>
                <a:moveTo>
                  <a:pt x="46" y="51"/>
                </a:moveTo>
                <a:lnTo>
                  <a:pt x="33" y="61"/>
                </a:lnTo>
                <a:moveTo>
                  <a:pt x="10" y="76"/>
                </a:moveTo>
                <a:lnTo>
                  <a:pt x="0" y="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5" name="Freeform 535">
            <a:extLst>
              <a:ext uri="{FF2B5EF4-FFF2-40B4-BE49-F238E27FC236}">
                <a16:creationId xmlns:a16="http://schemas.microsoft.com/office/drawing/2014/main" id="{113D0982-472C-1FDE-0CB3-2FB46F5DC68A}"/>
              </a:ext>
            </a:extLst>
          </p:cNvPr>
          <p:cNvSpPr>
            <a:spLocks noEditPoints="1"/>
          </p:cNvSpPr>
          <p:nvPr/>
        </p:nvSpPr>
        <p:spPr bwMode="auto">
          <a:xfrm>
            <a:off x="222250" y="214313"/>
            <a:ext cx="155575" cy="157163"/>
          </a:xfrm>
          <a:custGeom>
            <a:avLst/>
            <a:gdLst>
              <a:gd name="T0" fmla="*/ 195 w 195"/>
              <a:gd name="T1" fmla="*/ 0 h 197"/>
              <a:gd name="T2" fmla="*/ 184 w 195"/>
              <a:gd name="T3" fmla="*/ 12 h 197"/>
              <a:gd name="T4" fmla="*/ 164 w 195"/>
              <a:gd name="T5" fmla="*/ 31 h 197"/>
              <a:gd name="T6" fmla="*/ 153 w 195"/>
              <a:gd name="T7" fmla="*/ 42 h 197"/>
              <a:gd name="T8" fmla="*/ 134 w 195"/>
              <a:gd name="T9" fmla="*/ 62 h 197"/>
              <a:gd name="T10" fmla="*/ 122 w 195"/>
              <a:gd name="T11" fmla="*/ 73 h 197"/>
              <a:gd name="T12" fmla="*/ 103 w 195"/>
              <a:gd name="T13" fmla="*/ 93 h 197"/>
              <a:gd name="T14" fmla="*/ 92 w 195"/>
              <a:gd name="T15" fmla="*/ 104 h 197"/>
              <a:gd name="T16" fmla="*/ 73 w 195"/>
              <a:gd name="T17" fmla="*/ 124 h 197"/>
              <a:gd name="T18" fmla="*/ 61 w 195"/>
              <a:gd name="T19" fmla="*/ 135 h 197"/>
              <a:gd name="T20" fmla="*/ 42 w 195"/>
              <a:gd name="T21" fmla="*/ 155 h 197"/>
              <a:gd name="T22" fmla="*/ 30 w 195"/>
              <a:gd name="T23" fmla="*/ 166 h 197"/>
              <a:gd name="T24" fmla="*/ 11 w 195"/>
              <a:gd name="T25" fmla="*/ 186 h 197"/>
              <a:gd name="T26" fmla="*/ 0 w 195"/>
              <a:gd name="T27" fmla="*/ 197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95" h="197">
                <a:moveTo>
                  <a:pt x="195" y="0"/>
                </a:moveTo>
                <a:lnTo>
                  <a:pt x="184" y="12"/>
                </a:lnTo>
                <a:moveTo>
                  <a:pt x="164" y="31"/>
                </a:moveTo>
                <a:lnTo>
                  <a:pt x="153" y="42"/>
                </a:lnTo>
                <a:moveTo>
                  <a:pt x="134" y="62"/>
                </a:moveTo>
                <a:lnTo>
                  <a:pt x="122" y="73"/>
                </a:lnTo>
                <a:moveTo>
                  <a:pt x="103" y="93"/>
                </a:moveTo>
                <a:lnTo>
                  <a:pt x="92" y="104"/>
                </a:lnTo>
                <a:moveTo>
                  <a:pt x="73" y="124"/>
                </a:moveTo>
                <a:lnTo>
                  <a:pt x="61" y="135"/>
                </a:lnTo>
                <a:moveTo>
                  <a:pt x="42" y="155"/>
                </a:moveTo>
                <a:lnTo>
                  <a:pt x="30" y="166"/>
                </a:lnTo>
                <a:moveTo>
                  <a:pt x="11" y="186"/>
                </a:moveTo>
                <a:lnTo>
                  <a:pt x="0" y="1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6" name="Freeform 536">
            <a:extLst>
              <a:ext uri="{FF2B5EF4-FFF2-40B4-BE49-F238E27FC236}">
                <a16:creationId xmlns:a16="http://schemas.microsoft.com/office/drawing/2014/main" id="{CD850541-E637-8D8E-7094-C5095B0AE1D4}"/>
              </a:ext>
            </a:extLst>
          </p:cNvPr>
          <p:cNvSpPr>
            <a:spLocks noEditPoints="1"/>
          </p:cNvSpPr>
          <p:nvPr/>
        </p:nvSpPr>
        <p:spPr bwMode="auto">
          <a:xfrm>
            <a:off x="407988" y="1601788"/>
            <a:ext cx="96838" cy="104775"/>
          </a:xfrm>
          <a:custGeom>
            <a:avLst/>
            <a:gdLst>
              <a:gd name="T0" fmla="*/ 123 w 123"/>
              <a:gd name="T1" fmla="*/ 0 h 133"/>
              <a:gd name="T2" fmla="*/ 112 w 123"/>
              <a:gd name="T3" fmla="*/ 12 h 133"/>
              <a:gd name="T4" fmla="*/ 94 w 123"/>
              <a:gd name="T5" fmla="*/ 32 h 133"/>
              <a:gd name="T6" fmla="*/ 83 w 123"/>
              <a:gd name="T7" fmla="*/ 44 h 133"/>
              <a:gd name="T8" fmla="*/ 64 w 123"/>
              <a:gd name="T9" fmla="*/ 64 h 133"/>
              <a:gd name="T10" fmla="*/ 53 w 123"/>
              <a:gd name="T11" fmla="*/ 75 h 133"/>
              <a:gd name="T12" fmla="*/ 35 w 123"/>
              <a:gd name="T13" fmla="*/ 95 h 133"/>
              <a:gd name="T14" fmla="*/ 24 w 123"/>
              <a:gd name="T15" fmla="*/ 107 h 133"/>
              <a:gd name="T16" fmla="*/ 5 w 123"/>
              <a:gd name="T17" fmla="*/ 127 h 133"/>
              <a:gd name="T18" fmla="*/ 0 w 123"/>
              <a:gd name="T19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3" h="133">
                <a:moveTo>
                  <a:pt x="123" y="0"/>
                </a:moveTo>
                <a:lnTo>
                  <a:pt x="112" y="12"/>
                </a:lnTo>
                <a:moveTo>
                  <a:pt x="94" y="32"/>
                </a:moveTo>
                <a:lnTo>
                  <a:pt x="83" y="44"/>
                </a:lnTo>
                <a:moveTo>
                  <a:pt x="64" y="64"/>
                </a:moveTo>
                <a:lnTo>
                  <a:pt x="53" y="75"/>
                </a:lnTo>
                <a:moveTo>
                  <a:pt x="35" y="95"/>
                </a:moveTo>
                <a:lnTo>
                  <a:pt x="24" y="107"/>
                </a:lnTo>
                <a:moveTo>
                  <a:pt x="5" y="127"/>
                </a:moveTo>
                <a:lnTo>
                  <a:pt x="0" y="13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7" name="Freeform 537">
            <a:extLst>
              <a:ext uri="{FF2B5EF4-FFF2-40B4-BE49-F238E27FC236}">
                <a16:creationId xmlns:a16="http://schemas.microsoft.com/office/drawing/2014/main" id="{4A1F448E-21D1-831C-BEEE-3A6F3BB8FCDB}"/>
              </a:ext>
            </a:extLst>
          </p:cNvPr>
          <p:cNvSpPr>
            <a:spLocks noEditPoints="1"/>
          </p:cNvSpPr>
          <p:nvPr/>
        </p:nvSpPr>
        <p:spPr bwMode="auto">
          <a:xfrm>
            <a:off x="127000" y="2032001"/>
            <a:ext cx="150813" cy="158750"/>
          </a:xfrm>
          <a:custGeom>
            <a:avLst/>
            <a:gdLst>
              <a:gd name="T0" fmla="*/ 190 w 190"/>
              <a:gd name="T1" fmla="*/ 0 h 202"/>
              <a:gd name="T2" fmla="*/ 179 w 190"/>
              <a:gd name="T3" fmla="*/ 12 h 202"/>
              <a:gd name="T4" fmla="*/ 160 w 190"/>
              <a:gd name="T5" fmla="*/ 32 h 202"/>
              <a:gd name="T6" fmla="*/ 149 w 190"/>
              <a:gd name="T7" fmla="*/ 43 h 202"/>
              <a:gd name="T8" fmla="*/ 130 w 190"/>
              <a:gd name="T9" fmla="*/ 63 h 202"/>
              <a:gd name="T10" fmla="*/ 119 w 190"/>
              <a:gd name="T11" fmla="*/ 75 h 202"/>
              <a:gd name="T12" fmla="*/ 100 w 190"/>
              <a:gd name="T13" fmla="*/ 95 h 202"/>
              <a:gd name="T14" fmla="*/ 89 w 190"/>
              <a:gd name="T15" fmla="*/ 107 h 202"/>
              <a:gd name="T16" fmla="*/ 70 w 190"/>
              <a:gd name="T17" fmla="*/ 126 h 202"/>
              <a:gd name="T18" fmla="*/ 59 w 190"/>
              <a:gd name="T19" fmla="*/ 138 h 202"/>
              <a:gd name="T20" fmla="*/ 41 w 190"/>
              <a:gd name="T21" fmla="*/ 158 h 202"/>
              <a:gd name="T22" fmla="*/ 29 w 190"/>
              <a:gd name="T23" fmla="*/ 170 h 202"/>
              <a:gd name="T24" fmla="*/ 11 w 190"/>
              <a:gd name="T25" fmla="*/ 190 h 202"/>
              <a:gd name="T26" fmla="*/ 0 w 190"/>
              <a:gd name="T27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90" h="202">
                <a:moveTo>
                  <a:pt x="190" y="0"/>
                </a:moveTo>
                <a:lnTo>
                  <a:pt x="179" y="12"/>
                </a:lnTo>
                <a:moveTo>
                  <a:pt x="160" y="32"/>
                </a:moveTo>
                <a:lnTo>
                  <a:pt x="149" y="43"/>
                </a:lnTo>
                <a:moveTo>
                  <a:pt x="130" y="63"/>
                </a:moveTo>
                <a:lnTo>
                  <a:pt x="119" y="75"/>
                </a:lnTo>
                <a:moveTo>
                  <a:pt x="100" y="95"/>
                </a:moveTo>
                <a:lnTo>
                  <a:pt x="89" y="107"/>
                </a:lnTo>
                <a:moveTo>
                  <a:pt x="70" y="126"/>
                </a:moveTo>
                <a:lnTo>
                  <a:pt x="59" y="138"/>
                </a:lnTo>
                <a:moveTo>
                  <a:pt x="41" y="158"/>
                </a:moveTo>
                <a:lnTo>
                  <a:pt x="29" y="170"/>
                </a:lnTo>
                <a:moveTo>
                  <a:pt x="11" y="190"/>
                </a:moveTo>
                <a:lnTo>
                  <a:pt x="0" y="20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8" name="Freeform 538">
            <a:extLst>
              <a:ext uri="{FF2B5EF4-FFF2-40B4-BE49-F238E27FC236}">
                <a16:creationId xmlns:a16="http://schemas.microsoft.com/office/drawing/2014/main" id="{84EC1285-FF15-21B6-F2D2-4294B508526C}"/>
              </a:ext>
            </a:extLst>
          </p:cNvPr>
          <p:cNvSpPr>
            <a:spLocks noEditPoints="1"/>
          </p:cNvSpPr>
          <p:nvPr/>
        </p:nvSpPr>
        <p:spPr bwMode="auto">
          <a:xfrm>
            <a:off x="1281113" y="1744663"/>
            <a:ext cx="61913" cy="171450"/>
          </a:xfrm>
          <a:custGeom>
            <a:avLst/>
            <a:gdLst>
              <a:gd name="T0" fmla="*/ 78 w 78"/>
              <a:gd name="T1" fmla="*/ 0 h 216"/>
              <a:gd name="T2" fmla="*/ 73 w 78"/>
              <a:gd name="T3" fmla="*/ 15 h 216"/>
              <a:gd name="T4" fmla="*/ 63 w 78"/>
              <a:gd name="T5" fmla="*/ 41 h 216"/>
              <a:gd name="T6" fmla="*/ 58 w 78"/>
              <a:gd name="T7" fmla="*/ 56 h 216"/>
              <a:gd name="T8" fmla="*/ 48 w 78"/>
              <a:gd name="T9" fmla="*/ 82 h 216"/>
              <a:gd name="T10" fmla="*/ 43 w 78"/>
              <a:gd name="T11" fmla="*/ 97 h 216"/>
              <a:gd name="T12" fmla="*/ 34 w 78"/>
              <a:gd name="T13" fmla="*/ 123 h 216"/>
              <a:gd name="T14" fmla="*/ 28 w 78"/>
              <a:gd name="T15" fmla="*/ 138 h 216"/>
              <a:gd name="T16" fmla="*/ 19 w 78"/>
              <a:gd name="T17" fmla="*/ 164 h 216"/>
              <a:gd name="T18" fmla="*/ 13 w 78"/>
              <a:gd name="T19" fmla="*/ 179 h 216"/>
              <a:gd name="T20" fmla="*/ 4 w 78"/>
              <a:gd name="T21" fmla="*/ 205 h 216"/>
              <a:gd name="T22" fmla="*/ 0 w 78"/>
              <a:gd name="T23" fmla="*/ 2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8" h="216">
                <a:moveTo>
                  <a:pt x="78" y="0"/>
                </a:moveTo>
                <a:lnTo>
                  <a:pt x="73" y="15"/>
                </a:lnTo>
                <a:moveTo>
                  <a:pt x="63" y="41"/>
                </a:moveTo>
                <a:lnTo>
                  <a:pt x="58" y="56"/>
                </a:lnTo>
                <a:moveTo>
                  <a:pt x="48" y="82"/>
                </a:moveTo>
                <a:lnTo>
                  <a:pt x="43" y="97"/>
                </a:lnTo>
                <a:moveTo>
                  <a:pt x="34" y="123"/>
                </a:moveTo>
                <a:lnTo>
                  <a:pt x="28" y="138"/>
                </a:lnTo>
                <a:moveTo>
                  <a:pt x="19" y="164"/>
                </a:moveTo>
                <a:lnTo>
                  <a:pt x="13" y="179"/>
                </a:lnTo>
                <a:moveTo>
                  <a:pt x="4" y="205"/>
                </a:moveTo>
                <a:lnTo>
                  <a:pt x="0" y="21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9" name="Freeform 539">
            <a:extLst>
              <a:ext uri="{FF2B5EF4-FFF2-40B4-BE49-F238E27FC236}">
                <a16:creationId xmlns:a16="http://schemas.microsoft.com/office/drawing/2014/main" id="{FE400BDB-5468-46CC-1683-9AE10CC89088}"/>
              </a:ext>
            </a:extLst>
          </p:cNvPr>
          <p:cNvSpPr>
            <a:spLocks noEditPoints="1"/>
          </p:cNvSpPr>
          <p:nvPr/>
        </p:nvSpPr>
        <p:spPr bwMode="auto">
          <a:xfrm>
            <a:off x="1116013" y="736601"/>
            <a:ext cx="320675" cy="620713"/>
          </a:xfrm>
          <a:custGeom>
            <a:avLst/>
            <a:gdLst>
              <a:gd name="T0" fmla="*/ 403 w 403"/>
              <a:gd name="T1" fmla="*/ 0 h 782"/>
              <a:gd name="T2" fmla="*/ 396 w 403"/>
              <a:gd name="T3" fmla="*/ 14 h 782"/>
              <a:gd name="T4" fmla="*/ 383 w 403"/>
              <a:gd name="T5" fmla="*/ 38 h 782"/>
              <a:gd name="T6" fmla="*/ 376 w 403"/>
              <a:gd name="T7" fmla="*/ 53 h 782"/>
              <a:gd name="T8" fmla="*/ 363 w 403"/>
              <a:gd name="T9" fmla="*/ 77 h 782"/>
              <a:gd name="T10" fmla="*/ 356 w 403"/>
              <a:gd name="T11" fmla="*/ 92 h 782"/>
              <a:gd name="T12" fmla="*/ 343 w 403"/>
              <a:gd name="T13" fmla="*/ 116 h 782"/>
              <a:gd name="T14" fmla="*/ 336 w 403"/>
              <a:gd name="T15" fmla="*/ 130 h 782"/>
              <a:gd name="T16" fmla="*/ 323 w 403"/>
              <a:gd name="T17" fmla="*/ 154 h 782"/>
              <a:gd name="T18" fmla="*/ 316 w 403"/>
              <a:gd name="T19" fmla="*/ 169 h 782"/>
              <a:gd name="T20" fmla="*/ 303 w 403"/>
              <a:gd name="T21" fmla="*/ 193 h 782"/>
              <a:gd name="T22" fmla="*/ 296 w 403"/>
              <a:gd name="T23" fmla="*/ 208 h 782"/>
              <a:gd name="T24" fmla="*/ 284 w 403"/>
              <a:gd name="T25" fmla="*/ 232 h 782"/>
              <a:gd name="T26" fmla="*/ 276 w 403"/>
              <a:gd name="T27" fmla="*/ 246 h 782"/>
              <a:gd name="T28" fmla="*/ 264 w 403"/>
              <a:gd name="T29" fmla="*/ 271 h 782"/>
              <a:gd name="T30" fmla="*/ 256 w 403"/>
              <a:gd name="T31" fmla="*/ 285 h 782"/>
              <a:gd name="T32" fmla="*/ 244 w 403"/>
              <a:gd name="T33" fmla="*/ 309 h 782"/>
              <a:gd name="T34" fmla="*/ 236 w 403"/>
              <a:gd name="T35" fmla="*/ 324 h 782"/>
              <a:gd name="T36" fmla="*/ 224 w 403"/>
              <a:gd name="T37" fmla="*/ 348 h 782"/>
              <a:gd name="T38" fmla="*/ 216 w 403"/>
              <a:gd name="T39" fmla="*/ 362 h 782"/>
              <a:gd name="T40" fmla="*/ 204 w 403"/>
              <a:gd name="T41" fmla="*/ 387 h 782"/>
              <a:gd name="T42" fmla="*/ 196 w 403"/>
              <a:gd name="T43" fmla="*/ 401 h 782"/>
              <a:gd name="T44" fmla="*/ 184 w 403"/>
              <a:gd name="T45" fmla="*/ 425 h 782"/>
              <a:gd name="T46" fmla="*/ 176 w 403"/>
              <a:gd name="T47" fmla="*/ 440 h 782"/>
              <a:gd name="T48" fmla="*/ 164 w 403"/>
              <a:gd name="T49" fmla="*/ 464 h 782"/>
              <a:gd name="T50" fmla="*/ 156 w 403"/>
              <a:gd name="T51" fmla="*/ 479 h 782"/>
              <a:gd name="T52" fmla="*/ 144 w 403"/>
              <a:gd name="T53" fmla="*/ 503 h 782"/>
              <a:gd name="T54" fmla="*/ 137 w 403"/>
              <a:gd name="T55" fmla="*/ 517 h 782"/>
              <a:gd name="T56" fmla="*/ 124 w 403"/>
              <a:gd name="T57" fmla="*/ 541 h 782"/>
              <a:gd name="T58" fmla="*/ 117 w 403"/>
              <a:gd name="T59" fmla="*/ 556 h 782"/>
              <a:gd name="T60" fmla="*/ 104 w 403"/>
              <a:gd name="T61" fmla="*/ 580 h 782"/>
              <a:gd name="T62" fmla="*/ 97 w 403"/>
              <a:gd name="T63" fmla="*/ 595 h 782"/>
              <a:gd name="T64" fmla="*/ 84 w 403"/>
              <a:gd name="T65" fmla="*/ 619 h 782"/>
              <a:gd name="T66" fmla="*/ 77 w 403"/>
              <a:gd name="T67" fmla="*/ 633 h 782"/>
              <a:gd name="T68" fmla="*/ 64 w 403"/>
              <a:gd name="T69" fmla="*/ 657 h 782"/>
              <a:gd name="T70" fmla="*/ 57 w 403"/>
              <a:gd name="T71" fmla="*/ 672 h 782"/>
              <a:gd name="T72" fmla="*/ 44 w 403"/>
              <a:gd name="T73" fmla="*/ 696 h 782"/>
              <a:gd name="T74" fmla="*/ 37 w 403"/>
              <a:gd name="T75" fmla="*/ 711 h 782"/>
              <a:gd name="T76" fmla="*/ 24 w 403"/>
              <a:gd name="T77" fmla="*/ 735 h 782"/>
              <a:gd name="T78" fmla="*/ 17 w 403"/>
              <a:gd name="T79" fmla="*/ 749 h 782"/>
              <a:gd name="T80" fmla="*/ 4 w 403"/>
              <a:gd name="T81" fmla="*/ 773 h 782"/>
              <a:gd name="T82" fmla="*/ 0 w 403"/>
              <a:gd name="T83" fmla="*/ 782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03" h="782">
                <a:moveTo>
                  <a:pt x="403" y="0"/>
                </a:moveTo>
                <a:lnTo>
                  <a:pt x="396" y="14"/>
                </a:lnTo>
                <a:moveTo>
                  <a:pt x="383" y="38"/>
                </a:moveTo>
                <a:lnTo>
                  <a:pt x="376" y="53"/>
                </a:lnTo>
                <a:moveTo>
                  <a:pt x="363" y="77"/>
                </a:moveTo>
                <a:lnTo>
                  <a:pt x="356" y="92"/>
                </a:lnTo>
                <a:moveTo>
                  <a:pt x="343" y="116"/>
                </a:moveTo>
                <a:lnTo>
                  <a:pt x="336" y="130"/>
                </a:lnTo>
                <a:moveTo>
                  <a:pt x="323" y="154"/>
                </a:moveTo>
                <a:lnTo>
                  <a:pt x="316" y="169"/>
                </a:lnTo>
                <a:moveTo>
                  <a:pt x="303" y="193"/>
                </a:moveTo>
                <a:lnTo>
                  <a:pt x="296" y="208"/>
                </a:lnTo>
                <a:moveTo>
                  <a:pt x="284" y="232"/>
                </a:moveTo>
                <a:lnTo>
                  <a:pt x="276" y="246"/>
                </a:lnTo>
                <a:moveTo>
                  <a:pt x="264" y="271"/>
                </a:moveTo>
                <a:lnTo>
                  <a:pt x="256" y="285"/>
                </a:lnTo>
                <a:moveTo>
                  <a:pt x="244" y="309"/>
                </a:moveTo>
                <a:lnTo>
                  <a:pt x="236" y="324"/>
                </a:lnTo>
                <a:moveTo>
                  <a:pt x="224" y="348"/>
                </a:moveTo>
                <a:lnTo>
                  <a:pt x="216" y="362"/>
                </a:lnTo>
                <a:moveTo>
                  <a:pt x="204" y="387"/>
                </a:moveTo>
                <a:lnTo>
                  <a:pt x="196" y="401"/>
                </a:lnTo>
                <a:moveTo>
                  <a:pt x="184" y="425"/>
                </a:moveTo>
                <a:lnTo>
                  <a:pt x="176" y="440"/>
                </a:lnTo>
                <a:moveTo>
                  <a:pt x="164" y="464"/>
                </a:moveTo>
                <a:lnTo>
                  <a:pt x="156" y="479"/>
                </a:lnTo>
                <a:moveTo>
                  <a:pt x="144" y="503"/>
                </a:moveTo>
                <a:lnTo>
                  <a:pt x="137" y="517"/>
                </a:lnTo>
                <a:moveTo>
                  <a:pt x="124" y="541"/>
                </a:moveTo>
                <a:lnTo>
                  <a:pt x="117" y="556"/>
                </a:lnTo>
                <a:moveTo>
                  <a:pt x="104" y="580"/>
                </a:moveTo>
                <a:lnTo>
                  <a:pt x="97" y="595"/>
                </a:lnTo>
                <a:moveTo>
                  <a:pt x="84" y="619"/>
                </a:moveTo>
                <a:lnTo>
                  <a:pt x="77" y="633"/>
                </a:lnTo>
                <a:moveTo>
                  <a:pt x="64" y="657"/>
                </a:moveTo>
                <a:lnTo>
                  <a:pt x="57" y="672"/>
                </a:lnTo>
                <a:moveTo>
                  <a:pt x="44" y="696"/>
                </a:moveTo>
                <a:lnTo>
                  <a:pt x="37" y="711"/>
                </a:lnTo>
                <a:moveTo>
                  <a:pt x="24" y="735"/>
                </a:moveTo>
                <a:lnTo>
                  <a:pt x="17" y="749"/>
                </a:lnTo>
                <a:moveTo>
                  <a:pt x="4" y="773"/>
                </a:moveTo>
                <a:lnTo>
                  <a:pt x="0" y="78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0" name="Freeform 540">
            <a:extLst>
              <a:ext uri="{FF2B5EF4-FFF2-40B4-BE49-F238E27FC236}">
                <a16:creationId xmlns:a16="http://schemas.microsoft.com/office/drawing/2014/main" id="{144D625F-82AC-018A-DD16-F5F646B12206}"/>
              </a:ext>
            </a:extLst>
          </p:cNvPr>
          <p:cNvSpPr>
            <a:spLocks noEditPoints="1"/>
          </p:cNvSpPr>
          <p:nvPr/>
        </p:nvSpPr>
        <p:spPr bwMode="auto">
          <a:xfrm>
            <a:off x="677863" y="2138363"/>
            <a:ext cx="347663" cy="441325"/>
          </a:xfrm>
          <a:custGeom>
            <a:avLst/>
            <a:gdLst>
              <a:gd name="T0" fmla="*/ 438 w 438"/>
              <a:gd name="T1" fmla="*/ 0 h 556"/>
              <a:gd name="T2" fmla="*/ 428 w 438"/>
              <a:gd name="T3" fmla="*/ 13 h 556"/>
              <a:gd name="T4" fmla="*/ 411 w 438"/>
              <a:gd name="T5" fmla="*/ 34 h 556"/>
              <a:gd name="T6" fmla="*/ 401 w 438"/>
              <a:gd name="T7" fmla="*/ 47 h 556"/>
              <a:gd name="T8" fmla="*/ 384 w 438"/>
              <a:gd name="T9" fmla="*/ 69 h 556"/>
              <a:gd name="T10" fmla="*/ 374 w 438"/>
              <a:gd name="T11" fmla="*/ 81 h 556"/>
              <a:gd name="T12" fmla="*/ 357 w 438"/>
              <a:gd name="T13" fmla="*/ 103 h 556"/>
              <a:gd name="T14" fmla="*/ 347 w 438"/>
              <a:gd name="T15" fmla="*/ 116 h 556"/>
              <a:gd name="T16" fmla="*/ 330 w 438"/>
              <a:gd name="T17" fmla="*/ 137 h 556"/>
              <a:gd name="T18" fmla="*/ 320 w 438"/>
              <a:gd name="T19" fmla="*/ 150 h 556"/>
              <a:gd name="T20" fmla="*/ 303 w 438"/>
              <a:gd name="T21" fmla="*/ 171 h 556"/>
              <a:gd name="T22" fmla="*/ 293 w 438"/>
              <a:gd name="T23" fmla="*/ 184 h 556"/>
              <a:gd name="T24" fmla="*/ 276 w 438"/>
              <a:gd name="T25" fmla="*/ 205 h 556"/>
              <a:gd name="T26" fmla="*/ 266 w 438"/>
              <a:gd name="T27" fmla="*/ 218 h 556"/>
              <a:gd name="T28" fmla="*/ 249 w 438"/>
              <a:gd name="T29" fmla="*/ 239 h 556"/>
              <a:gd name="T30" fmla="*/ 239 w 438"/>
              <a:gd name="T31" fmla="*/ 252 h 556"/>
              <a:gd name="T32" fmla="*/ 222 w 438"/>
              <a:gd name="T33" fmla="*/ 274 h 556"/>
              <a:gd name="T34" fmla="*/ 212 w 438"/>
              <a:gd name="T35" fmla="*/ 286 h 556"/>
              <a:gd name="T36" fmla="*/ 196 w 438"/>
              <a:gd name="T37" fmla="*/ 308 h 556"/>
              <a:gd name="T38" fmla="*/ 185 w 438"/>
              <a:gd name="T39" fmla="*/ 321 h 556"/>
              <a:gd name="T40" fmla="*/ 169 w 438"/>
              <a:gd name="T41" fmla="*/ 342 h 556"/>
              <a:gd name="T42" fmla="*/ 159 w 438"/>
              <a:gd name="T43" fmla="*/ 355 h 556"/>
              <a:gd name="T44" fmla="*/ 142 w 438"/>
              <a:gd name="T45" fmla="*/ 376 h 556"/>
              <a:gd name="T46" fmla="*/ 132 w 438"/>
              <a:gd name="T47" fmla="*/ 389 h 556"/>
              <a:gd name="T48" fmla="*/ 115 w 438"/>
              <a:gd name="T49" fmla="*/ 410 h 556"/>
              <a:gd name="T50" fmla="*/ 105 w 438"/>
              <a:gd name="T51" fmla="*/ 423 h 556"/>
              <a:gd name="T52" fmla="*/ 88 w 438"/>
              <a:gd name="T53" fmla="*/ 445 h 556"/>
              <a:gd name="T54" fmla="*/ 78 w 438"/>
              <a:gd name="T55" fmla="*/ 457 h 556"/>
              <a:gd name="T56" fmla="*/ 61 w 438"/>
              <a:gd name="T57" fmla="*/ 479 h 556"/>
              <a:gd name="T58" fmla="*/ 51 w 438"/>
              <a:gd name="T59" fmla="*/ 492 h 556"/>
              <a:gd name="T60" fmla="*/ 34 w 438"/>
              <a:gd name="T61" fmla="*/ 513 h 556"/>
              <a:gd name="T62" fmla="*/ 24 w 438"/>
              <a:gd name="T63" fmla="*/ 526 h 556"/>
              <a:gd name="T64" fmla="*/ 7 w 438"/>
              <a:gd name="T65" fmla="*/ 547 h 556"/>
              <a:gd name="T66" fmla="*/ 0 w 438"/>
              <a:gd name="T67" fmla="*/ 556 h 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38" h="556">
                <a:moveTo>
                  <a:pt x="438" y="0"/>
                </a:moveTo>
                <a:lnTo>
                  <a:pt x="428" y="13"/>
                </a:lnTo>
                <a:moveTo>
                  <a:pt x="411" y="34"/>
                </a:moveTo>
                <a:lnTo>
                  <a:pt x="401" y="47"/>
                </a:lnTo>
                <a:moveTo>
                  <a:pt x="384" y="69"/>
                </a:moveTo>
                <a:lnTo>
                  <a:pt x="374" y="81"/>
                </a:lnTo>
                <a:moveTo>
                  <a:pt x="357" y="103"/>
                </a:moveTo>
                <a:lnTo>
                  <a:pt x="347" y="116"/>
                </a:lnTo>
                <a:moveTo>
                  <a:pt x="330" y="137"/>
                </a:moveTo>
                <a:lnTo>
                  <a:pt x="320" y="150"/>
                </a:lnTo>
                <a:moveTo>
                  <a:pt x="303" y="171"/>
                </a:moveTo>
                <a:lnTo>
                  <a:pt x="293" y="184"/>
                </a:lnTo>
                <a:moveTo>
                  <a:pt x="276" y="205"/>
                </a:moveTo>
                <a:lnTo>
                  <a:pt x="266" y="218"/>
                </a:lnTo>
                <a:moveTo>
                  <a:pt x="249" y="239"/>
                </a:moveTo>
                <a:lnTo>
                  <a:pt x="239" y="252"/>
                </a:lnTo>
                <a:moveTo>
                  <a:pt x="222" y="274"/>
                </a:moveTo>
                <a:lnTo>
                  <a:pt x="212" y="286"/>
                </a:lnTo>
                <a:moveTo>
                  <a:pt x="196" y="308"/>
                </a:moveTo>
                <a:lnTo>
                  <a:pt x="185" y="321"/>
                </a:lnTo>
                <a:moveTo>
                  <a:pt x="169" y="342"/>
                </a:moveTo>
                <a:lnTo>
                  <a:pt x="159" y="355"/>
                </a:lnTo>
                <a:moveTo>
                  <a:pt x="142" y="376"/>
                </a:moveTo>
                <a:lnTo>
                  <a:pt x="132" y="389"/>
                </a:lnTo>
                <a:moveTo>
                  <a:pt x="115" y="410"/>
                </a:moveTo>
                <a:lnTo>
                  <a:pt x="105" y="423"/>
                </a:lnTo>
                <a:moveTo>
                  <a:pt x="88" y="445"/>
                </a:moveTo>
                <a:lnTo>
                  <a:pt x="78" y="457"/>
                </a:lnTo>
                <a:moveTo>
                  <a:pt x="61" y="479"/>
                </a:moveTo>
                <a:lnTo>
                  <a:pt x="51" y="492"/>
                </a:lnTo>
                <a:moveTo>
                  <a:pt x="34" y="513"/>
                </a:moveTo>
                <a:lnTo>
                  <a:pt x="24" y="526"/>
                </a:lnTo>
                <a:moveTo>
                  <a:pt x="7" y="547"/>
                </a:moveTo>
                <a:lnTo>
                  <a:pt x="0" y="55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1" name="Line 541">
            <a:extLst>
              <a:ext uri="{FF2B5EF4-FFF2-40B4-BE49-F238E27FC236}">
                <a16:creationId xmlns:a16="http://schemas.microsoft.com/office/drawing/2014/main" id="{B52CC0A5-64A1-2B76-E63D-AA6C641E51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" y="630238"/>
            <a:ext cx="9525" cy="95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2" name="Freeform 542">
            <a:extLst>
              <a:ext uri="{FF2B5EF4-FFF2-40B4-BE49-F238E27FC236}">
                <a16:creationId xmlns:a16="http://schemas.microsoft.com/office/drawing/2014/main" id="{872FF39E-1280-1AD7-3452-E449E149822D}"/>
              </a:ext>
            </a:extLst>
          </p:cNvPr>
          <p:cNvSpPr>
            <a:spLocks noEditPoints="1"/>
          </p:cNvSpPr>
          <p:nvPr/>
        </p:nvSpPr>
        <p:spPr bwMode="auto">
          <a:xfrm>
            <a:off x="327025" y="517526"/>
            <a:ext cx="76200" cy="88900"/>
          </a:xfrm>
          <a:custGeom>
            <a:avLst/>
            <a:gdLst>
              <a:gd name="T0" fmla="*/ 96 w 96"/>
              <a:gd name="T1" fmla="*/ 0 h 112"/>
              <a:gd name="T2" fmla="*/ 85 w 96"/>
              <a:gd name="T3" fmla="*/ 13 h 112"/>
              <a:gd name="T4" fmla="*/ 67 w 96"/>
              <a:gd name="T5" fmla="*/ 33 h 112"/>
              <a:gd name="T6" fmla="*/ 57 w 96"/>
              <a:gd name="T7" fmla="*/ 46 h 112"/>
              <a:gd name="T8" fmla="*/ 39 w 96"/>
              <a:gd name="T9" fmla="*/ 66 h 112"/>
              <a:gd name="T10" fmla="*/ 29 w 96"/>
              <a:gd name="T11" fmla="*/ 79 h 112"/>
              <a:gd name="T12" fmla="*/ 11 w 96"/>
              <a:gd name="T13" fmla="*/ 100 h 112"/>
              <a:gd name="T14" fmla="*/ 0 w 96"/>
              <a:gd name="T15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6" h="112">
                <a:moveTo>
                  <a:pt x="96" y="0"/>
                </a:moveTo>
                <a:lnTo>
                  <a:pt x="85" y="13"/>
                </a:lnTo>
                <a:moveTo>
                  <a:pt x="67" y="33"/>
                </a:moveTo>
                <a:lnTo>
                  <a:pt x="57" y="46"/>
                </a:lnTo>
                <a:moveTo>
                  <a:pt x="39" y="66"/>
                </a:moveTo>
                <a:lnTo>
                  <a:pt x="29" y="79"/>
                </a:lnTo>
                <a:moveTo>
                  <a:pt x="11" y="100"/>
                </a:moveTo>
                <a:lnTo>
                  <a:pt x="0" y="11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3" name="Freeform 543">
            <a:extLst>
              <a:ext uri="{FF2B5EF4-FFF2-40B4-BE49-F238E27FC236}">
                <a16:creationId xmlns:a16="http://schemas.microsoft.com/office/drawing/2014/main" id="{49D7358B-F640-C13C-0346-EC787D591035}"/>
              </a:ext>
            </a:extLst>
          </p:cNvPr>
          <p:cNvSpPr>
            <a:spLocks noEditPoints="1"/>
          </p:cNvSpPr>
          <p:nvPr/>
        </p:nvSpPr>
        <p:spPr bwMode="auto">
          <a:xfrm>
            <a:off x="406400" y="2752726"/>
            <a:ext cx="152400" cy="315913"/>
          </a:xfrm>
          <a:custGeom>
            <a:avLst/>
            <a:gdLst>
              <a:gd name="T0" fmla="*/ 191 w 191"/>
              <a:gd name="T1" fmla="*/ 0 h 397"/>
              <a:gd name="T2" fmla="*/ 184 w 191"/>
              <a:gd name="T3" fmla="*/ 15 h 397"/>
              <a:gd name="T4" fmla="*/ 172 w 191"/>
              <a:gd name="T5" fmla="*/ 39 h 397"/>
              <a:gd name="T6" fmla="*/ 165 w 191"/>
              <a:gd name="T7" fmla="*/ 54 h 397"/>
              <a:gd name="T8" fmla="*/ 154 w 191"/>
              <a:gd name="T9" fmla="*/ 79 h 397"/>
              <a:gd name="T10" fmla="*/ 147 w 191"/>
              <a:gd name="T11" fmla="*/ 93 h 397"/>
              <a:gd name="T12" fmla="*/ 135 w 191"/>
              <a:gd name="T13" fmla="*/ 118 h 397"/>
              <a:gd name="T14" fmla="*/ 128 w 191"/>
              <a:gd name="T15" fmla="*/ 133 h 397"/>
              <a:gd name="T16" fmla="*/ 116 w 191"/>
              <a:gd name="T17" fmla="*/ 157 h 397"/>
              <a:gd name="T18" fmla="*/ 109 w 191"/>
              <a:gd name="T19" fmla="*/ 172 h 397"/>
              <a:gd name="T20" fmla="*/ 97 w 191"/>
              <a:gd name="T21" fmla="*/ 196 h 397"/>
              <a:gd name="T22" fmla="*/ 90 w 191"/>
              <a:gd name="T23" fmla="*/ 211 h 397"/>
              <a:gd name="T24" fmla="*/ 78 w 191"/>
              <a:gd name="T25" fmla="*/ 235 h 397"/>
              <a:gd name="T26" fmla="*/ 71 w 191"/>
              <a:gd name="T27" fmla="*/ 250 h 397"/>
              <a:gd name="T28" fmla="*/ 59 w 191"/>
              <a:gd name="T29" fmla="*/ 275 h 397"/>
              <a:gd name="T30" fmla="*/ 52 w 191"/>
              <a:gd name="T31" fmla="*/ 289 h 397"/>
              <a:gd name="T32" fmla="*/ 40 w 191"/>
              <a:gd name="T33" fmla="*/ 314 h 397"/>
              <a:gd name="T34" fmla="*/ 33 w 191"/>
              <a:gd name="T35" fmla="*/ 329 h 397"/>
              <a:gd name="T36" fmla="*/ 22 w 191"/>
              <a:gd name="T37" fmla="*/ 353 h 397"/>
              <a:gd name="T38" fmla="*/ 15 w 191"/>
              <a:gd name="T39" fmla="*/ 368 h 397"/>
              <a:gd name="T40" fmla="*/ 3 w 191"/>
              <a:gd name="T41" fmla="*/ 392 h 397"/>
              <a:gd name="T42" fmla="*/ 0 w 191"/>
              <a:gd name="T43" fmla="*/ 397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1" h="397">
                <a:moveTo>
                  <a:pt x="191" y="0"/>
                </a:moveTo>
                <a:lnTo>
                  <a:pt x="184" y="15"/>
                </a:lnTo>
                <a:moveTo>
                  <a:pt x="172" y="39"/>
                </a:moveTo>
                <a:lnTo>
                  <a:pt x="165" y="54"/>
                </a:lnTo>
                <a:moveTo>
                  <a:pt x="154" y="79"/>
                </a:moveTo>
                <a:lnTo>
                  <a:pt x="147" y="93"/>
                </a:lnTo>
                <a:moveTo>
                  <a:pt x="135" y="118"/>
                </a:moveTo>
                <a:lnTo>
                  <a:pt x="128" y="133"/>
                </a:lnTo>
                <a:moveTo>
                  <a:pt x="116" y="157"/>
                </a:moveTo>
                <a:lnTo>
                  <a:pt x="109" y="172"/>
                </a:lnTo>
                <a:moveTo>
                  <a:pt x="97" y="196"/>
                </a:moveTo>
                <a:lnTo>
                  <a:pt x="90" y="211"/>
                </a:lnTo>
                <a:moveTo>
                  <a:pt x="78" y="235"/>
                </a:moveTo>
                <a:lnTo>
                  <a:pt x="71" y="250"/>
                </a:lnTo>
                <a:moveTo>
                  <a:pt x="59" y="275"/>
                </a:moveTo>
                <a:lnTo>
                  <a:pt x="52" y="289"/>
                </a:lnTo>
                <a:moveTo>
                  <a:pt x="40" y="314"/>
                </a:moveTo>
                <a:lnTo>
                  <a:pt x="33" y="329"/>
                </a:lnTo>
                <a:moveTo>
                  <a:pt x="22" y="353"/>
                </a:moveTo>
                <a:lnTo>
                  <a:pt x="15" y="368"/>
                </a:lnTo>
                <a:moveTo>
                  <a:pt x="3" y="392"/>
                </a:moveTo>
                <a:lnTo>
                  <a:pt x="0" y="3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4" name="Freeform 544">
            <a:extLst>
              <a:ext uri="{FF2B5EF4-FFF2-40B4-BE49-F238E27FC236}">
                <a16:creationId xmlns:a16="http://schemas.microsoft.com/office/drawing/2014/main" id="{46E7FB87-8DC4-38B3-6FB6-602C51F41C20}"/>
              </a:ext>
            </a:extLst>
          </p:cNvPr>
          <p:cNvSpPr>
            <a:spLocks noEditPoints="1"/>
          </p:cNvSpPr>
          <p:nvPr/>
        </p:nvSpPr>
        <p:spPr bwMode="auto">
          <a:xfrm>
            <a:off x="1724025" y="2730501"/>
            <a:ext cx="28575" cy="77788"/>
          </a:xfrm>
          <a:custGeom>
            <a:avLst/>
            <a:gdLst>
              <a:gd name="T0" fmla="*/ 37 w 37"/>
              <a:gd name="T1" fmla="*/ 0 h 97"/>
              <a:gd name="T2" fmla="*/ 31 w 37"/>
              <a:gd name="T3" fmla="*/ 15 h 97"/>
              <a:gd name="T4" fmla="*/ 21 w 37"/>
              <a:gd name="T5" fmla="*/ 41 h 97"/>
              <a:gd name="T6" fmla="*/ 15 w 37"/>
              <a:gd name="T7" fmla="*/ 56 h 97"/>
              <a:gd name="T8" fmla="*/ 6 w 37"/>
              <a:gd name="T9" fmla="*/ 81 h 97"/>
              <a:gd name="T10" fmla="*/ 0 w 37"/>
              <a:gd name="T11" fmla="*/ 97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97">
                <a:moveTo>
                  <a:pt x="37" y="0"/>
                </a:moveTo>
                <a:lnTo>
                  <a:pt x="31" y="15"/>
                </a:lnTo>
                <a:moveTo>
                  <a:pt x="21" y="41"/>
                </a:moveTo>
                <a:lnTo>
                  <a:pt x="15" y="56"/>
                </a:lnTo>
                <a:moveTo>
                  <a:pt x="6" y="81"/>
                </a:moveTo>
                <a:lnTo>
                  <a:pt x="0" y="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5" name="Freeform 545">
            <a:extLst>
              <a:ext uri="{FF2B5EF4-FFF2-40B4-BE49-F238E27FC236}">
                <a16:creationId xmlns:a16="http://schemas.microsoft.com/office/drawing/2014/main" id="{6DA4E893-17C9-A6FD-AD60-608AEB86DF1A}"/>
              </a:ext>
            </a:extLst>
          </p:cNvPr>
          <p:cNvSpPr>
            <a:spLocks noEditPoints="1"/>
          </p:cNvSpPr>
          <p:nvPr/>
        </p:nvSpPr>
        <p:spPr bwMode="auto">
          <a:xfrm>
            <a:off x="1347788" y="277813"/>
            <a:ext cx="160338" cy="187325"/>
          </a:xfrm>
          <a:custGeom>
            <a:avLst/>
            <a:gdLst>
              <a:gd name="T0" fmla="*/ 201 w 201"/>
              <a:gd name="T1" fmla="*/ 0 h 235"/>
              <a:gd name="T2" fmla="*/ 190 w 201"/>
              <a:gd name="T3" fmla="*/ 12 h 235"/>
              <a:gd name="T4" fmla="*/ 172 w 201"/>
              <a:gd name="T5" fmla="*/ 33 h 235"/>
              <a:gd name="T6" fmla="*/ 162 w 201"/>
              <a:gd name="T7" fmla="*/ 45 h 235"/>
              <a:gd name="T8" fmla="*/ 144 w 201"/>
              <a:gd name="T9" fmla="*/ 66 h 235"/>
              <a:gd name="T10" fmla="*/ 133 w 201"/>
              <a:gd name="T11" fmla="*/ 78 h 235"/>
              <a:gd name="T12" fmla="*/ 116 w 201"/>
              <a:gd name="T13" fmla="*/ 99 h 235"/>
              <a:gd name="T14" fmla="*/ 105 w 201"/>
              <a:gd name="T15" fmla="*/ 111 h 235"/>
              <a:gd name="T16" fmla="*/ 88 w 201"/>
              <a:gd name="T17" fmla="*/ 132 h 235"/>
              <a:gd name="T18" fmla="*/ 77 w 201"/>
              <a:gd name="T19" fmla="*/ 144 h 235"/>
              <a:gd name="T20" fmla="*/ 59 w 201"/>
              <a:gd name="T21" fmla="*/ 165 h 235"/>
              <a:gd name="T22" fmla="*/ 49 w 201"/>
              <a:gd name="T23" fmla="*/ 178 h 235"/>
              <a:gd name="T24" fmla="*/ 31 w 201"/>
              <a:gd name="T25" fmla="*/ 198 h 235"/>
              <a:gd name="T26" fmla="*/ 20 w 201"/>
              <a:gd name="T27" fmla="*/ 211 h 235"/>
              <a:gd name="T28" fmla="*/ 3 w 201"/>
              <a:gd name="T29" fmla="*/ 231 h 235"/>
              <a:gd name="T30" fmla="*/ 0 w 201"/>
              <a:gd name="T31" fmla="*/ 235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1" h="235">
                <a:moveTo>
                  <a:pt x="201" y="0"/>
                </a:moveTo>
                <a:lnTo>
                  <a:pt x="190" y="12"/>
                </a:lnTo>
                <a:moveTo>
                  <a:pt x="172" y="33"/>
                </a:moveTo>
                <a:lnTo>
                  <a:pt x="162" y="45"/>
                </a:lnTo>
                <a:moveTo>
                  <a:pt x="144" y="66"/>
                </a:moveTo>
                <a:lnTo>
                  <a:pt x="133" y="78"/>
                </a:lnTo>
                <a:moveTo>
                  <a:pt x="116" y="99"/>
                </a:moveTo>
                <a:lnTo>
                  <a:pt x="105" y="111"/>
                </a:lnTo>
                <a:moveTo>
                  <a:pt x="88" y="132"/>
                </a:moveTo>
                <a:lnTo>
                  <a:pt x="77" y="144"/>
                </a:lnTo>
                <a:moveTo>
                  <a:pt x="59" y="165"/>
                </a:moveTo>
                <a:lnTo>
                  <a:pt x="49" y="178"/>
                </a:lnTo>
                <a:moveTo>
                  <a:pt x="31" y="198"/>
                </a:moveTo>
                <a:lnTo>
                  <a:pt x="20" y="211"/>
                </a:lnTo>
                <a:moveTo>
                  <a:pt x="3" y="231"/>
                </a:moveTo>
                <a:lnTo>
                  <a:pt x="0" y="23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6" name="Freeform 546">
            <a:extLst>
              <a:ext uri="{FF2B5EF4-FFF2-40B4-BE49-F238E27FC236}">
                <a16:creationId xmlns:a16="http://schemas.microsoft.com/office/drawing/2014/main" id="{50C45B75-3767-6FD8-659D-91E258CE4516}"/>
              </a:ext>
            </a:extLst>
          </p:cNvPr>
          <p:cNvSpPr>
            <a:spLocks noEditPoints="1"/>
          </p:cNvSpPr>
          <p:nvPr/>
        </p:nvSpPr>
        <p:spPr bwMode="auto">
          <a:xfrm>
            <a:off x="909638" y="2508251"/>
            <a:ext cx="98425" cy="63500"/>
          </a:xfrm>
          <a:custGeom>
            <a:avLst/>
            <a:gdLst>
              <a:gd name="T0" fmla="*/ 124 w 124"/>
              <a:gd name="T1" fmla="*/ 0 h 79"/>
              <a:gd name="T2" fmla="*/ 110 w 124"/>
              <a:gd name="T3" fmla="*/ 9 h 79"/>
              <a:gd name="T4" fmla="*/ 87 w 124"/>
              <a:gd name="T5" fmla="*/ 24 h 79"/>
              <a:gd name="T6" fmla="*/ 74 w 124"/>
              <a:gd name="T7" fmla="*/ 32 h 79"/>
              <a:gd name="T8" fmla="*/ 51 w 124"/>
              <a:gd name="T9" fmla="*/ 47 h 79"/>
              <a:gd name="T10" fmla="*/ 37 w 124"/>
              <a:gd name="T11" fmla="*/ 56 h 79"/>
              <a:gd name="T12" fmla="*/ 14 w 124"/>
              <a:gd name="T13" fmla="*/ 70 h 79"/>
              <a:gd name="T14" fmla="*/ 0 w 124"/>
              <a:gd name="T15" fmla="*/ 7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4" h="79">
                <a:moveTo>
                  <a:pt x="124" y="0"/>
                </a:moveTo>
                <a:lnTo>
                  <a:pt x="110" y="9"/>
                </a:lnTo>
                <a:moveTo>
                  <a:pt x="87" y="24"/>
                </a:moveTo>
                <a:lnTo>
                  <a:pt x="74" y="32"/>
                </a:lnTo>
                <a:moveTo>
                  <a:pt x="51" y="47"/>
                </a:moveTo>
                <a:lnTo>
                  <a:pt x="37" y="56"/>
                </a:lnTo>
                <a:moveTo>
                  <a:pt x="14" y="70"/>
                </a:moveTo>
                <a:lnTo>
                  <a:pt x="0" y="7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7" name="Freeform 547">
            <a:extLst>
              <a:ext uri="{FF2B5EF4-FFF2-40B4-BE49-F238E27FC236}">
                <a16:creationId xmlns:a16="http://schemas.microsoft.com/office/drawing/2014/main" id="{542748E0-C615-C1FC-AABD-E10E9BB1F188}"/>
              </a:ext>
            </a:extLst>
          </p:cNvPr>
          <p:cNvSpPr>
            <a:spLocks noEditPoints="1"/>
          </p:cNvSpPr>
          <p:nvPr/>
        </p:nvSpPr>
        <p:spPr bwMode="auto">
          <a:xfrm>
            <a:off x="503238" y="833438"/>
            <a:ext cx="139700" cy="201613"/>
          </a:xfrm>
          <a:custGeom>
            <a:avLst/>
            <a:gdLst>
              <a:gd name="T0" fmla="*/ 176 w 176"/>
              <a:gd name="T1" fmla="*/ 0 h 254"/>
              <a:gd name="T2" fmla="*/ 167 w 176"/>
              <a:gd name="T3" fmla="*/ 13 h 254"/>
              <a:gd name="T4" fmla="*/ 151 w 176"/>
              <a:gd name="T5" fmla="*/ 36 h 254"/>
              <a:gd name="T6" fmla="*/ 142 w 176"/>
              <a:gd name="T7" fmla="*/ 49 h 254"/>
              <a:gd name="T8" fmla="*/ 126 w 176"/>
              <a:gd name="T9" fmla="*/ 71 h 254"/>
              <a:gd name="T10" fmla="*/ 117 w 176"/>
              <a:gd name="T11" fmla="*/ 85 h 254"/>
              <a:gd name="T12" fmla="*/ 102 w 176"/>
              <a:gd name="T13" fmla="*/ 107 h 254"/>
              <a:gd name="T14" fmla="*/ 92 w 176"/>
              <a:gd name="T15" fmla="*/ 121 h 254"/>
              <a:gd name="T16" fmla="*/ 77 w 176"/>
              <a:gd name="T17" fmla="*/ 143 h 254"/>
              <a:gd name="T18" fmla="*/ 68 w 176"/>
              <a:gd name="T19" fmla="*/ 157 h 254"/>
              <a:gd name="T20" fmla="*/ 52 w 176"/>
              <a:gd name="T21" fmla="*/ 179 h 254"/>
              <a:gd name="T22" fmla="*/ 43 w 176"/>
              <a:gd name="T23" fmla="*/ 192 h 254"/>
              <a:gd name="T24" fmla="*/ 27 w 176"/>
              <a:gd name="T25" fmla="*/ 215 h 254"/>
              <a:gd name="T26" fmla="*/ 18 w 176"/>
              <a:gd name="T27" fmla="*/ 228 h 254"/>
              <a:gd name="T28" fmla="*/ 3 w 176"/>
              <a:gd name="T29" fmla="*/ 251 h 254"/>
              <a:gd name="T30" fmla="*/ 0 w 176"/>
              <a:gd name="T31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76" h="254">
                <a:moveTo>
                  <a:pt x="176" y="0"/>
                </a:moveTo>
                <a:lnTo>
                  <a:pt x="167" y="13"/>
                </a:lnTo>
                <a:moveTo>
                  <a:pt x="151" y="36"/>
                </a:moveTo>
                <a:lnTo>
                  <a:pt x="142" y="49"/>
                </a:lnTo>
                <a:moveTo>
                  <a:pt x="126" y="71"/>
                </a:moveTo>
                <a:lnTo>
                  <a:pt x="117" y="85"/>
                </a:lnTo>
                <a:moveTo>
                  <a:pt x="102" y="107"/>
                </a:moveTo>
                <a:lnTo>
                  <a:pt x="92" y="121"/>
                </a:lnTo>
                <a:moveTo>
                  <a:pt x="77" y="143"/>
                </a:moveTo>
                <a:lnTo>
                  <a:pt x="68" y="157"/>
                </a:lnTo>
                <a:moveTo>
                  <a:pt x="52" y="179"/>
                </a:moveTo>
                <a:lnTo>
                  <a:pt x="43" y="192"/>
                </a:lnTo>
                <a:moveTo>
                  <a:pt x="27" y="215"/>
                </a:moveTo>
                <a:lnTo>
                  <a:pt x="18" y="228"/>
                </a:lnTo>
                <a:moveTo>
                  <a:pt x="3" y="251"/>
                </a:moveTo>
                <a:lnTo>
                  <a:pt x="0" y="2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8" name="Freeform 548">
            <a:extLst>
              <a:ext uri="{FF2B5EF4-FFF2-40B4-BE49-F238E27FC236}">
                <a16:creationId xmlns:a16="http://schemas.microsoft.com/office/drawing/2014/main" id="{A1201927-8CDB-5A65-A4CD-84DF11EE479A}"/>
              </a:ext>
            </a:extLst>
          </p:cNvPr>
          <p:cNvSpPr>
            <a:spLocks noEditPoints="1"/>
          </p:cNvSpPr>
          <p:nvPr/>
        </p:nvSpPr>
        <p:spPr bwMode="auto">
          <a:xfrm>
            <a:off x="1006475" y="1454151"/>
            <a:ext cx="60325" cy="98425"/>
          </a:xfrm>
          <a:custGeom>
            <a:avLst/>
            <a:gdLst>
              <a:gd name="T0" fmla="*/ 77 w 77"/>
              <a:gd name="T1" fmla="*/ 0 h 124"/>
              <a:gd name="T2" fmla="*/ 69 w 77"/>
              <a:gd name="T3" fmla="*/ 13 h 124"/>
              <a:gd name="T4" fmla="*/ 54 w 77"/>
              <a:gd name="T5" fmla="*/ 36 h 124"/>
              <a:gd name="T6" fmla="*/ 46 w 77"/>
              <a:gd name="T7" fmla="*/ 50 h 124"/>
              <a:gd name="T8" fmla="*/ 31 w 77"/>
              <a:gd name="T9" fmla="*/ 73 h 124"/>
              <a:gd name="T10" fmla="*/ 23 w 77"/>
              <a:gd name="T11" fmla="*/ 87 h 124"/>
              <a:gd name="T12" fmla="*/ 8 w 77"/>
              <a:gd name="T13" fmla="*/ 110 h 124"/>
              <a:gd name="T14" fmla="*/ 0 w 77"/>
              <a:gd name="T15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7" h="124">
                <a:moveTo>
                  <a:pt x="77" y="0"/>
                </a:moveTo>
                <a:lnTo>
                  <a:pt x="69" y="13"/>
                </a:lnTo>
                <a:moveTo>
                  <a:pt x="54" y="36"/>
                </a:moveTo>
                <a:lnTo>
                  <a:pt x="46" y="50"/>
                </a:lnTo>
                <a:moveTo>
                  <a:pt x="31" y="73"/>
                </a:moveTo>
                <a:lnTo>
                  <a:pt x="23" y="87"/>
                </a:lnTo>
                <a:moveTo>
                  <a:pt x="8" y="110"/>
                </a:moveTo>
                <a:lnTo>
                  <a:pt x="0" y="12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9" name="Freeform 549">
            <a:extLst>
              <a:ext uri="{FF2B5EF4-FFF2-40B4-BE49-F238E27FC236}">
                <a16:creationId xmlns:a16="http://schemas.microsoft.com/office/drawing/2014/main" id="{ECFF8F2A-50E3-0972-6698-85E04E841406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1566863"/>
            <a:ext cx="68263" cy="168275"/>
          </a:xfrm>
          <a:custGeom>
            <a:avLst/>
            <a:gdLst>
              <a:gd name="T0" fmla="*/ 87 w 87"/>
              <a:gd name="T1" fmla="*/ 0 h 212"/>
              <a:gd name="T2" fmla="*/ 80 w 87"/>
              <a:gd name="T3" fmla="*/ 15 h 212"/>
              <a:gd name="T4" fmla="*/ 70 w 87"/>
              <a:gd name="T5" fmla="*/ 41 h 212"/>
              <a:gd name="T6" fmla="*/ 64 w 87"/>
              <a:gd name="T7" fmla="*/ 56 h 212"/>
              <a:gd name="T8" fmla="*/ 54 w 87"/>
              <a:gd name="T9" fmla="*/ 81 h 212"/>
              <a:gd name="T10" fmla="*/ 47 w 87"/>
              <a:gd name="T11" fmla="*/ 96 h 212"/>
              <a:gd name="T12" fmla="*/ 37 w 87"/>
              <a:gd name="T13" fmla="*/ 121 h 212"/>
              <a:gd name="T14" fmla="*/ 31 w 87"/>
              <a:gd name="T15" fmla="*/ 136 h 212"/>
              <a:gd name="T16" fmla="*/ 21 w 87"/>
              <a:gd name="T17" fmla="*/ 161 h 212"/>
              <a:gd name="T18" fmla="*/ 14 w 87"/>
              <a:gd name="T19" fmla="*/ 176 h 212"/>
              <a:gd name="T20" fmla="*/ 4 w 87"/>
              <a:gd name="T21" fmla="*/ 202 h 212"/>
              <a:gd name="T22" fmla="*/ 0 w 87"/>
              <a:gd name="T23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7" h="212">
                <a:moveTo>
                  <a:pt x="87" y="0"/>
                </a:moveTo>
                <a:lnTo>
                  <a:pt x="80" y="15"/>
                </a:lnTo>
                <a:moveTo>
                  <a:pt x="70" y="41"/>
                </a:moveTo>
                <a:lnTo>
                  <a:pt x="64" y="56"/>
                </a:lnTo>
                <a:moveTo>
                  <a:pt x="54" y="81"/>
                </a:moveTo>
                <a:lnTo>
                  <a:pt x="47" y="96"/>
                </a:lnTo>
                <a:moveTo>
                  <a:pt x="37" y="121"/>
                </a:moveTo>
                <a:lnTo>
                  <a:pt x="31" y="136"/>
                </a:lnTo>
                <a:moveTo>
                  <a:pt x="21" y="161"/>
                </a:moveTo>
                <a:lnTo>
                  <a:pt x="14" y="176"/>
                </a:lnTo>
                <a:moveTo>
                  <a:pt x="4" y="202"/>
                </a:moveTo>
                <a:lnTo>
                  <a:pt x="0" y="21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0" name="Freeform 550">
            <a:extLst>
              <a:ext uri="{FF2B5EF4-FFF2-40B4-BE49-F238E27FC236}">
                <a16:creationId xmlns:a16="http://schemas.microsoft.com/office/drawing/2014/main" id="{946E63E5-83F8-A37B-4A82-C54CF3E578B3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328613"/>
            <a:ext cx="33338" cy="69850"/>
          </a:xfrm>
          <a:custGeom>
            <a:avLst/>
            <a:gdLst>
              <a:gd name="T0" fmla="*/ 43 w 43"/>
              <a:gd name="T1" fmla="*/ 0 h 89"/>
              <a:gd name="T2" fmla="*/ 36 w 43"/>
              <a:gd name="T3" fmla="*/ 15 h 89"/>
              <a:gd name="T4" fmla="*/ 24 w 43"/>
              <a:gd name="T5" fmla="*/ 39 h 89"/>
              <a:gd name="T6" fmla="*/ 17 w 43"/>
              <a:gd name="T7" fmla="*/ 54 h 89"/>
              <a:gd name="T8" fmla="*/ 5 w 43"/>
              <a:gd name="T9" fmla="*/ 78 h 89"/>
              <a:gd name="T10" fmla="*/ 0 w 43"/>
              <a:gd name="T11" fmla="*/ 8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89">
                <a:moveTo>
                  <a:pt x="43" y="0"/>
                </a:moveTo>
                <a:lnTo>
                  <a:pt x="36" y="15"/>
                </a:lnTo>
                <a:moveTo>
                  <a:pt x="24" y="39"/>
                </a:moveTo>
                <a:lnTo>
                  <a:pt x="17" y="54"/>
                </a:lnTo>
                <a:moveTo>
                  <a:pt x="5" y="78"/>
                </a:moveTo>
                <a:lnTo>
                  <a:pt x="0" y="8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1" name="Freeform 551">
            <a:extLst>
              <a:ext uri="{FF2B5EF4-FFF2-40B4-BE49-F238E27FC236}">
                <a16:creationId xmlns:a16="http://schemas.microsoft.com/office/drawing/2014/main" id="{FC2B1F9B-0E11-350E-6062-DA193316837A}"/>
              </a:ext>
            </a:extLst>
          </p:cNvPr>
          <p:cNvSpPr>
            <a:spLocks noEditPoints="1"/>
          </p:cNvSpPr>
          <p:nvPr/>
        </p:nvSpPr>
        <p:spPr bwMode="auto">
          <a:xfrm>
            <a:off x="720725" y="417513"/>
            <a:ext cx="82550" cy="488950"/>
          </a:xfrm>
          <a:custGeom>
            <a:avLst/>
            <a:gdLst>
              <a:gd name="T0" fmla="*/ 103 w 103"/>
              <a:gd name="T1" fmla="*/ 0 h 617"/>
              <a:gd name="T2" fmla="*/ 100 w 103"/>
              <a:gd name="T3" fmla="*/ 16 h 617"/>
              <a:gd name="T4" fmla="*/ 96 w 103"/>
              <a:gd name="T5" fmla="*/ 43 h 617"/>
              <a:gd name="T6" fmla="*/ 93 w 103"/>
              <a:gd name="T7" fmla="*/ 59 h 617"/>
              <a:gd name="T8" fmla="*/ 89 w 103"/>
              <a:gd name="T9" fmla="*/ 85 h 617"/>
              <a:gd name="T10" fmla="*/ 86 w 103"/>
              <a:gd name="T11" fmla="*/ 102 h 617"/>
              <a:gd name="T12" fmla="*/ 82 w 103"/>
              <a:gd name="T13" fmla="*/ 128 h 617"/>
              <a:gd name="T14" fmla="*/ 79 w 103"/>
              <a:gd name="T15" fmla="*/ 144 h 617"/>
              <a:gd name="T16" fmla="*/ 74 w 103"/>
              <a:gd name="T17" fmla="*/ 171 h 617"/>
              <a:gd name="T18" fmla="*/ 72 w 103"/>
              <a:gd name="T19" fmla="*/ 187 h 617"/>
              <a:gd name="T20" fmla="*/ 67 w 103"/>
              <a:gd name="T21" fmla="*/ 214 h 617"/>
              <a:gd name="T22" fmla="*/ 65 w 103"/>
              <a:gd name="T23" fmla="*/ 230 h 617"/>
              <a:gd name="T24" fmla="*/ 60 w 103"/>
              <a:gd name="T25" fmla="*/ 257 h 617"/>
              <a:gd name="T26" fmla="*/ 57 w 103"/>
              <a:gd name="T27" fmla="*/ 273 h 617"/>
              <a:gd name="T28" fmla="*/ 53 w 103"/>
              <a:gd name="T29" fmla="*/ 300 h 617"/>
              <a:gd name="T30" fmla="*/ 50 w 103"/>
              <a:gd name="T31" fmla="*/ 316 h 617"/>
              <a:gd name="T32" fmla="*/ 46 w 103"/>
              <a:gd name="T33" fmla="*/ 343 h 617"/>
              <a:gd name="T34" fmla="*/ 43 w 103"/>
              <a:gd name="T35" fmla="*/ 359 h 617"/>
              <a:gd name="T36" fmla="*/ 39 w 103"/>
              <a:gd name="T37" fmla="*/ 386 h 617"/>
              <a:gd name="T38" fmla="*/ 36 w 103"/>
              <a:gd name="T39" fmla="*/ 402 h 617"/>
              <a:gd name="T40" fmla="*/ 32 w 103"/>
              <a:gd name="T41" fmla="*/ 429 h 617"/>
              <a:gd name="T42" fmla="*/ 29 w 103"/>
              <a:gd name="T43" fmla="*/ 445 h 617"/>
              <a:gd name="T44" fmla="*/ 24 w 103"/>
              <a:gd name="T45" fmla="*/ 472 h 617"/>
              <a:gd name="T46" fmla="*/ 22 w 103"/>
              <a:gd name="T47" fmla="*/ 488 h 617"/>
              <a:gd name="T48" fmla="*/ 17 w 103"/>
              <a:gd name="T49" fmla="*/ 515 h 617"/>
              <a:gd name="T50" fmla="*/ 15 w 103"/>
              <a:gd name="T51" fmla="*/ 531 h 617"/>
              <a:gd name="T52" fmla="*/ 10 w 103"/>
              <a:gd name="T53" fmla="*/ 558 h 617"/>
              <a:gd name="T54" fmla="*/ 8 w 103"/>
              <a:gd name="T55" fmla="*/ 574 h 617"/>
              <a:gd name="T56" fmla="*/ 3 w 103"/>
              <a:gd name="T57" fmla="*/ 601 h 617"/>
              <a:gd name="T58" fmla="*/ 0 w 103"/>
              <a:gd name="T59" fmla="*/ 617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3" h="617">
                <a:moveTo>
                  <a:pt x="103" y="0"/>
                </a:moveTo>
                <a:lnTo>
                  <a:pt x="100" y="16"/>
                </a:lnTo>
                <a:moveTo>
                  <a:pt x="96" y="43"/>
                </a:moveTo>
                <a:lnTo>
                  <a:pt x="93" y="59"/>
                </a:lnTo>
                <a:moveTo>
                  <a:pt x="89" y="85"/>
                </a:moveTo>
                <a:lnTo>
                  <a:pt x="86" y="102"/>
                </a:lnTo>
                <a:moveTo>
                  <a:pt x="82" y="128"/>
                </a:moveTo>
                <a:lnTo>
                  <a:pt x="79" y="144"/>
                </a:lnTo>
                <a:moveTo>
                  <a:pt x="74" y="171"/>
                </a:moveTo>
                <a:lnTo>
                  <a:pt x="72" y="187"/>
                </a:lnTo>
                <a:moveTo>
                  <a:pt x="67" y="214"/>
                </a:moveTo>
                <a:lnTo>
                  <a:pt x="65" y="230"/>
                </a:lnTo>
                <a:moveTo>
                  <a:pt x="60" y="257"/>
                </a:moveTo>
                <a:lnTo>
                  <a:pt x="57" y="273"/>
                </a:lnTo>
                <a:moveTo>
                  <a:pt x="53" y="300"/>
                </a:moveTo>
                <a:lnTo>
                  <a:pt x="50" y="316"/>
                </a:lnTo>
                <a:moveTo>
                  <a:pt x="46" y="343"/>
                </a:moveTo>
                <a:lnTo>
                  <a:pt x="43" y="359"/>
                </a:lnTo>
                <a:moveTo>
                  <a:pt x="39" y="386"/>
                </a:moveTo>
                <a:lnTo>
                  <a:pt x="36" y="402"/>
                </a:lnTo>
                <a:moveTo>
                  <a:pt x="32" y="429"/>
                </a:moveTo>
                <a:lnTo>
                  <a:pt x="29" y="445"/>
                </a:lnTo>
                <a:moveTo>
                  <a:pt x="24" y="472"/>
                </a:moveTo>
                <a:lnTo>
                  <a:pt x="22" y="488"/>
                </a:lnTo>
                <a:moveTo>
                  <a:pt x="17" y="515"/>
                </a:moveTo>
                <a:lnTo>
                  <a:pt x="15" y="531"/>
                </a:lnTo>
                <a:moveTo>
                  <a:pt x="10" y="558"/>
                </a:moveTo>
                <a:lnTo>
                  <a:pt x="8" y="574"/>
                </a:lnTo>
                <a:moveTo>
                  <a:pt x="3" y="601"/>
                </a:moveTo>
                <a:lnTo>
                  <a:pt x="0" y="61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2" name="Freeform 552">
            <a:extLst>
              <a:ext uri="{FF2B5EF4-FFF2-40B4-BE49-F238E27FC236}">
                <a16:creationId xmlns:a16="http://schemas.microsoft.com/office/drawing/2014/main" id="{5B2F002D-CA5F-981F-3EED-86D9DBF7925A}"/>
              </a:ext>
            </a:extLst>
          </p:cNvPr>
          <p:cNvSpPr>
            <a:spLocks noEditPoints="1"/>
          </p:cNvSpPr>
          <p:nvPr/>
        </p:nvSpPr>
        <p:spPr bwMode="auto">
          <a:xfrm>
            <a:off x="254000" y="3286126"/>
            <a:ext cx="49213" cy="104775"/>
          </a:xfrm>
          <a:custGeom>
            <a:avLst/>
            <a:gdLst>
              <a:gd name="T0" fmla="*/ 62 w 62"/>
              <a:gd name="T1" fmla="*/ 0 h 131"/>
              <a:gd name="T2" fmla="*/ 55 w 62"/>
              <a:gd name="T3" fmla="*/ 15 h 131"/>
              <a:gd name="T4" fmla="*/ 43 w 62"/>
              <a:gd name="T5" fmla="*/ 40 h 131"/>
              <a:gd name="T6" fmla="*/ 36 w 62"/>
              <a:gd name="T7" fmla="*/ 55 h 131"/>
              <a:gd name="T8" fmla="*/ 25 w 62"/>
              <a:gd name="T9" fmla="*/ 79 h 131"/>
              <a:gd name="T10" fmla="*/ 18 w 62"/>
              <a:gd name="T11" fmla="*/ 94 h 131"/>
              <a:gd name="T12" fmla="*/ 6 w 62"/>
              <a:gd name="T13" fmla="*/ 119 h 131"/>
              <a:gd name="T14" fmla="*/ 0 w 62"/>
              <a:gd name="T15" fmla="*/ 131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131">
                <a:moveTo>
                  <a:pt x="62" y="0"/>
                </a:moveTo>
                <a:lnTo>
                  <a:pt x="55" y="15"/>
                </a:lnTo>
                <a:moveTo>
                  <a:pt x="43" y="40"/>
                </a:moveTo>
                <a:lnTo>
                  <a:pt x="36" y="55"/>
                </a:lnTo>
                <a:moveTo>
                  <a:pt x="25" y="79"/>
                </a:moveTo>
                <a:lnTo>
                  <a:pt x="18" y="94"/>
                </a:lnTo>
                <a:moveTo>
                  <a:pt x="6" y="119"/>
                </a:moveTo>
                <a:lnTo>
                  <a:pt x="0" y="13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3" name="Freeform 553">
            <a:extLst>
              <a:ext uri="{FF2B5EF4-FFF2-40B4-BE49-F238E27FC236}">
                <a16:creationId xmlns:a16="http://schemas.microsoft.com/office/drawing/2014/main" id="{ABE75FD4-FB38-EA55-A8D2-B3401EE0DFEE}"/>
              </a:ext>
            </a:extLst>
          </p:cNvPr>
          <p:cNvSpPr>
            <a:spLocks noEditPoints="1"/>
          </p:cNvSpPr>
          <p:nvPr/>
        </p:nvSpPr>
        <p:spPr bwMode="auto">
          <a:xfrm>
            <a:off x="1495425" y="1771651"/>
            <a:ext cx="325438" cy="277813"/>
          </a:xfrm>
          <a:custGeom>
            <a:avLst/>
            <a:gdLst>
              <a:gd name="T0" fmla="*/ 410 w 410"/>
              <a:gd name="T1" fmla="*/ 0 h 349"/>
              <a:gd name="T2" fmla="*/ 398 w 410"/>
              <a:gd name="T3" fmla="*/ 11 h 349"/>
              <a:gd name="T4" fmla="*/ 377 w 410"/>
              <a:gd name="T5" fmla="*/ 28 h 349"/>
              <a:gd name="T6" fmla="*/ 365 w 410"/>
              <a:gd name="T7" fmla="*/ 39 h 349"/>
              <a:gd name="T8" fmla="*/ 344 w 410"/>
              <a:gd name="T9" fmla="*/ 56 h 349"/>
              <a:gd name="T10" fmla="*/ 332 w 410"/>
              <a:gd name="T11" fmla="*/ 67 h 349"/>
              <a:gd name="T12" fmla="*/ 311 w 410"/>
              <a:gd name="T13" fmla="*/ 85 h 349"/>
              <a:gd name="T14" fmla="*/ 299 w 410"/>
              <a:gd name="T15" fmla="*/ 95 h 349"/>
              <a:gd name="T16" fmla="*/ 278 w 410"/>
              <a:gd name="T17" fmla="*/ 113 h 349"/>
              <a:gd name="T18" fmla="*/ 266 w 410"/>
              <a:gd name="T19" fmla="*/ 124 h 349"/>
              <a:gd name="T20" fmla="*/ 245 w 410"/>
              <a:gd name="T21" fmla="*/ 141 h 349"/>
              <a:gd name="T22" fmla="*/ 232 w 410"/>
              <a:gd name="T23" fmla="*/ 152 h 349"/>
              <a:gd name="T24" fmla="*/ 212 w 410"/>
              <a:gd name="T25" fmla="*/ 169 h 349"/>
              <a:gd name="T26" fmla="*/ 199 w 410"/>
              <a:gd name="T27" fmla="*/ 180 h 349"/>
              <a:gd name="T28" fmla="*/ 179 w 410"/>
              <a:gd name="T29" fmla="*/ 198 h 349"/>
              <a:gd name="T30" fmla="*/ 166 w 410"/>
              <a:gd name="T31" fmla="*/ 208 h 349"/>
              <a:gd name="T32" fmla="*/ 145 w 410"/>
              <a:gd name="T33" fmla="*/ 226 h 349"/>
              <a:gd name="T34" fmla="*/ 133 w 410"/>
              <a:gd name="T35" fmla="*/ 236 h 349"/>
              <a:gd name="T36" fmla="*/ 112 w 410"/>
              <a:gd name="T37" fmla="*/ 254 h 349"/>
              <a:gd name="T38" fmla="*/ 100 w 410"/>
              <a:gd name="T39" fmla="*/ 265 h 349"/>
              <a:gd name="T40" fmla="*/ 79 w 410"/>
              <a:gd name="T41" fmla="*/ 282 h 349"/>
              <a:gd name="T42" fmla="*/ 67 w 410"/>
              <a:gd name="T43" fmla="*/ 293 h 349"/>
              <a:gd name="T44" fmla="*/ 46 w 410"/>
              <a:gd name="T45" fmla="*/ 310 h 349"/>
              <a:gd name="T46" fmla="*/ 34 w 410"/>
              <a:gd name="T47" fmla="*/ 321 h 349"/>
              <a:gd name="T48" fmla="*/ 13 w 410"/>
              <a:gd name="T49" fmla="*/ 339 h 349"/>
              <a:gd name="T50" fmla="*/ 0 w 410"/>
              <a:gd name="T51" fmla="*/ 349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0" h="349">
                <a:moveTo>
                  <a:pt x="410" y="0"/>
                </a:moveTo>
                <a:lnTo>
                  <a:pt x="398" y="11"/>
                </a:lnTo>
                <a:moveTo>
                  <a:pt x="377" y="28"/>
                </a:moveTo>
                <a:lnTo>
                  <a:pt x="365" y="39"/>
                </a:lnTo>
                <a:moveTo>
                  <a:pt x="344" y="56"/>
                </a:moveTo>
                <a:lnTo>
                  <a:pt x="332" y="67"/>
                </a:lnTo>
                <a:moveTo>
                  <a:pt x="311" y="85"/>
                </a:moveTo>
                <a:lnTo>
                  <a:pt x="299" y="95"/>
                </a:lnTo>
                <a:moveTo>
                  <a:pt x="278" y="113"/>
                </a:moveTo>
                <a:lnTo>
                  <a:pt x="266" y="124"/>
                </a:lnTo>
                <a:moveTo>
                  <a:pt x="245" y="141"/>
                </a:moveTo>
                <a:lnTo>
                  <a:pt x="232" y="152"/>
                </a:lnTo>
                <a:moveTo>
                  <a:pt x="212" y="169"/>
                </a:moveTo>
                <a:lnTo>
                  <a:pt x="199" y="180"/>
                </a:lnTo>
                <a:moveTo>
                  <a:pt x="179" y="198"/>
                </a:moveTo>
                <a:lnTo>
                  <a:pt x="166" y="208"/>
                </a:lnTo>
                <a:moveTo>
                  <a:pt x="145" y="226"/>
                </a:moveTo>
                <a:lnTo>
                  <a:pt x="133" y="236"/>
                </a:lnTo>
                <a:moveTo>
                  <a:pt x="112" y="254"/>
                </a:moveTo>
                <a:lnTo>
                  <a:pt x="100" y="265"/>
                </a:lnTo>
                <a:moveTo>
                  <a:pt x="79" y="282"/>
                </a:moveTo>
                <a:lnTo>
                  <a:pt x="67" y="293"/>
                </a:lnTo>
                <a:moveTo>
                  <a:pt x="46" y="310"/>
                </a:moveTo>
                <a:lnTo>
                  <a:pt x="34" y="321"/>
                </a:lnTo>
                <a:moveTo>
                  <a:pt x="13" y="339"/>
                </a:moveTo>
                <a:lnTo>
                  <a:pt x="0" y="34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4" name="Freeform 554">
            <a:extLst>
              <a:ext uri="{FF2B5EF4-FFF2-40B4-BE49-F238E27FC236}">
                <a16:creationId xmlns:a16="http://schemas.microsoft.com/office/drawing/2014/main" id="{49D0526F-FFF6-225F-DB6C-9F0B5C59845C}"/>
              </a:ext>
            </a:extLst>
          </p:cNvPr>
          <p:cNvSpPr>
            <a:spLocks noEditPoints="1"/>
          </p:cNvSpPr>
          <p:nvPr/>
        </p:nvSpPr>
        <p:spPr bwMode="auto">
          <a:xfrm>
            <a:off x="304800" y="2820988"/>
            <a:ext cx="98425" cy="153988"/>
          </a:xfrm>
          <a:custGeom>
            <a:avLst/>
            <a:gdLst>
              <a:gd name="T0" fmla="*/ 124 w 124"/>
              <a:gd name="T1" fmla="*/ 0 h 194"/>
              <a:gd name="T2" fmla="*/ 115 w 124"/>
              <a:gd name="T3" fmla="*/ 14 h 194"/>
              <a:gd name="T4" fmla="*/ 100 w 124"/>
              <a:gd name="T5" fmla="*/ 37 h 194"/>
              <a:gd name="T6" fmla="*/ 92 w 124"/>
              <a:gd name="T7" fmla="*/ 51 h 194"/>
              <a:gd name="T8" fmla="*/ 77 w 124"/>
              <a:gd name="T9" fmla="*/ 74 h 194"/>
              <a:gd name="T10" fmla="*/ 68 w 124"/>
              <a:gd name="T11" fmla="*/ 88 h 194"/>
              <a:gd name="T12" fmla="*/ 54 w 124"/>
              <a:gd name="T13" fmla="*/ 110 h 194"/>
              <a:gd name="T14" fmla="*/ 45 w 124"/>
              <a:gd name="T15" fmla="*/ 124 h 194"/>
              <a:gd name="T16" fmla="*/ 30 w 124"/>
              <a:gd name="T17" fmla="*/ 147 h 194"/>
              <a:gd name="T18" fmla="*/ 21 w 124"/>
              <a:gd name="T19" fmla="*/ 161 h 194"/>
              <a:gd name="T20" fmla="*/ 7 w 124"/>
              <a:gd name="T21" fmla="*/ 184 h 194"/>
              <a:gd name="T22" fmla="*/ 0 w 124"/>
              <a:gd name="T23" fmla="*/ 194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4" h="194">
                <a:moveTo>
                  <a:pt x="124" y="0"/>
                </a:moveTo>
                <a:lnTo>
                  <a:pt x="115" y="14"/>
                </a:lnTo>
                <a:moveTo>
                  <a:pt x="100" y="37"/>
                </a:moveTo>
                <a:lnTo>
                  <a:pt x="92" y="51"/>
                </a:lnTo>
                <a:moveTo>
                  <a:pt x="77" y="74"/>
                </a:moveTo>
                <a:lnTo>
                  <a:pt x="68" y="88"/>
                </a:lnTo>
                <a:moveTo>
                  <a:pt x="54" y="110"/>
                </a:moveTo>
                <a:lnTo>
                  <a:pt x="45" y="124"/>
                </a:lnTo>
                <a:moveTo>
                  <a:pt x="30" y="147"/>
                </a:moveTo>
                <a:lnTo>
                  <a:pt x="21" y="161"/>
                </a:lnTo>
                <a:moveTo>
                  <a:pt x="7" y="184"/>
                </a:moveTo>
                <a:lnTo>
                  <a:pt x="0" y="19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5" name="Freeform 555">
            <a:extLst>
              <a:ext uri="{FF2B5EF4-FFF2-40B4-BE49-F238E27FC236}">
                <a16:creationId xmlns:a16="http://schemas.microsoft.com/office/drawing/2014/main" id="{B03D2A43-E915-0C1C-A1F2-FA4245603C9B}"/>
              </a:ext>
            </a:extLst>
          </p:cNvPr>
          <p:cNvSpPr>
            <a:spLocks noEditPoints="1"/>
          </p:cNvSpPr>
          <p:nvPr/>
        </p:nvSpPr>
        <p:spPr bwMode="auto">
          <a:xfrm>
            <a:off x="373063" y="2008188"/>
            <a:ext cx="69850" cy="350838"/>
          </a:xfrm>
          <a:custGeom>
            <a:avLst/>
            <a:gdLst>
              <a:gd name="T0" fmla="*/ 88 w 88"/>
              <a:gd name="T1" fmla="*/ 0 h 442"/>
              <a:gd name="T2" fmla="*/ 85 w 88"/>
              <a:gd name="T3" fmla="*/ 16 h 442"/>
              <a:gd name="T4" fmla="*/ 80 w 88"/>
              <a:gd name="T5" fmla="*/ 42 h 442"/>
              <a:gd name="T6" fmla="*/ 76 w 88"/>
              <a:gd name="T7" fmla="*/ 58 h 442"/>
              <a:gd name="T8" fmla="*/ 71 w 88"/>
              <a:gd name="T9" fmla="*/ 85 h 442"/>
              <a:gd name="T10" fmla="*/ 68 w 88"/>
              <a:gd name="T11" fmla="*/ 101 h 442"/>
              <a:gd name="T12" fmla="*/ 63 w 88"/>
              <a:gd name="T13" fmla="*/ 128 h 442"/>
              <a:gd name="T14" fmla="*/ 59 w 88"/>
              <a:gd name="T15" fmla="*/ 144 h 442"/>
              <a:gd name="T16" fmla="*/ 54 w 88"/>
              <a:gd name="T17" fmla="*/ 170 h 442"/>
              <a:gd name="T18" fmla="*/ 51 w 88"/>
              <a:gd name="T19" fmla="*/ 186 h 442"/>
              <a:gd name="T20" fmla="*/ 46 w 88"/>
              <a:gd name="T21" fmla="*/ 213 h 442"/>
              <a:gd name="T22" fmla="*/ 42 w 88"/>
              <a:gd name="T23" fmla="*/ 229 h 442"/>
              <a:gd name="T24" fmla="*/ 37 w 88"/>
              <a:gd name="T25" fmla="*/ 256 h 442"/>
              <a:gd name="T26" fmla="*/ 34 w 88"/>
              <a:gd name="T27" fmla="*/ 272 h 442"/>
              <a:gd name="T28" fmla="*/ 29 w 88"/>
              <a:gd name="T29" fmla="*/ 298 h 442"/>
              <a:gd name="T30" fmla="*/ 25 w 88"/>
              <a:gd name="T31" fmla="*/ 314 h 442"/>
              <a:gd name="T32" fmla="*/ 20 w 88"/>
              <a:gd name="T33" fmla="*/ 341 h 442"/>
              <a:gd name="T34" fmla="*/ 17 w 88"/>
              <a:gd name="T35" fmla="*/ 357 h 442"/>
              <a:gd name="T36" fmla="*/ 12 w 88"/>
              <a:gd name="T37" fmla="*/ 384 h 442"/>
              <a:gd name="T38" fmla="*/ 8 w 88"/>
              <a:gd name="T39" fmla="*/ 400 h 442"/>
              <a:gd name="T40" fmla="*/ 3 w 88"/>
              <a:gd name="T41" fmla="*/ 426 h 442"/>
              <a:gd name="T42" fmla="*/ 0 w 88"/>
              <a:gd name="T43" fmla="*/ 442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8" h="442">
                <a:moveTo>
                  <a:pt x="88" y="0"/>
                </a:moveTo>
                <a:lnTo>
                  <a:pt x="85" y="16"/>
                </a:lnTo>
                <a:moveTo>
                  <a:pt x="80" y="42"/>
                </a:moveTo>
                <a:lnTo>
                  <a:pt x="76" y="58"/>
                </a:lnTo>
                <a:moveTo>
                  <a:pt x="71" y="85"/>
                </a:moveTo>
                <a:lnTo>
                  <a:pt x="68" y="101"/>
                </a:lnTo>
                <a:moveTo>
                  <a:pt x="63" y="128"/>
                </a:moveTo>
                <a:lnTo>
                  <a:pt x="59" y="144"/>
                </a:lnTo>
                <a:moveTo>
                  <a:pt x="54" y="170"/>
                </a:moveTo>
                <a:lnTo>
                  <a:pt x="51" y="186"/>
                </a:lnTo>
                <a:moveTo>
                  <a:pt x="46" y="213"/>
                </a:moveTo>
                <a:lnTo>
                  <a:pt x="42" y="229"/>
                </a:lnTo>
                <a:moveTo>
                  <a:pt x="37" y="256"/>
                </a:moveTo>
                <a:lnTo>
                  <a:pt x="34" y="272"/>
                </a:lnTo>
                <a:moveTo>
                  <a:pt x="29" y="298"/>
                </a:moveTo>
                <a:lnTo>
                  <a:pt x="25" y="314"/>
                </a:lnTo>
                <a:moveTo>
                  <a:pt x="20" y="341"/>
                </a:moveTo>
                <a:lnTo>
                  <a:pt x="17" y="357"/>
                </a:lnTo>
                <a:moveTo>
                  <a:pt x="12" y="384"/>
                </a:moveTo>
                <a:lnTo>
                  <a:pt x="8" y="400"/>
                </a:lnTo>
                <a:moveTo>
                  <a:pt x="3" y="426"/>
                </a:moveTo>
                <a:lnTo>
                  <a:pt x="0" y="44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6" name="Freeform 556">
            <a:extLst>
              <a:ext uri="{FF2B5EF4-FFF2-40B4-BE49-F238E27FC236}">
                <a16:creationId xmlns:a16="http://schemas.microsoft.com/office/drawing/2014/main" id="{BC2E3630-B6CD-E101-5E0E-E2C7484667AF}"/>
              </a:ext>
            </a:extLst>
          </p:cNvPr>
          <p:cNvSpPr>
            <a:spLocks noEditPoints="1"/>
          </p:cNvSpPr>
          <p:nvPr/>
        </p:nvSpPr>
        <p:spPr bwMode="auto">
          <a:xfrm>
            <a:off x="1522413" y="2389188"/>
            <a:ext cx="288925" cy="196850"/>
          </a:xfrm>
          <a:custGeom>
            <a:avLst/>
            <a:gdLst>
              <a:gd name="T0" fmla="*/ 364 w 364"/>
              <a:gd name="T1" fmla="*/ 0 h 248"/>
              <a:gd name="T2" fmla="*/ 350 w 364"/>
              <a:gd name="T3" fmla="*/ 9 h 248"/>
              <a:gd name="T4" fmla="*/ 328 w 364"/>
              <a:gd name="T5" fmla="*/ 24 h 248"/>
              <a:gd name="T6" fmla="*/ 314 w 364"/>
              <a:gd name="T7" fmla="*/ 33 h 248"/>
              <a:gd name="T8" fmla="*/ 292 w 364"/>
              <a:gd name="T9" fmla="*/ 49 h 248"/>
              <a:gd name="T10" fmla="*/ 278 w 364"/>
              <a:gd name="T11" fmla="*/ 58 h 248"/>
              <a:gd name="T12" fmla="*/ 256 w 364"/>
              <a:gd name="T13" fmla="*/ 73 h 248"/>
              <a:gd name="T14" fmla="*/ 242 w 364"/>
              <a:gd name="T15" fmla="*/ 82 h 248"/>
              <a:gd name="T16" fmla="*/ 220 w 364"/>
              <a:gd name="T17" fmla="*/ 98 h 248"/>
              <a:gd name="T18" fmla="*/ 207 w 364"/>
              <a:gd name="T19" fmla="*/ 107 h 248"/>
              <a:gd name="T20" fmla="*/ 184 w 364"/>
              <a:gd name="T21" fmla="*/ 122 h 248"/>
              <a:gd name="T22" fmla="*/ 171 w 364"/>
              <a:gd name="T23" fmla="*/ 131 h 248"/>
              <a:gd name="T24" fmla="*/ 148 w 364"/>
              <a:gd name="T25" fmla="*/ 147 h 248"/>
              <a:gd name="T26" fmla="*/ 135 w 364"/>
              <a:gd name="T27" fmla="*/ 156 h 248"/>
              <a:gd name="T28" fmla="*/ 112 w 364"/>
              <a:gd name="T29" fmla="*/ 171 h 248"/>
              <a:gd name="T30" fmla="*/ 99 w 364"/>
              <a:gd name="T31" fmla="*/ 181 h 248"/>
              <a:gd name="T32" fmla="*/ 76 w 364"/>
              <a:gd name="T33" fmla="*/ 196 h 248"/>
              <a:gd name="T34" fmla="*/ 63 w 364"/>
              <a:gd name="T35" fmla="*/ 205 h 248"/>
              <a:gd name="T36" fmla="*/ 40 w 364"/>
              <a:gd name="T37" fmla="*/ 220 h 248"/>
              <a:gd name="T38" fmla="*/ 27 w 364"/>
              <a:gd name="T39" fmla="*/ 230 h 248"/>
              <a:gd name="T40" fmla="*/ 4 w 364"/>
              <a:gd name="T41" fmla="*/ 245 h 248"/>
              <a:gd name="T42" fmla="*/ 0 w 364"/>
              <a:gd name="T43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4" h="248">
                <a:moveTo>
                  <a:pt x="364" y="0"/>
                </a:moveTo>
                <a:lnTo>
                  <a:pt x="350" y="9"/>
                </a:lnTo>
                <a:moveTo>
                  <a:pt x="328" y="24"/>
                </a:moveTo>
                <a:lnTo>
                  <a:pt x="314" y="33"/>
                </a:lnTo>
                <a:moveTo>
                  <a:pt x="292" y="49"/>
                </a:moveTo>
                <a:lnTo>
                  <a:pt x="278" y="58"/>
                </a:lnTo>
                <a:moveTo>
                  <a:pt x="256" y="73"/>
                </a:moveTo>
                <a:lnTo>
                  <a:pt x="242" y="82"/>
                </a:lnTo>
                <a:moveTo>
                  <a:pt x="220" y="98"/>
                </a:moveTo>
                <a:lnTo>
                  <a:pt x="207" y="107"/>
                </a:lnTo>
                <a:moveTo>
                  <a:pt x="184" y="122"/>
                </a:moveTo>
                <a:lnTo>
                  <a:pt x="171" y="131"/>
                </a:lnTo>
                <a:moveTo>
                  <a:pt x="148" y="147"/>
                </a:moveTo>
                <a:lnTo>
                  <a:pt x="135" y="156"/>
                </a:lnTo>
                <a:moveTo>
                  <a:pt x="112" y="171"/>
                </a:moveTo>
                <a:lnTo>
                  <a:pt x="99" y="181"/>
                </a:lnTo>
                <a:moveTo>
                  <a:pt x="76" y="196"/>
                </a:moveTo>
                <a:lnTo>
                  <a:pt x="63" y="205"/>
                </a:lnTo>
                <a:moveTo>
                  <a:pt x="40" y="220"/>
                </a:moveTo>
                <a:lnTo>
                  <a:pt x="27" y="230"/>
                </a:lnTo>
                <a:moveTo>
                  <a:pt x="4" y="245"/>
                </a:moveTo>
                <a:lnTo>
                  <a:pt x="0" y="24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7" name="Freeform 557">
            <a:extLst>
              <a:ext uri="{FF2B5EF4-FFF2-40B4-BE49-F238E27FC236}">
                <a16:creationId xmlns:a16="http://schemas.microsoft.com/office/drawing/2014/main" id="{D2455D58-65BF-0701-2FFD-777F2E2C7B03}"/>
              </a:ext>
            </a:extLst>
          </p:cNvPr>
          <p:cNvSpPr>
            <a:spLocks noEditPoints="1"/>
          </p:cNvSpPr>
          <p:nvPr/>
        </p:nvSpPr>
        <p:spPr bwMode="auto">
          <a:xfrm>
            <a:off x="488950" y="412751"/>
            <a:ext cx="427038" cy="463550"/>
          </a:xfrm>
          <a:custGeom>
            <a:avLst/>
            <a:gdLst>
              <a:gd name="T0" fmla="*/ 537 w 537"/>
              <a:gd name="T1" fmla="*/ 0 h 584"/>
              <a:gd name="T2" fmla="*/ 526 w 537"/>
              <a:gd name="T3" fmla="*/ 12 h 584"/>
              <a:gd name="T4" fmla="*/ 508 w 537"/>
              <a:gd name="T5" fmla="*/ 32 h 584"/>
              <a:gd name="T6" fmla="*/ 497 w 537"/>
              <a:gd name="T7" fmla="*/ 44 h 584"/>
              <a:gd name="T8" fmla="*/ 478 w 537"/>
              <a:gd name="T9" fmla="*/ 64 h 584"/>
              <a:gd name="T10" fmla="*/ 467 w 537"/>
              <a:gd name="T11" fmla="*/ 76 h 584"/>
              <a:gd name="T12" fmla="*/ 449 w 537"/>
              <a:gd name="T13" fmla="*/ 96 h 584"/>
              <a:gd name="T14" fmla="*/ 438 w 537"/>
              <a:gd name="T15" fmla="*/ 108 h 584"/>
              <a:gd name="T16" fmla="*/ 419 w 537"/>
              <a:gd name="T17" fmla="*/ 128 h 584"/>
              <a:gd name="T18" fmla="*/ 408 w 537"/>
              <a:gd name="T19" fmla="*/ 140 h 584"/>
              <a:gd name="T20" fmla="*/ 390 w 537"/>
              <a:gd name="T21" fmla="*/ 160 h 584"/>
              <a:gd name="T22" fmla="*/ 379 w 537"/>
              <a:gd name="T23" fmla="*/ 172 h 584"/>
              <a:gd name="T24" fmla="*/ 360 w 537"/>
              <a:gd name="T25" fmla="*/ 192 h 584"/>
              <a:gd name="T26" fmla="*/ 349 w 537"/>
              <a:gd name="T27" fmla="*/ 204 h 584"/>
              <a:gd name="T28" fmla="*/ 331 w 537"/>
              <a:gd name="T29" fmla="*/ 224 h 584"/>
              <a:gd name="T30" fmla="*/ 320 w 537"/>
              <a:gd name="T31" fmla="*/ 236 h 584"/>
              <a:gd name="T32" fmla="*/ 302 w 537"/>
              <a:gd name="T33" fmla="*/ 256 h 584"/>
              <a:gd name="T34" fmla="*/ 291 w 537"/>
              <a:gd name="T35" fmla="*/ 268 h 584"/>
              <a:gd name="T36" fmla="*/ 272 w 537"/>
              <a:gd name="T37" fmla="*/ 288 h 584"/>
              <a:gd name="T38" fmla="*/ 261 w 537"/>
              <a:gd name="T39" fmla="*/ 300 h 584"/>
              <a:gd name="T40" fmla="*/ 243 w 537"/>
              <a:gd name="T41" fmla="*/ 320 h 584"/>
              <a:gd name="T42" fmla="*/ 232 w 537"/>
              <a:gd name="T43" fmla="*/ 332 h 584"/>
              <a:gd name="T44" fmla="*/ 213 w 537"/>
              <a:gd name="T45" fmla="*/ 352 h 584"/>
              <a:gd name="T46" fmla="*/ 202 w 537"/>
              <a:gd name="T47" fmla="*/ 364 h 584"/>
              <a:gd name="T48" fmla="*/ 184 w 537"/>
              <a:gd name="T49" fmla="*/ 384 h 584"/>
              <a:gd name="T50" fmla="*/ 173 w 537"/>
              <a:gd name="T51" fmla="*/ 396 h 584"/>
              <a:gd name="T52" fmla="*/ 154 w 537"/>
              <a:gd name="T53" fmla="*/ 416 h 584"/>
              <a:gd name="T54" fmla="*/ 143 w 537"/>
              <a:gd name="T55" fmla="*/ 428 h 584"/>
              <a:gd name="T56" fmla="*/ 125 w 537"/>
              <a:gd name="T57" fmla="*/ 448 h 584"/>
              <a:gd name="T58" fmla="*/ 114 w 537"/>
              <a:gd name="T59" fmla="*/ 460 h 584"/>
              <a:gd name="T60" fmla="*/ 95 w 537"/>
              <a:gd name="T61" fmla="*/ 480 h 584"/>
              <a:gd name="T62" fmla="*/ 84 w 537"/>
              <a:gd name="T63" fmla="*/ 492 h 584"/>
              <a:gd name="T64" fmla="*/ 66 w 537"/>
              <a:gd name="T65" fmla="*/ 512 h 584"/>
              <a:gd name="T66" fmla="*/ 55 w 537"/>
              <a:gd name="T67" fmla="*/ 524 h 584"/>
              <a:gd name="T68" fmla="*/ 36 w 537"/>
              <a:gd name="T69" fmla="*/ 544 h 584"/>
              <a:gd name="T70" fmla="*/ 25 w 537"/>
              <a:gd name="T71" fmla="*/ 556 h 584"/>
              <a:gd name="T72" fmla="*/ 7 w 537"/>
              <a:gd name="T73" fmla="*/ 576 h 584"/>
              <a:gd name="T74" fmla="*/ 0 w 537"/>
              <a:gd name="T75" fmla="*/ 584 h 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37" h="584">
                <a:moveTo>
                  <a:pt x="537" y="0"/>
                </a:moveTo>
                <a:lnTo>
                  <a:pt x="526" y="12"/>
                </a:lnTo>
                <a:moveTo>
                  <a:pt x="508" y="32"/>
                </a:moveTo>
                <a:lnTo>
                  <a:pt x="497" y="44"/>
                </a:lnTo>
                <a:moveTo>
                  <a:pt x="478" y="64"/>
                </a:moveTo>
                <a:lnTo>
                  <a:pt x="467" y="76"/>
                </a:lnTo>
                <a:moveTo>
                  <a:pt x="449" y="96"/>
                </a:moveTo>
                <a:lnTo>
                  <a:pt x="438" y="108"/>
                </a:lnTo>
                <a:moveTo>
                  <a:pt x="419" y="128"/>
                </a:moveTo>
                <a:lnTo>
                  <a:pt x="408" y="140"/>
                </a:lnTo>
                <a:moveTo>
                  <a:pt x="390" y="160"/>
                </a:moveTo>
                <a:lnTo>
                  <a:pt x="379" y="172"/>
                </a:lnTo>
                <a:moveTo>
                  <a:pt x="360" y="192"/>
                </a:moveTo>
                <a:lnTo>
                  <a:pt x="349" y="204"/>
                </a:lnTo>
                <a:moveTo>
                  <a:pt x="331" y="224"/>
                </a:moveTo>
                <a:lnTo>
                  <a:pt x="320" y="236"/>
                </a:lnTo>
                <a:moveTo>
                  <a:pt x="302" y="256"/>
                </a:moveTo>
                <a:lnTo>
                  <a:pt x="291" y="268"/>
                </a:lnTo>
                <a:moveTo>
                  <a:pt x="272" y="288"/>
                </a:moveTo>
                <a:lnTo>
                  <a:pt x="261" y="300"/>
                </a:lnTo>
                <a:moveTo>
                  <a:pt x="243" y="320"/>
                </a:moveTo>
                <a:lnTo>
                  <a:pt x="232" y="332"/>
                </a:lnTo>
                <a:moveTo>
                  <a:pt x="213" y="352"/>
                </a:moveTo>
                <a:lnTo>
                  <a:pt x="202" y="364"/>
                </a:lnTo>
                <a:moveTo>
                  <a:pt x="184" y="384"/>
                </a:moveTo>
                <a:lnTo>
                  <a:pt x="173" y="396"/>
                </a:lnTo>
                <a:moveTo>
                  <a:pt x="154" y="416"/>
                </a:moveTo>
                <a:lnTo>
                  <a:pt x="143" y="428"/>
                </a:lnTo>
                <a:moveTo>
                  <a:pt x="125" y="448"/>
                </a:moveTo>
                <a:lnTo>
                  <a:pt x="114" y="460"/>
                </a:lnTo>
                <a:moveTo>
                  <a:pt x="95" y="480"/>
                </a:moveTo>
                <a:lnTo>
                  <a:pt x="84" y="492"/>
                </a:lnTo>
                <a:moveTo>
                  <a:pt x="66" y="512"/>
                </a:moveTo>
                <a:lnTo>
                  <a:pt x="55" y="524"/>
                </a:lnTo>
                <a:moveTo>
                  <a:pt x="36" y="544"/>
                </a:moveTo>
                <a:lnTo>
                  <a:pt x="25" y="556"/>
                </a:lnTo>
                <a:moveTo>
                  <a:pt x="7" y="576"/>
                </a:moveTo>
                <a:lnTo>
                  <a:pt x="0" y="5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8" name="Freeform 558">
            <a:extLst>
              <a:ext uri="{FF2B5EF4-FFF2-40B4-BE49-F238E27FC236}">
                <a16:creationId xmlns:a16="http://schemas.microsoft.com/office/drawing/2014/main" id="{098B23A2-B5A2-F9E9-E233-46BA0A4DDB9B}"/>
              </a:ext>
            </a:extLst>
          </p:cNvPr>
          <p:cNvSpPr>
            <a:spLocks noEditPoints="1"/>
          </p:cNvSpPr>
          <p:nvPr/>
        </p:nvSpPr>
        <p:spPr bwMode="auto">
          <a:xfrm>
            <a:off x="412750" y="1627188"/>
            <a:ext cx="92075" cy="66675"/>
          </a:xfrm>
          <a:custGeom>
            <a:avLst/>
            <a:gdLst>
              <a:gd name="T0" fmla="*/ 116 w 116"/>
              <a:gd name="T1" fmla="*/ 0 h 84"/>
              <a:gd name="T2" fmla="*/ 103 w 116"/>
              <a:gd name="T3" fmla="*/ 9 h 84"/>
              <a:gd name="T4" fmla="*/ 81 w 116"/>
              <a:gd name="T5" fmla="*/ 25 h 84"/>
              <a:gd name="T6" fmla="*/ 67 w 116"/>
              <a:gd name="T7" fmla="*/ 35 h 84"/>
              <a:gd name="T8" fmla="*/ 45 w 116"/>
              <a:gd name="T9" fmla="*/ 51 h 84"/>
              <a:gd name="T10" fmla="*/ 32 w 116"/>
              <a:gd name="T11" fmla="*/ 60 h 84"/>
              <a:gd name="T12" fmla="*/ 10 w 116"/>
              <a:gd name="T13" fmla="*/ 76 h 84"/>
              <a:gd name="T14" fmla="*/ 0 w 116"/>
              <a:gd name="T15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6" h="84">
                <a:moveTo>
                  <a:pt x="116" y="0"/>
                </a:moveTo>
                <a:lnTo>
                  <a:pt x="103" y="9"/>
                </a:lnTo>
                <a:moveTo>
                  <a:pt x="81" y="25"/>
                </a:moveTo>
                <a:lnTo>
                  <a:pt x="67" y="35"/>
                </a:lnTo>
                <a:moveTo>
                  <a:pt x="45" y="51"/>
                </a:moveTo>
                <a:lnTo>
                  <a:pt x="32" y="60"/>
                </a:lnTo>
                <a:moveTo>
                  <a:pt x="10" y="76"/>
                </a:moveTo>
                <a:lnTo>
                  <a:pt x="0" y="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9" name="Freeform 559">
            <a:extLst>
              <a:ext uri="{FF2B5EF4-FFF2-40B4-BE49-F238E27FC236}">
                <a16:creationId xmlns:a16="http://schemas.microsoft.com/office/drawing/2014/main" id="{ECFB97B8-63C6-BAD2-1530-B9B80D916AE7}"/>
              </a:ext>
            </a:extLst>
          </p:cNvPr>
          <p:cNvSpPr>
            <a:spLocks noEditPoints="1"/>
          </p:cNvSpPr>
          <p:nvPr/>
        </p:nvSpPr>
        <p:spPr bwMode="auto">
          <a:xfrm>
            <a:off x="577850" y="1792288"/>
            <a:ext cx="155575" cy="244475"/>
          </a:xfrm>
          <a:custGeom>
            <a:avLst/>
            <a:gdLst>
              <a:gd name="T0" fmla="*/ 196 w 196"/>
              <a:gd name="T1" fmla="*/ 0 h 307"/>
              <a:gd name="T2" fmla="*/ 188 w 196"/>
              <a:gd name="T3" fmla="*/ 13 h 307"/>
              <a:gd name="T4" fmla="*/ 173 w 196"/>
              <a:gd name="T5" fmla="*/ 36 h 307"/>
              <a:gd name="T6" fmla="*/ 164 w 196"/>
              <a:gd name="T7" fmla="*/ 50 h 307"/>
              <a:gd name="T8" fmla="*/ 149 w 196"/>
              <a:gd name="T9" fmla="*/ 73 h 307"/>
              <a:gd name="T10" fmla="*/ 141 w 196"/>
              <a:gd name="T11" fmla="*/ 87 h 307"/>
              <a:gd name="T12" fmla="*/ 126 w 196"/>
              <a:gd name="T13" fmla="*/ 110 h 307"/>
              <a:gd name="T14" fmla="*/ 117 w 196"/>
              <a:gd name="T15" fmla="*/ 123 h 307"/>
              <a:gd name="T16" fmla="*/ 102 w 196"/>
              <a:gd name="T17" fmla="*/ 146 h 307"/>
              <a:gd name="T18" fmla="*/ 94 w 196"/>
              <a:gd name="T19" fmla="*/ 160 h 307"/>
              <a:gd name="T20" fmla="*/ 79 w 196"/>
              <a:gd name="T21" fmla="*/ 183 h 307"/>
              <a:gd name="T22" fmla="*/ 70 w 196"/>
              <a:gd name="T23" fmla="*/ 197 h 307"/>
              <a:gd name="T24" fmla="*/ 56 w 196"/>
              <a:gd name="T25" fmla="*/ 220 h 307"/>
              <a:gd name="T26" fmla="*/ 47 w 196"/>
              <a:gd name="T27" fmla="*/ 233 h 307"/>
              <a:gd name="T28" fmla="*/ 32 w 196"/>
              <a:gd name="T29" fmla="*/ 256 h 307"/>
              <a:gd name="T30" fmla="*/ 23 w 196"/>
              <a:gd name="T31" fmla="*/ 270 h 307"/>
              <a:gd name="T32" fmla="*/ 9 w 196"/>
              <a:gd name="T33" fmla="*/ 293 h 307"/>
              <a:gd name="T34" fmla="*/ 0 w 196"/>
              <a:gd name="T3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6" h="307">
                <a:moveTo>
                  <a:pt x="196" y="0"/>
                </a:moveTo>
                <a:lnTo>
                  <a:pt x="188" y="13"/>
                </a:lnTo>
                <a:moveTo>
                  <a:pt x="173" y="36"/>
                </a:moveTo>
                <a:lnTo>
                  <a:pt x="164" y="50"/>
                </a:lnTo>
                <a:moveTo>
                  <a:pt x="149" y="73"/>
                </a:moveTo>
                <a:lnTo>
                  <a:pt x="141" y="87"/>
                </a:lnTo>
                <a:moveTo>
                  <a:pt x="126" y="110"/>
                </a:moveTo>
                <a:lnTo>
                  <a:pt x="117" y="123"/>
                </a:lnTo>
                <a:moveTo>
                  <a:pt x="102" y="146"/>
                </a:moveTo>
                <a:lnTo>
                  <a:pt x="94" y="160"/>
                </a:lnTo>
                <a:moveTo>
                  <a:pt x="79" y="183"/>
                </a:moveTo>
                <a:lnTo>
                  <a:pt x="70" y="197"/>
                </a:lnTo>
                <a:moveTo>
                  <a:pt x="56" y="220"/>
                </a:moveTo>
                <a:lnTo>
                  <a:pt x="47" y="233"/>
                </a:lnTo>
                <a:moveTo>
                  <a:pt x="32" y="256"/>
                </a:moveTo>
                <a:lnTo>
                  <a:pt x="23" y="270"/>
                </a:lnTo>
                <a:moveTo>
                  <a:pt x="9" y="293"/>
                </a:moveTo>
                <a:lnTo>
                  <a:pt x="0" y="30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0" name="Freeform 560">
            <a:extLst>
              <a:ext uri="{FF2B5EF4-FFF2-40B4-BE49-F238E27FC236}">
                <a16:creationId xmlns:a16="http://schemas.microsoft.com/office/drawing/2014/main" id="{4EF79CC1-A5A1-C6D6-18AD-243B1308AD96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1762126"/>
            <a:ext cx="454025" cy="438150"/>
          </a:xfrm>
          <a:custGeom>
            <a:avLst/>
            <a:gdLst>
              <a:gd name="T0" fmla="*/ 572 w 572"/>
              <a:gd name="T1" fmla="*/ 0 h 552"/>
              <a:gd name="T2" fmla="*/ 560 w 572"/>
              <a:gd name="T3" fmla="*/ 11 h 552"/>
              <a:gd name="T4" fmla="*/ 540 w 572"/>
              <a:gd name="T5" fmla="*/ 30 h 552"/>
              <a:gd name="T6" fmla="*/ 529 w 572"/>
              <a:gd name="T7" fmla="*/ 42 h 552"/>
              <a:gd name="T8" fmla="*/ 509 w 572"/>
              <a:gd name="T9" fmla="*/ 61 h 552"/>
              <a:gd name="T10" fmla="*/ 497 w 572"/>
              <a:gd name="T11" fmla="*/ 72 h 552"/>
              <a:gd name="T12" fmla="*/ 478 w 572"/>
              <a:gd name="T13" fmla="*/ 91 h 552"/>
              <a:gd name="T14" fmla="*/ 466 w 572"/>
              <a:gd name="T15" fmla="*/ 102 h 552"/>
              <a:gd name="T16" fmla="*/ 446 w 572"/>
              <a:gd name="T17" fmla="*/ 121 h 552"/>
              <a:gd name="T18" fmla="*/ 435 w 572"/>
              <a:gd name="T19" fmla="*/ 132 h 552"/>
              <a:gd name="T20" fmla="*/ 415 w 572"/>
              <a:gd name="T21" fmla="*/ 151 h 552"/>
              <a:gd name="T22" fmla="*/ 403 w 572"/>
              <a:gd name="T23" fmla="*/ 163 h 552"/>
              <a:gd name="T24" fmla="*/ 384 w 572"/>
              <a:gd name="T25" fmla="*/ 181 h 552"/>
              <a:gd name="T26" fmla="*/ 372 w 572"/>
              <a:gd name="T27" fmla="*/ 193 h 552"/>
              <a:gd name="T28" fmla="*/ 353 w 572"/>
              <a:gd name="T29" fmla="*/ 212 h 552"/>
              <a:gd name="T30" fmla="*/ 341 w 572"/>
              <a:gd name="T31" fmla="*/ 223 h 552"/>
              <a:gd name="T32" fmla="*/ 321 w 572"/>
              <a:gd name="T33" fmla="*/ 242 h 552"/>
              <a:gd name="T34" fmla="*/ 310 w 572"/>
              <a:gd name="T35" fmla="*/ 253 h 552"/>
              <a:gd name="T36" fmla="*/ 290 w 572"/>
              <a:gd name="T37" fmla="*/ 272 h 552"/>
              <a:gd name="T38" fmla="*/ 278 w 572"/>
              <a:gd name="T39" fmla="*/ 283 h 552"/>
              <a:gd name="T40" fmla="*/ 259 w 572"/>
              <a:gd name="T41" fmla="*/ 302 h 552"/>
              <a:gd name="T42" fmla="*/ 247 w 572"/>
              <a:gd name="T43" fmla="*/ 314 h 552"/>
              <a:gd name="T44" fmla="*/ 227 w 572"/>
              <a:gd name="T45" fmla="*/ 333 h 552"/>
              <a:gd name="T46" fmla="*/ 216 w 572"/>
              <a:gd name="T47" fmla="*/ 344 h 552"/>
              <a:gd name="T48" fmla="*/ 196 w 572"/>
              <a:gd name="T49" fmla="*/ 363 h 552"/>
              <a:gd name="T50" fmla="*/ 184 w 572"/>
              <a:gd name="T51" fmla="*/ 374 h 552"/>
              <a:gd name="T52" fmla="*/ 165 w 572"/>
              <a:gd name="T53" fmla="*/ 393 h 552"/>
              <a:gd name="T54" fmla="*/ 153 w 572"/>
              <a:gd name="T55" fmla="*/ 404 h 552"/>
              <a:gd name="T56" fmla="*/ 133 w 572"/>
              <a:gd name="T57" fmla="*/ 423 h 552"/>
              <a:gd name="T58" fmla="*/ 122 w 572"/>
              <a:gd name="T59" fmla="*/ 435 h 552"/>
              <a:gd name="T60" fmla="*/ 102 w 572"/>
              <a:gd name="T61" fmla="*/ 453 h 552"/>
              <a:gd name="T62" fmla="*/ 90 w 572"/>
              <a:gd name="T63" fmla="*/ 465 h 552"/>
              <a:gd name="T64" fmla="*/ 71 w 572"/>
              <a:gd name="T65" fmla="*/ 484 h 552"/>
              <a:gd name="T66" fmla="*/ 59 w 572"/>
              <a:gd name="T67" fmla="*/ 495 h 552"/>
              <a:gd name="T68" fmla="*/ 39 w 572"/>
              <a:gd name="T69" fmla="*/ 514 h 552"/>
              <a:gd name="T70" fmla="*/ 28 w 572"/>
              <a:gd name="T71" fmla="*/ 525 h 552"/>
              <a:gd name="T72" fmla="*/ 8 w 572"/>
              <a:gd name="T73" fmla="*/ 544 h 552"/>
              <a:gd name="T74" fmla="*/ 0 w 572"/>
              <a:gd name="T75" fmla="*/ 552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72" h="552">
                <a:moveTo>
                  <a:pt x="572" y="0"/>
                </a:moveTo>
                <a:lnTo>
                  <a:pt x="560" y="11"/>
                </a:lnTo>
                <a:moveTo>
                  <a:pt x="540" y="30"/>
                </a:moveTo>
                <a:lnTo>
                  <a:pt x="529" y="42"/>
                </a:lnTo>
                <a:moveTo>
                  <a:pt x="509" y="61"/>
                </a:moveTo>
                <a:lnTo>
                  <a:pt x="497" y="72"/>
                </a:lnTo>
                <a:moveTo>
                  <a:pt x="478" y="91"/>
                </a:moveTo>
                <a:lnTo>
                  <a:pt x="466" y="102"/>
                </a:lnTo>
                <a:moveTo>
                  <a:pt x="446" y="121"/>
                </a:moveTo>
                <a:lnTo>
                  <a:pt x="435" y="132"/>
                </a:lnTo>
                <a:moveTo>
                  <a:pt x="415" y="151"/>
                </a:moveTo>
                <a:lnTo>
                  <a:pt x="403" y="163"/>
                </a:lnTo>
                <a:moveTo>
                  <a:pt x="384" y="181"/>
                </a:moveTo>
                <a:lnTo>
                  <a:pt x="372" y="193"/>
                </a:lnTo>
                <a:moveTo>
                  <a:pt x="353" y="212"/>
                </a:moveTo>
                <a:lnTo>
                  <a:pt x="341" y="223"/>
                </a:lnTo>
                <a:moveTo>
                  <a:pt x="321" y="242"/>
                </a:moveTo>
                <a:lnTo>
                  <a:pt x="310" y="253"/>
                </a:lnTo>
                <a:moveTo>
                  <a:pt x="290" y="272"/>
                </a:moveTo>
                <a:lnTo>
                  <a:pt x="278" y="283"/>
                </a:lnTo>
                <a:moveTo>
                  <a:pt x="259" y="302"/>
                </a:moveTo>
                <a:lnTo>
                  <a:pt x="247" y="314"/>
                </a:lnTo>
                <a:moveTo>
                  <a:pt x="227" y="333"/>
                </a:moveTo>
                <a:lnTo>
                  <a:pt x="216" y="344"/>
                </a:lnTo>
                <a:moveTo>
                  <a:pt x="196" y="363"/>
                </a:moveTo>
                <a:lnTo>
                  <a:pt x="184" y="374"/>
                </a:lnTo>
                <a:moveTo>
                  <a:pt x="165" y="393"/>
                </a:moveTo>
                <a:lnTo>
                  <a:pt x="153" y="404"/>
                </a:lnTo>
                <a:moveTo>
                  <a:pt x="133" y="423"/>
                </a:moveTo>
                <a:lnTo>
                  <a:pt x="122" y="435"/>
                </a:lnTo>
                <a:moveTo>
                  <a:pt x="102" y="453"/>
                </a:moveTo>
                <a:lnTo>
                  <a:pt x="90" y="465"/>
                </a:lnTo>
                <a:moveTo>
                  <a:pt x="71" y="484"/>
                </a:moveTo>
                <a:lnTo>
                  <a:pt x="59" y="495"/>
                </a:lnTo>
                <a:moveTo>
                  <a:pt x="39" y="514"/>
                </a:moveTo>
                <a:lnTo>
                  <a:pt x="28" y="525"/>
                </a:lnTo>
                <a:moveTo>
                  <a:pt x="8" y="544"/>
                </a:moveTo>
                <a:lnTo>
                  <a:pt x="0" y="55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1" name="Freeform 561">
            <a:extLst>
              <a:ext uri="{FF2B5EF4-FFF2-40B4-BE49-F238E27FC236}">
                <a16:creationId xmlns:a16="http://schemas.microsoft.com/office/drawing/2014/main" id="{A8C29712-C491-1876-D960-279FC203F98B}"/>
              </a:ext>
            </a:extLst>
          </p:cNvPr>
          <p:cNvSpPr>
            <a:spLocks noEditPoints="1"/>
          </p:cNvSpPr>
          <p:nvPr/>
        </p:nvSpPr>
        <p:spPr bwMode="auto">
          <a:xfrm>
            <a:off x="1762125" y="504826"/>
            <a:ext cx="58738" cy="53975"/>
          </a:xfrm>
          <a:custGeom>
            <a:avLst/>
            <a:gdLst>
              <a:gd name="T0" fmla="*/ 75 w 75"/>
              <a:gd name="T1" fmla="*/ 0 h 69"/>
              <a:gd name="T2" fmla="*/ 63 w 75"/>
              <a:gd name="T3" fmla="*/ 11 h 69"/>
              <a:gd name="T4" fmla="*/ 43 w 75"/>
              <a:gd name="T5" fmla="*/ 30 h 69"/>
              <a:gd name="T6" fmla="*/ 31 w 75"/>
              <a:gd name="T7" fmla="*/ 41 h 69"/>
              <a:gd name="T8" fmla="*/ 11 w 75"/>
              <a:gd name="T9" fmla="*/ 59 h 69"/>
              <a:gd name="T10" fmla="*/ 0 w 75"/>
              <a:gd name="T11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" h="69">
                <a:moveTo>
                  <a:pt x="75" y="0"/>
                </a:moveTo>
                <a:lnTo>
                  <a:pt x="63" y="11"/>
                </a:lnTo>
                <a:moveTo>
                  <a:pt x="43" y="30"/>
                </a:moveTo>
                <a:lnTo>
                  <a:pt x="31" y="41"/>
                </a:lnTo>
                <a:moveTo>
                  <a:pt x="11" y="59"/>
                </a:moveTo>
                <a:lnTo>
                  <a:pt x="0" y="6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2" name="Freeform 562">
            <a:extLst>
              <a:ext uri="{FF2B5EF4-FFF2-40B4-BE49-F238E27FC236}">
                <a16:creationId xmlns:a16="http://schemas.microsoft.com/office/drawing/2014/main" id="{AF64A383-4086-ABA9-622C-FEEA5F311981}"/>
              </a:ext>
            </a:extLst>
          </p:cNvPr>
          <p:cNvSpPr>
            <a:spLocks noEditPoints="1"/>
          </p:cNvSpPr>
          <p:nvPr/>
        </p:nvSpPr>
        <p:spPr bwMode="auto">
          <a:xfrm>
            <a:off x="1419225" y="280988"/>
            <a:ext cx="3175" cy="417513"/>
          </a:xfrm>
          <a:custGeom>
            <a:avLst/>
            <a:gdLst>
              <a:gd name="T0" fmla="*/ 0 w 4"/>
              <a:gd name="T1" fmla="*/ 0 h 526"/>
              <a:gd name="T2" fmla="*/ 0 w 4"/>
              <a:gd name="T3" fmla="*/ 16 h 526"/>
              <a:gd name="T4" fmla="*/ 1 w 4"/>
              <a:gd name="T5" fmla="*/ 43 h 526"/>
              <a:gd name="T6" fmla="*/ 1 w 4"/>
              <a:gd name="T7" fmla="*/ 60 h 526"/>
              <a:gd name="T8" fmla="*/ 1 w 4"/>
              <a:gd name="T9" fmla="*/ 87 h 526"/>
              <a:gd name="T10" fmla="*/ 1 w 4"/>
              <a:gd name="T11" fmla="*/ 103 h 526"/>
              <a:gd name="T12" fmla="*/ 1 w 4"/>
              <a:gd name="T13" fmla="*/ 130 h 526"/>
              <a:gd name="T14" fmla="*/ 1 w 4"/>
              <a:gd name="T15" fmla="*/ 147 h 526"/>
              <a:gd name="T16" fmla="*/ 2 w 4"/>
              <a:gd name="T17" fmla="*/ 174 h 526"/>
              <a:gd name="T18" fmla="*/ 2 w 4"/>
              <a:gd name="T19" fmla="*/ 190 h 526"/>
              <a:gd name="T20" fmla="*/ 2 w 4"/>
              <a:gd name="T21" fmla="*/ 217 h 526"/>
              <a:gd name="T22" fmla="*/ 2 w 4"/>
              <a:gd name="T23" fmla="*/ 234 h 526"/>
              <a:gd name="T24" fmla="*/ 2 w 4"/>
              <a:gd name="T25" fmla="*/ 261 h 526"/>
              <a:gd name="T26" fmla="*/ 2 w 4"/>
              <a:gd name="T27" fmla="*/ 277 h 526"/>
              <a:gd name="T28" fmla="*/ 2 w 4"/>
              <a:gd name="T29" fmla="*/ 304 h 526"/>
              <a:gd name="T30" fmla="*/ 3 w 4"/>
              <a:gd name="T31" fmla="*/ 321 h 526"/>
              <a:gd name="T32" fmla="*/ 3 w 4"/>
              <a:gd name="T33" fmla="*/ 348 h 526"/>
              <a:gd name="T34" fmla="*/ 3 w 4"/>
              <a:gd name="T35" fmla="*/ 364 h 526"/>
              <a:gd name="T36" fmla="*/ 3 w 4"/>
              <a:gd name="T37" fmla="*/ 391 h 526"/>
              <a:gd name="T38" fmla="*/ 3 w 4"/>
              <a:gd name="T39" fmla="*/ 408 h 526"/>
              <a:gd name="T40" fmla="*/ 3 w 4"/>
              <a:gd name="T41" fmla="*/ 435 h 526"/>
              <a:gd name="T42" fmla="*/ 3 w 4"/>
              <a:gd name="T43" fmla="*/ 451 h 526"/>
              <a:gd name="T44" fmla="*/ 4 w 4"/>
              <a:gd name="T45" fmla="*/ 478 h 526"/>
              <a:gd name="T46" fmla="*/ 4 w 4"/>
              <a:gd name="T47" fmla="*/ 495 h 526"/>
              <a:gd name="T48" fmla="*/ 4 w 4"/>
              <a:gd name="T49" fmla="*/ 522 h 526"/>
              <a:gd name="T50" fmla="*/ 4 w 4"/>
              <a:gd name="T51" fmla="*/ 526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" h="526">
                <a:moveTo>
                  <a:pt x="0" y="0"/>
                </a:moveTo>
                <a:lnTo>
                  <a:pt x="0" y="16"/>
                </a:lnTo>
                <a:moveTo>
                  <a:pt x="1" y="43"/>
                </a:moveTo>
                <a:lnTo>
                  <a:pt x="1" y="60"/>
                </a:lnTo>
                <a:moveTo>
                  <a:pt x="1" y="87"/>
                </a:moveTo>
                <a:lnTo>
                  <a:pt x="1" y="103"/>
                </a:lnTo>
                <a:moveTo>
                  <a:pt x="1" y="130"/>
                </a:moveTo>
                <a:lnTo>
                  <a:pt x="1" y="147"/>
                </a:lnTo>
                <a:moveTo>
                  <a:pt x="2" y="174"/>
                </a:moveTo>
                <a:lnTo>
                  <a:pt x="2" y="190"/>
                </a:lnTo>
                <a:moveTo>
                  <a:pt x="2" y="217"/>
                </a:moveTo>
                <a:lnTo>
                  <a:pt x="2" y="234"/>
                </a:lnTo>
                <a:moveTo>
                  <a:pt x="2" y="261"/>
                </a:moveTo>
                <a:lnTo>
                  <a:pt x="2" y="277"/>
                </a:lnTo>
                <a:moveTo>
                  <a:pt x="2" y="304"/>
                </a:moveTo>
                <a:lnTo>
                  <a:pt x="3" y="321"/>
                </a:lnTo>
                <a:moveTo>
                  <a:pt x="3" y="348"/>
                </a:moveTo>
                <a:lnTo>
                  <a:pt x="3" y="364"/>
                </a:lnTo>
                <a:moveTo>
                  <a:pt x="3" y="391"/>
                </a:moveTo>
                <a:lnTo>
                  <a:pt x="3" y="408"/>
                </a:lnTo>
                <a:moveTo>
                  <a:pt x="3" y="435"/>
                </a:moveTo>
                <a:lnTo>
                  <a:pt x="3" y="451"/>
                </a:lnTo>
                <a:moveTo>
                  <a:pt x="4" y="478"/>
                </a:moveTo>
                <a:lnTo>
                  <a:pt x="4" y="495"/>
                </a:lnTo>
                <a:moveTo>
                  <a:pt x="4" y="522"/>
                </a:moveTo>
                <a:lnTo>
                  <a:pt x="4" y="52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3" name="Freeform 563">
            <a:extLst>
              <a:ext uri="{FF2B5EF4-FFF2-40B4-BE49-F238E27FC236}">
                <a16:creationId xmlns:a16="http://schemas.microsoft.com/office/drawing/2014/main" id="{F2035844-00AC-5AED-5BB5-F9AC9C6A6F10}"/>
              </a:ext>
            </a:extLst>
          </p:cNvPr>
          <p:cNvSpPr>
            <a:spLocks noEditPoints="1"/>
          </p:cNvSpPr>
          <p:nvPr/>
        </p:nvSpPr>
        <p:spPr bwMode="auto">
          <a:xfrm>
            <a:off x="1296988" y="2801938"/>
            <a:ext cx="273050" cy="573088"/>
          </a:xfrm>
          <a:custGeom>
            <a:avLst/>
            <a:gdLst>
              <a:gd name="T0" fmla="*/ 344 w 344"/>
              <a:gd name="T1" fmla="*/ 0 h 722"/>
              <a:gd name="T2" fmla="*/ 337 w 344"/>
              <a:gd name="T3" fmla="*/ 14 h 722"/>
              <a:gd name="T4" fmla="*/ 325 w 344"/>
              <a:gd name="T5" fmla="*/ 39 h 722"/>
              <a:gd name="T6" fmla="*/ 318 w 344"/>
              <a:gd name="T7" fmla="*/ 54 h 722"/>
              <a:gd name="T8" fmla="*/ 306 w 344"/>
              <a:gd name="T9" fmla="*/ 78 h 722"/>
              <a:gd name="T10" fmla="*/ 299 w 344"/>
              <a:gd name="T11" fmla="*/ 93 h 722"/>
              <a:gd name="T12" fmla="*/ 288 w 344"/>
              <a:gd name="T13" fmla="*/ 118 h 722"/>
              <a:gd name="T14" fmla="*/ 281 w 344"/>
              <a:gd name="T15" fmla="*/ 132 h 722"/>
              <a:gd name="T16" fmla="*/ 269 w 344"/>
              <a:gd name="T17" fmla="*/ 157 h 722"/>
              <a:gd name="T18" fmla="*/ 262 w 344"/>
              <a:gd name="T19" fmla="*/ 172 h 722"/>
              <a:gd name="T20" fmla="*/ 250 w 344"/>
              <a:gd name="T21" fmla="*/ 196 h 722"/>
              <a:gd name="T22" fmla="*/ 243 w 344"/>
              <a:gd name="T23" fmla="*/ 211 h 722"/>
              <a:gd name="T24" fmla="*/ 232 w 344"/>
              <a:gd name="T25" fmla="*/ 235 h 722"/>
              <a:gd name="T26" fmla="*/ 225 w 344"/>
              <a:gd name="T27" fmla="*/ 250 h 722"/>
              <a:gd name="T28" fmla="*/ 213 w 344"/>
              <a:gd name="T29" fmla="*/ 275 h 722"/>
              <a:gd name="T30" fmla="*/ 206 w 344"/>
              <a:gd name="T31" fmla="*/ 289 h 722"/>
              <a:gd name="T32" fmla="*/ 194 w 344"/>
              <a:gd name="T33" fmla="*/ 314 h 722"/>
              <a:gd name="T34" fmla="*/ 187 w 344"/>
              <a:gd name="T35" fmla="*/ 329 h 722"/>
              <a:gd name="T36" fmla="*/ 176 w 344"/>
              <a:gd name="T37" fmla="*/ 353 h 722"/>
              <a:gd name="T38" fmla="*/ 169 w 344"/>
              <a:gd name="T39" fmla="*/ 368 h 722"/>
              <a:gd name="T40" fmla="*/ 157 w 344"/>
              <a:gd name="T41" fmla="*/ 393 h 722"/>
              <a:gd name="T42" fmla="*/ 150 w 344"/>
              <a:gd name="T43" fmla="*/ 407 h 722"/>
              <a:gd name="T44" fmla="*/ 138 w 344"/>
              <a:gd name="T45" fmla="*/ 432 h 722"/>
              <a:gd name="T46" fmla="*/ 131 w 344"/>
              <a:gd name="T47" fmla="*/ 447 h 722"/>
              <a:gd name="T48" fmla="*/ 120 w 344"/>
              <a:gd name="T49" fmla="*/ 471 h 722"/>
              <a:gd name="T50" fmla="*/ 113 w 344"/>
              <a:gd name="T51" fmla="*/ 486 h 722"/>
              <a:gd name="T52" fmla="*/ 101 w 344"/>
              <a:gd name="T53" fmla="*/ 511 h 722"/>
              <a:gd name="T54" fmla="*/ 94 w 344"/>
              <a:gd name="T55" fmla="*/ 525 h 722"/>
              <a:gd name="T56" fmla="*/ 82 w 344"/>
              <a:gd name="T57" fmla="*/ 550 h 722"/>
              <a:gd name="T58" fmla="*/ 75 w 344"/>
              <a:gd name="T59" fmla="*/ 565 h 722"/>
              <a:gd name="T60" fmla="*/ 63 w 344"/>
              <a:gd name="T61" fmla="*/ 589 h 722"/>
              <a:gd name="T62" fmla="*/ 56 w 344"/>
              <a:gd name="T63" fmla="*/ 604 h 722"/>
              <a:gd name="T64" fmla="*/ 45 w 344"/>
              <a:gd name="T65" fmla="*/ 628 h 722"/>
              <a:gd name="T66" fmla="*/ 38 w 344"/>
              <a:gd name="T67" fmla="*/ 643 h 722"/>
              <a:gd name="T68" fmla="*/ 26 w 344"/>
              <a:gd name="T69" fmla="*/ 668 h 722"/>
              <a:gd name="T70" fmla="*/ 19 w 344"/>
              <a:gd name="T71" fmla="*/ 682 h 722"/>
              <a:gd name="T72" fmla="*/ 7 w 344"/>
              <a:gd name="T73" fmla="*/ 707 h 722"/>
              <a:gd name="T74" fmla="*/ 0 w 344"/>
              <a:gd name="T75" fmla="*/ 722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44" h="722">
                <a:moveTo>
                  <a:pt x="344" y="0"/>
                </a:moveTo>
                <a:lnTo>
                  <a:pt x="337" y="14"/>
                </a:lnTo>
                <a:moveTo>
                  <a:pt x="325" y="39"/>
                </a:moveTo>
                <a:lnTo>
                  <a:pt x="318" y="54"/>
                </a:lnTo>
                <a:moveTo>
                  <a:pt x="306" y="78"/>
                </a:moveTo>
                <a:lnTo>
                  <a:pt x="299" y="93"/>
                </a:lnTo>
                <a:moveTo>
                  <a:pt x="288" y="118"/>
                </a:moveTo>
                <a:lnTo>
                  <a:pt x="281" y="132"/>
                </a:lnTo>
                <a:moveTo>
                  <a:pt x="269" y="157"/>
                </a:moveTo>
                <a:lnTo>
                  <a:pt x="262" y="172"/>
                </a:lnTo>
                <a:moveTo>
                  <a:pt x="250" y="196"/>
                </a:moveTo>
                <a:lnTo>
                  <a:pt x="243" y="211"/>
                </a:lnTo>
                <a:moveTo>
                  <a:pt x="232" y="235"/>
                </a:moveTo>
                <a:lnTo>
                  <a:pt x="225" y="250"/>
                </a:lnTo>
                <a:moveTo>
                  <a:pt x="213" y="275"/>
                </a:moveTo>
                <a:lnTo>
                  <a:pt x="206" y="289"/>
                </a:lnTo>
                <a:moveTo>
                  <a:pt x="194" y="314"/>
                </a:moveTo>
                <a:lnTo>
                  <a:pt x="187" y="329"/>
                </a:lnTo>
                <a:moveTo>
                  <a:pt x="176" y="353"/>
                </a:moveTo>
                <a:lnTo>
                  <a:pt x="169" y="368"/>
                </a:lnTo>
                <a:moveTo>
                  <a:pt x="157" y="393"/>
                </a:moveTo>
                <a:lnTo>
                  <a:pt x="150" y="407"/>
                </a:lnTo>
                <a:moveTo>
                  <a:pt x="138" y="432"/>
                </a:moveTo>
                <a:lnTo>
                  <a:pt x="131" y="447"/>
                </a:lnTo>
                <a:moveTo>
                  <a:pt x="120" y="471"/>
                </a:moveTo>
                <a:lnTo>
                  <a:pt x="113" y="486"/>
                </a:lnTo>
                <a:moveTo>
                  <a:pt x="101" y="511"/>
                </a:moveTo>
                <a:lnTo>
                  <a:pt x="94" y="525"/>
                </a:lnTo>
                <a:moveTo>
                  <a:pt x="82" y="550"/>
                </a:moveTo>
                <a:lnTo>
                  <a:pt x="75" y="565"/>
                </a:lnTo>
                <a:moveTo>
                  <a:pt x="63" y="589"/>
                </a:moveTo>
                <a:lnTo>
                  <a:pt x="56" y="604"/>
                </a:lnTo>
                <a:moveTo>
                  <a:pt x="45" y="628"/>
                </a:moveTo>
                <a:lnTo>
                  <a:pt x="38" y="643"/>
                </a:lnTo>
                <a:moveTo>
                  <a:pt x="26" y="668"/>
                </a:moveTo>
                <a:lnTo>
                  <a:pt x="19" y="682"/>
                </a:lnTo>
                <a:moveTo>
                  <a:pt x="7" y="707"/>
                </a:moveTo>
                <a:lnTo>
                  <a:pt x="0" y="72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4" name="Freeform 564">
            <a:extLst>
              <a:ext uri="{FF2B5EF4-FFF2-40B4-BE49-F238E27FC236}">
                <a16:creationId xmlns:a16="http://schemas.microsoft.com/office/drawing/2014/main" id="{C87FE97D-BA8D-13AF-AEB2-707963291B31}"/>
              </a:ext>
            </a:extLst>
          </p:cNvPr>
          <p:cNvSpPr>
            <a:spLocks noEditPoints="1"/>
          </p:cNvSpPr>
          <p:nvPr/>
        </p:nvSpPr>
        <p:spPr bwMode="auto">
          <a:xfrm>
            <a:off x="1123950" y="790576"/>
            <a:ext cx="441325" cy="449263"/>
          </a:xfrm>
          <a:custGeom>
            <a:avLst/>
            <a:gdLst>
              <a:gd name="T0" fmla="*/ 555 w 555"/>
              <a:gd name="T1" fmla="*/ 0 h 567"/>
              <a:gd name="T2" fmla="*/ 544 w 555"/>
              <a:gd name="T3" fmla="*/ 11 h 567"/>
              <a:gd name="T4" fmla="*/ 525 w 555"/>
              <a:gd name="T5" fmla="*/ 31 h 567"/>
              <a:gd name="T6" fmla="*/ 514 w 555"/>
              <a:gd name="T7" fmla="*/ 42 h 567"/>
              <a:gd name="T8" fmla="*/ 494 w 555"/>
              <a:gd name="T9" fmla="*/ 62 h 567"/>
              <a:gd name="T10" fmla="*/ 483 w 555"/>
              <a:gd name="T11" fmla="*/ 73 h 567"/>
              <a:gd name="T12" fmla="*/ 464 w 555"/>
              <a:gd name="T13" fmla="*/ 93 h 567"/>
              <a:gd name="T14" fmla="*/ 453 w 555"/>
              <a:gd name="T15" fmla="*/ 105 h 567"/>
              <a:gd name="T16" fmla="*/ 434 w 555"/>
              <a:gd name="T17" fmla="*/ 124 h 567"/>
              <a:gd name="T18" fmla="*/ 422 w 555"/>
              <a:gd name="T19" fmla="*/ 136 h 567"/>
              <a:gd name="T20" fmla="*/ 403 w 555"/>
              <a:gd name="T21" fmla="*/ 155 h 567"/>
              <a:gd name="T22" fmla="*/ 392 w 555"/>
              <a:gd name="T23" fmla="*/ 167 h 567"/>
              <a:gd name="T24" fmla="*/ 373 w 555"/>
              <a:gd name="T25" fmla="*/ 186 h 567"/>
              <a:gd name="T26" fmla="*/ 361 w 555"/>
              <a:gd name="T27" fmla="*/ 198 h 567"/>
              <a:gd name="T28" fmla="*/ 342 w 555"/>
              <a:gd name="T29" fmla="*/ 217 h 567"/>
              <a:gd name="T30" fmla="*/ 331 w 555"/>
              <a:gd name="T31" fmla="*/ 229 h 567"/>
              <a:gd name="T32" fmla="*/ 312 w 555"/>
              <a:gd name="T33" fmla="*/ 248 h 567"/>
              <a:gd name="T34" fmla="*/ 300 w 555"/>
              <a:gd name="T35" fmla="*/ 260 h 567"/>
              <a:gd name="T36" fmla="*/ 281 w 555"/>
              <a:gd name="T37" fmla="*/ 279 h 567"/>
              <a:gd name="T38" fmla="*/ 270 w 555"/>
              <a:gd name="T39" fmla="*/ 291 h 567"/>
              <a:gd name="T40" fmla="*/ 251 w 555"/>
              <a:gd name="T41" fmla="*/ 311 h 567"/>
              <a:gd name="T42" fmla="*/ 239 w 555"/>
              <a:gd name="T43" fmla="*/ 322 h 567"/>
              <a:gd name="T44" fmla="*/ 220 w 555"/>
              <a:gd name="T45" fmla="*/ 342 h 567"/>
              <a:gd name="T46" fmla="*/ 209 w 555"/>
              <a:gd name="T47" fmla="*/ 353 h 567"/>
              <a:gd name="T48" fmla="*/ 190 w 555"/>
              <a:gd name="T49" fmla="*/ 373 h 567"/>
              <a:gd name="T50" fmla="*/ 179 w 555"/>
              <a:gd name="T51" fmla="*/ 384 h 567"/>
              <a:gd name="T52" fmla="*/ 159 w 555"/>
              <a:gd name="T53" fmla="*/ 404 h 567"/>
              <a:gd name="T54" fmla="*/ 148 w 555"/>
              <a:gd name="T55" fmla="*/ 415 h 567"/>
              <a:gd name="T56" fmla="*/ 129 w 555"/>
              <a:gd name="T57" fmla="*/ 435 h 567"/>
              <a:gd name="T58" fmla="*/ 118 w 555"/>
              <a:gd name="T59" fmla="*/ 447 h 567"/>
              <a:gd name="T60" fmla="*/ 99 w 555"/>
              <a:gd name="T61" fmla="*/ 466 h 567"/>
              <a:gd name="T62" fmla="*/ 87 w 555"/>
              <a:gd name="T63" fmla="*/ 478 h 567"/>
              <a:gd name="T64" fmla="*/ 68 w 555"/>
              <a:gd name="T65" fmla="*/ 497 h 567"/>
              <a:gd name="T66" fmla="*/ 57 w 555"/>
              <a:gd name="T67" fmla="*/ 509 h 567"/>
              <a:gd name="T68" fmla="*/ 38 w 555"/>
              <a:gd name="T69" fmla="*/ 528 h 567"/>
              <a:gd name="T70" fmla="*/ 26 w 555"/>
              <a:gd name="T71" fmla="*/ 540 h 567"/>
              <a:gd name="T72" fmla="*/ 7 w 555"/>
              <a:gd name="T73" fmla="*/ 559 h 567"/>
              <a:gd name="T74" fmla="*/ 0 w 555"/>
              <a:gd name="T75" fmla="*/ 567 h 5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5" h="567">
                <a:moveTo>
                  <a:pt x="555" y="0"/>
                </a:moveTo>
                <a:lnTo>
                  <a:pt x="544" y="11"/>
                </a:lnTo>
                <a:moveTo>
                  <a:pt x="525" y="31"/>
                </a:moveTo>
                <a:lnTo>
                  <a:pt x="514" y="42"/>
                </a:lnTo>
                <a:moveTo>
                  <a:pt x="494" y="62"/>
                </a:moveTo>
                <a:lnTo>
                  <a:pt x="483" y="73"/>
                </a:lnTo>
                <a:moveTo>
                  <a:pt x="464" y="93"/>
                </a:moveTo>
                <a:lnTo>
                  <a:pt x="453" y="105"/>
                </a:lnTo>
                <a:moveTo>
                  <a:pt x="434" y="124"/>
                </a:moveTo>
                <a:lnTo>
                  <a:pt x="422" y="136"/>
                </a:lnTo>
                <a:moveTo>
                  <a:pt x="403" y="155"/>
                </a:moveTo>
                <a:lnTo>
                  <a:pt x="392" y="167"/>
                </a:lnTo>
                <a:moveTo>
                  <a:pt x="373" y="186"/>
                </a:moveTo>
                <a:lnTo>
                  <a:pt x="361" y="198"/>
                </a:lnTo>
                <a:moveTo>
                  <a:pt x="342" y="217"/>
                </a:moveTo>
                <a:lnTo>
                  <a:pt x="331" y="229"/>
                </a:lnTo>
                <a:moveTo>
                  <a:pt x="312" y="248"/>
                </a:moveTo>
                <a:lnTo>
                  <a:pt x="300" y="260"/>
                </a:lnTo>
                <a:moveTo>
                  <a:pt x="281" y="279"/>
                </a:moveTo>
                <a:lnTo>
                  <a:pt x="270" y="291"/>
                </a:lnTo>
                <a:moveTo>
                  <a:pt x="251" y="311"/>
                </a:moveTo>
                <a:lnTo>
                  <a:pt x="239" y="322"/>
                </a:lnTo>
                <a:moveTo>
                  <a:pt x="220" y="342"/>
                </a:moveTo>
                <a:lnTo>
                  <a:pt x="209" y="353"/>
                </a:lnTo>
                <a:moveTo>
                  <a:pt x="190" y="373"/>
                </a:moveTo>
                <a:lnTo>
                  <a:pt x="179" y="384"/>
                </a:lnTo>
                <a:moveTo>
                  <a:pt x="159" y="404"/>
                </a:moveTo>
                <a:lnTo>
                  <a:pt x="148" y="415"/>
                </a:lnTo>
                <a:moveTo>
                  <a:pt x="129" y="435"/>
                </a:moveTo>
                <a:lnTo>
                  <a:pt x="118" y="447"/>
                </a:lnTo>
                <a:moveTo>
                  <a:pt x="99" y="466"/>
                </a:moveTo>
                <a:lnTo>
                  <a:pt x="87" y="478"/>
                </a:lnTo>
                <a:moveTo>
                  <a:pt x="68" y="497"/>
                </a:moveTo>
                <a:lnTo>
                  <a:pt x="57" y="509"/>
                </a:lnTo>
                <a:moveTo>
                  <a:pt x="38" y="528"/>
                </a:moveTo>
                <a:lnTo>
                  <a:pt x="26" y="540"/>
                </a:lnTo>
                <a:moveTo>
                  <a:pt x="7" y="559"/>
                </a:moveTo>
                <a:lnTo>
                  <a:pt x="0" y="56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5" name="Freeform 565">
            <a:extLst>
              <a:ext uri="{FF2B5EF4-FFF2-40B4-BE49-F238E27FC236}">
                <a16:creationId xmlns:a16="http://schemas.microsoft.com/office/drawing/2014/main" id="{38632C6D-3AAA-EC19-A81D-D938B5DF5B93}"/>
              </a:ext>
            </a:extLst>
          </p:cNvPr>
          <p:cNvSpPr>
            <a:spLocks noEditPoints="1"/>
          </p:cNvSpPr>
          <p:nvPr/>
        </p:nvSpPr>
        <p:spPr bwMode="auto">
          <a:xfrm>
            <a:off x="1195388" y="1587501"/>
            <a:ext cx="77788" cy="85725"/>
          </a:xfrm>
          <a:custGeom>
            <a:avLst/>
            <a:gdLst>
              <a:gd name="T0" fmla="*/ 98 w 98"/>
              <a:gd name="T1" fmla="*/ 0 h 109"/>
              <a:gd name="T2" fmla="*/ 87 w 98"/>
              <a:gd name="T3" fmla="*/ 12 h 109"/>
              <a:gd name="T4" fmla="*/ 69 w 98"/>
              <a:gd name="T5" fmla="*/ 33 h 109"/>
              <a:gd name="T6" fmla="*/ 58 w 98"/>
              <a:gd name="T7" fmla="*/ 45 h 109"/>
              <a:gd name="T8" fmla="*/ 40 w 98"/>
              <a:gd name="T9" fmla="*/ 65 h 109"/>
              <a:gd name="T10" fmla="*/ 29 w 98"/>
              <a:gd name="T11" fmla="*/ 77 h 109"/>
              <a:gd name="T12" fmla="*/ 11 w 98"/>
              <a:gd name="T13" fmla="*/ 97 h 109"/>
              <a:gd name="T14" fmla="*/ 0 w 98"/>
              <a:gd name="T15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8" h="109">
                <a:moveTo>
                  <a:pt x="98" y="0"/>
                </a:moveTo>
                <a:lnTo>
                  <a:pt x="87" y="12"/>
                </a:lnTo>
                <a:moveTo>
                  <a:pt x="69" y="33"/>
                </a:moveTo>
                <a:lnTo>
                  <a:pt x="58" y="45"/>
                </a:lnTo>
                <a:moveTo>
                  <a:pt x="40" y="65"/>
                </a:moveTo>
                <a:lnTo>
                  <a:pt x="29" y="77"/>
                </a:lnTo>
                <a:moveTo>
                  <a:pt x="11" y="97"/>
                </a:moveTo>
                <a:lnTo>
                  <a:pt x="0" y="10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6" name="Freeform 566">
            <a:extLst>
              <a:ext uri="{FF2B5EF4-FFF2-40B4-BE49-F238E27FC236}">
                <a16:creationId xmlns:a16="http://schemas.microsoft.com/office/drawing/2014/main" id="{75DE2008-ACDF-13ED-2C24-866B6FEDFCFE}"/>
              </a:ext>
            </a:extLst>
          </p:cNvPr>
          <p:cNvSpPr>
            <a:spLocks noEditPoints="1"/>
          </p:cNvSpPr>
          <p:nvPr/>
        </p:nvSpPr>
        <p:spPr bwMode="auto">
          <a:xfrm>
            <a:off x="1279525" y="2717801"/>
            <a:ext cx="273050" cy="414338"/>
          </a:xfrm>
          <a:custGeom>
            <a:avLst/>
            <a:gdLst>
              <a:gd name="T0" fmla="*/ 344 w 344"/>
              <a:gd name="T1" fmla="*/ 0 h 522"/>
              <a:gd name="T2" fmla="*/ 335 w 344"/>
              <a:gd name="T3" fmla="*/ 13 h 522"/>
              <a:gd name="T4" fmla="*/ 320 w 344"/>
              <a:gd name="T5" fmla="*/ 36 h 522"/>
              <a:gd name="T6" fmla="*/ 311 w 344"/>
              <a:gd name="T7" fmla="*/ 50 h 522"/>
              <a:gd name="T8" fmla="*/ 296 w 344"/>
              <a:gd name="T9" fmla="*/ 72 h 522"/>
              <a:gd name="T10" fmla="*/ 287 w 344"/>
              <a:gd name="T11" fmla="*/ 86 h 522"/>
              <a:gd name="T12" fmla="*/ 272 w 344"/>
              <a:gd name="T13" fmla="*/ 109 h 522"/>
              <a:gd name="T14" fmla="*/ 263 w 344"/>
              <a:gd name="T15" fmla="*/ 122 h 522"/>
              <a:gd name="T16" fmla="*/ 248 w 344"/>
              <a:gd name="T17" fmla="*/ 145 h 522"/>
              <a:gd name="T18" fmla="*/ 239 w 344"/>
              <a:gd name="T19" fmla="*/ 159 h 522"/>
              <a:gd name="T20" fmla="*/ 224 w 344"/>
              <a:gd name="T21" fmla="*/ 181 h 522"/>
              <a:gd name="T22" fmla="*/ 215 w 344"/>
              <a:gd name="T23" fmla="*/ 195 h 522"/>
              <a:gd name="T24" fmla="*/ 200 w 344"/>
              <a:gd name="T25" fmla="*/ 218 h 522"/>
              <a:gd name="T26" fmla="*/ 191 w 344"/>
              <a:gd name="T27" fmla="*/ 231 h 522"/>
              <a:gd name="T28" fmla="*/ 176 w 344"/>
              <a:gd name="T29" fmla="*/ 254 h 522"/>
              <a:gd name="T30" fmla="*/ 167 w 344"/>
              <a:gd name="T31" fmla="*/ 268 h 522"/>
              <a:gd name="T32" fmla="*/ 152 w 344"/>
              <a:gd name="T33" fmla="*/ 290 h 522"/>
              <a:gd name="T34" fmla="*/ 143 w 344"/>
              <a:gd name="T35" fmla="*/ 304 h 522"/>
              <a:gd name="T36" fmla="*/ 128 w 344"/>
              <a:gd name="T37" fmla="*/ 327 h 522"/>
              <a:gd name="T38" fmla="*/ 119 w 344"/>
              <a:gd name="T39" fmla="*/ 340 h 522"/>
              <a:gd name="T40" fmla="*/ 105 w 344"/>
              <a:gd name="T41" fmla="*/ 363 h 522"/>
              <a:gd name="T42" fmla="*/ 96 w 344"/>
              <a:gd name="T43" fmla="*/ 377 h 522"/>
              <a:gd name="T44" fmla="*/ 81 w 344"/>
              <a:gd name="T45" fmla="*/ 400 h 522"/>
              <a:gd name="T46" fmla="*/ 72 w 344"/>
              <a:gd name="T47" fmla="*/ 413 h 522"/>
              <a:gd name="T48" fmla="*/ 57 w 344"/>
              <a:gd name="T49" fmla="*/ 436 h 522"/>
              <a:gd name="T50" fmla="*/ 48 w 344"/>
              <a:gd name="T51" fmla="*/ 449 h 522"/>
              <a:gd name="T52" fmla="*/ 33 w 344"/>
              <a:gd name="T53" fmla="*/ 472 h 522"/>
              <a:gd name="T54" fmla="*/ 24 w 344"/>
              <a:gd name="T55" fmla="*/ 486 h 522"/>
              <a:gd name="T56" fmla="*/ 9 w 344"/>
              <a:gd name="T57" fmla="*/ 509 h 522"/>
              <a:gd name="T58" fmla="*/ 0 w 344"/>
              <a:gd name="T59" fmla="*/ 522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44" h="522">
                <a:moveTo>
                  <a:pt x="344" y="0"/>
                </a:moveTo>
                <a:lnTo>
                  <a:pt x="335" y="13"/>
                </a:lnTo>
                <a:moveTo>
                  <a:pt x="320" y="36"/>
                </a:moveTo>
                <a:lnTo>
                  <a:pt x="311" y="50"/>
                </a:lnTo>
                <a:moveTo>
                  <a:pt x="296" y="72"/>
                </a:moveTo>
                <a:lnTo>
                  <a:pt x="287" y="86"/>
                </a:lnTo>
                <a:moveTo>
                  <a:pt x="272" y="109"/>
                </a:moveTo>
                <a:lnTo>
                  <a:pt x="263" y="122"/>
                </a:lnTo>
                <a:moveTo>
                  <a:pt x="248" y="145"/>
                </a:moveTo>
                <a:lnTo>
                  <a:pt x="239" y="159"/>
                </a:lnTo>
                <a:moveTo>
                  <a:pt x="224" y="181"/>
                </a:moveTo>
                <a:lnTo>
                  <a:pt x="215" y="195"/>
                </a:lnTo>
                <a:moveTo>
                  <a:pt x="200" y="218"/>
                </a:moveTo>
                <a:lnTo>
                  <a:pt x="191" y="231"/>
                </a:lnTo>
                <a:moveTo>
                  <a:pt x="176" y="254"/>
                </a:moveTo>
                <a:lnTo>
                  <a:pt x="167" y="268"/>
                </a:lnTo>
                <a:moveTo>
                  <a:pt x="152" y="290"/>
                </a:moveTo>
                <a:lnTo>
                  <a:pt x="143" y="304"/>
                </a:lnTo>
                <a:moveTo>
                  <a:pt x="128" y="327"/>
                </a:moveTo>
                <a:lnTo>
                  <a:pt x="119" y="340"/>
                </a:lnTo>
                <a:moveTo>
                  <a:pt x="105" y="363"/>
                </a:moveTo>
                <a:lnTo>
                  <a:pt x="96" y="377"/>
                </a:lnTo>
                <a:moveTo>
                  <a:pt x="81" y="400"/>
                </a:moveTo>
                <a:lnTo>
                  <a:pt x="72" y="413"/>
                </a:lnTo>
                <a:moveTo>
                  <a:pt x="57" y="436"/>
                </a:moveTo>
                <a:lnTo>
                  <a:pt x="48" y="449"/>
                </a:lnTo>
                <a:moveTo>
                  <a:pt x="33" y="472"/>
                </a:moveTo>
                <a:lnTo>
                  <a:pt x="24" y="486"/>
                </a:lnTo>
                <a:moveTo>
                  <a:pt x="9" y="509"/>
                </a:moveTo>
                <a:lnTo>
                  <a:pt x="0" y="52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7" name="Freeform 567">
            <a:extLst>
              <a:ext uri="{FF2B5EF4-FFF2-40B4-BE49-F238E27FC236}">
                <a16:creationId xmlns:a16="http://schemas.microsoft.com/office/drawing/2014/main" id="{67BC7D1C-0579-ECB0-9477-955DA8870B67}"/>
              </a:ext>
            </a:extLst>
          </p:cNvPr>
          <p:cNvSpPr>
            <a:spLocks noEditPoints="1"/>
          </p:cNvSpPr>
          <p:nvPr/>
        </p:nvSpPr>
        <p:spPr bwMode="auto">
          <a:xfrm>
            <a:off x="1546225" y="2038351"/>
            <a:ext cx="204788" cy="149225"/>
          </a:xfrm>
          <a:custGeom>
            <a:avLst/>
            <a:gdLst>
              <a:gd name="T0" fmla="*/ 259 w 259"/>
              <a:gd name="T1" fmla="*/ 0 h 189"/>
              <a:gd name="T2" fmla="*/ 246 w 259"/>
              <a:gd name="T3" fmla="*/ 9 h 189"/>
              <a:gd name="T4" fmla="*/ 224 w 259"/>
              <a:gd name="T5" fmla="*/ 26 h 189"/>
              <a:gd name="T6" fmla="*/ 211 w 259"/>
              <a:gd name="T7" fmla="*/ 35 h 189"/>
              <a:gd name="T8" fmla="*/ 189 w 259"/>
              <a:gd name="T9" fmla="*/ 51 h 189"/>
              <a:gd name="T10" fmla="*/ 176 w 259"/>
              <a:gd name="T11" fmla="*/ 61 h 189"/>
              <a:gd name="T12" fmla="*/ 154 w 259"/>
              <a:gd name="T13" fmla="*/ 77 h 189"/>
              <a:gd name="T14" fmla="*/ 140 w 259"/>
              <a:gd name="T15" fmla="*/ 86 h 189"/>
              <a:gd name="T16" fmla="*/ 118 w 259"/>
              <a:gd name="T17" fmla="*/ 102 h 189"/>
              <a:gd name="T18" fmla="*/ 105 w 259"/>
              <a:gd name="T19" fmla="*/ 112 h 189"/>
              <a:gd name="T20" fmla="*/ 83 w 259"/>
              <a:gd name="T21" fmla="*/ 128 h 189"/>
              <a:gd name="T22" fmla="*/ 70 w 259"/>
              <a:gd name="T23" fmla="*/ 138 h 189"/>
              <a:gd name="T24" fmla="*/ 48 w 259"/>
              <a:gd name="T25" fmla="*/ 154 h 189"/>
              <a:gd name="T26" fmla="*/ 35 w 259"/>
              <a:gd name="T27" fmla="*/ 163 h 189"/>
              <a:gd name="T28" fmla="*/ 13 w 259"/>
              <a:gd name="T29" fmla="*/ 179 h 189"/>
              <a:gd name="T30" fmla="*/ 0 w 259"/>
              <a:gd name="T31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9" h="189">
                <a:moveTo>
                  <a:pt x="259" y="0"/>
                </a:moveTo>
                <a:lnTo>
                  <a:pt x="246" y="9"/>
                </a:lnTo>
                <a:moveTo>
                  <a:pt x="224" y="26"/>
                </a:moveTo>
                <a:lnTo>
                  <a:pt x="211" y="35"/>
                </a:lnTo>
                <a:moveTo>
                  <a:pt x="189" y="51"/>
                </a:moveTo>
                <a:lnTo>
                  <a:pt x="176" y="61"/>
                </a:lnTo>
                <a:moveTo>
                  <a:pt x="154" y="77"/>
                </a:moveTo>
                <a:lnTo>
                  <a:pt x="140" y="86"/>
                </a:lnTo>
                <a:moveTo>
                  <a:pt x="118" y="102"/>
                </a:moveTo>
                <a:lnTo>
                  <a:pt x="105" y="112"/>
                </a:lnTo>
                <a:moveTo>
                  <a:pt x="83" y="128"/>
                </a:moveTo>
                <a:lnTo>
                  <a:pt x="70" y="138"/>
                </a:lnTo>
                <a:moveTo>
                  <a:pt x="48" y="154"/>
                </a:moveTo>
                <a:lnTo>
                  <a:pt x="35" y="163"/>
                </a:lnTo>
                <a:moveTo>
                  <a:pt x="13" y="179"/>
                </a:moveTo>
                <a:lnTo>
                  <a:pt x="0" y="18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8" name="Freeform 568">
            <a:extLst>
              <a:ext uri="{FF2B5EF4-FFF2-40B4-BE49-F238E27FC236}">
                <a16:creationId xmlns:a16="http://schemas.microsoft.com/office/drawing/2014/main" id="{AFE67D7C-470E-C1E0-472F-730004479D74}"/>
              </a:ext>
            </a:extLst>
          </p:cNvPr>
          <p:cNvSpPr>
            <a:spLocks noEditPoints="1"/>
          </p:cNvSpPr>
          <p:nvPr/>
        </p:nvSpPr>
        <p:spPr bwMode="auto">
          <a:xfrm>
            <a:off x="134938" y="684213"/>
            <a:ext cx="58738" cy="57150"/>
          </a:xfrm>
          <a:custGeom>
            <a:avLst/>
            <a:gdLst>
              <a:gd name="T0" fmla="*/ 74 w 74"/>
              <a:gd name="T1" fmla="*/ 0 h 71"/>
              <a:gd name="T2" fmla="*/ 62 w 74"/>
              <a:gd name="T3" fmla="*/ 11 h 71"/>
              <a:gd name="T4" fmla="*/ 43 w 74"/>
              <a:gd name="T5" fmla="*/ 30 h 71"/>
              <a:gd name="T6" fmla="*/ 31 w 74"/>
              <a:gd name="T7" fmla="*/ 41 h 71"/>
              <a:gd name="T8" fmla="*/ 11 w 74"/>
              <a:gd name="T9" fmla="*/ 60 h 71"/>
              <a:gd name="T10" fmla="*/ 0 w 74"/>
              <a:gd name="T11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4" h="71">
                <a:moveTo>
                  <a:pt x="74" y="0"/>
                </a:moveTo>
                <a:lnTo>
                  <a:pt x="62" y="11"/>
                </a:lnTo>
                <a:moveTo>
                  <a:pt x="43" y="30"/>
                </a:moveTo>
                <a:lnTo>
                  <a:pt x="31" y="41"/>
                </a:lnTo>
                <a:moveTo>
                  <a:pt x="11" y="60"/>
                </a:moveTo>
                <a:lnTo>
                  <a:pt x="0" y="7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9" name="Freeform 569">
            <a:extLst>
              <a:ext uri="{FF2B5EF4-FFF2-40B4-BE49-F238E27FC236}">
                <a16:creationId xmlns:a16="http://schemas.microsoft.com/office/drawing/2014/main" id="{A3B20524-9D58-03B3-A1DF-2A4F9275363D}"/>
              </a:ext>
            </a:extLst>
          </p:cNvPr>
          <p:cNvSpPr>
            <a:spLocks noEditPoints="1"/>
          </p:cNvSpPr>
          <p:nvPr/>
        </p:nvSpPr>
        <p:spPr bwMode="auto">
          <a:xfrm>
            <a:off x="908050" y="2495551"/>
            <a:ext cx="433388" cy="457200"/>
          </a:xfrm>
          <a:custGeom>
            <a:avLst/>
            <a:gdLst>
              <a:gd name="T0" fmla="*/ 546 w 546"/>
              <a:gd name="T1" fmla="*/ 0 h 576"/>
              <a:gd name="T2" fmla="*/ 534 w 546"/>
              <a:gd name="T3" fmla="*/ 12 h 576"/>
              <a:gd name="T4" fmla="*/ 516 w 546"/>
              <a:gd name="T5" fmla="*/ 31 h 576"/>
              <a:gd name="T6" fmla="*/ 504 w 546"/>
              <a:gd name="T7" fmla="*/ 43 h 576"/>
              <a:gd name="T8" fmla="*/ 486 w 546"/>
              <a:gd name="T9" fmla="*/ 63 h 576"/>
              <a:gd name="T10" fmla="*/ 475 w 546"/>
              <a:gd name="T11" fmla="*/ 75 h 576"/>
              <a:gd name="T12" fmla="*/ 456 w 546"/>
              <a:gd name="T13" fmla="*/ 95 h 576"/>
              <a:gd name="T14" fmla="*/ 445 w 546"/>
              <a:gd name="T15" fmla="*/ 107 h 576"/>
              <a:gd name="T16" fmla="*/ 426 w 546"/>
              <a:gd name="T17" fmla="*/ 126 h 576"/>
              <a:gd name="T18" fmla="*/ 415 w 546"/>
              <a:gd name="T19" fmla="*/ 138 h 576"/>
              <a:gd name="T20" fmla="*/ 396 w 546"/>
              <a:gd name="T21" fmla="*/ 158 h 576"/>
              <a:gd name="T22" fmla="*/ 385 w 546"/>
              <a:gd name="T23" fmla="*/ 170 h 576"/>
              <a:gd name="T24" fmla="*/ 366 w 546"/>
              <a:gd name="T25" fmla="*/ 189 h 576"/>
              <a:gd name="T26" fmla="*/ 355 w 546"/>
              <a:gd name="T27" fmla="*/ 201 h 576"/>
              <a:gd name="T28" fmla="*/ 336 w 546"/>
              <a:gd name="T29" fmla="*/ 221 h 576"/>
              <a:gd name="T30" fmla="*/ 325 w 546"/>
              <a:gd name="T31" fmla="*/ 233 h 576"/>
              <a:gd name="T32" fmla="*/ 306 w 546"/>
              <a:gd name="T33" fmla="*/ 253 h 576"/>
              <a:gd name="T34" fmla="*/ 295 w 546"/>
              <a:gd name="T35" fmla="*/ 264 h 576"/>
              <a:gd name="T36" fmla="*/ 276 w 546"/>
              <a:gd name="T37" fmla="*/ 284 h 576"/>
              <a:gd name="T38" fmla="*/ 265 w 546"/>
              <a:gd name="T39" fmla="*/ 296 h 576"/>
              <a:gd name="T40" fmla="*/ 246 w 546"/>
              <a:gd name="T41" fmla="*/ 316 h 576"/>
              <a:gd name="T42" fmla="*/ 235 w 546"/>
              <a:gd name="T43" fmla="*/ 328 h 576"/>
              <a:gd name="T44" fmla="*/ 216 w 546"/>
              <a:gd name="T45" fmla="*/ 347 h 576"/>
              <a:gd name="T46" fmla="*/ 205 w 546"/>
              <a:gd name="T47" fmla="*/ 359 h 576"/>
              <a:gd name="T48" fmla="*/ 186 w 546"/>
              <a:gd name="T49" fmla="*/ 379 h 576"/>
              <a:gd name="T50" fmla="*/ 175 w 546"/>
              <a:gd name="T51" fmla="*/ 391 h 576"/>
              <a:gd name="T52" fmla="*/ 156 w 546"/>
              <a:gd name="T53" fmla="*/ 411 h 576"/>
              <a:gd name="T54" fmla="*/ 145 w 546"/>
              <a:gd name="T55" fmla="*/ 422 h 576"/>
              <a:gd name="T56" fmla="*/ 127 w 546"/>
              <a:gd name="T57" fmla="*/ 442 h 576"/>
              <a:gd name="T58" fmla="*/ 115 w 546"/>
              <a:gd name="T59" fmla="*/ 454 h 576"/>
              <a:gd name="T60" fmla="*/ 97 w 546"/>
              <a:gd name="T61" fmla="*/ 474 h 576"/>
              <a:gd name="T62" fmla="*/ 85 w 546"/>
              <a:gd name="T63" fmla="*/ 486 h 576"/>
              <a:gd name="T64" fmla="*/ 67 w 546"/>
              <a:gd name="T65" fmla="*/ 505 h 576"/>
              <a:gd name="T66" fmla="*/ 55 w 546"/>
              <a:gd name="T67" fmla="*/ 517 h 576"/>
              <a:gd name="T68" fmla="*/ 37 w 546"/>
              <a:gd name="T69" fmla="*/ 537 h 576"/>
              <a:gd name="T70" fmla="*/ 26 w 546"/>
              <a:gd name="T71" fmla="*/ 549 h 576"/>
              <a:gd name="T72" fmla="*/ 7 w 546"/>
              <a:gd name="T73" fmla="*/ 569 h 576"/>
              <a:gd name="T74" fmla="*/ 0 w 546"/>
              <a:gd name="T7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46" h="576">
                <a:moveTo>
                  <a:pt x="546" y="0"/>
                </a:moveTo>
                <a:lnTo>
                  <a:pt x="534" y="12"/>
                </a:lnTo>
                <a:moveTo>
                  <a:pt x="516" y="31"/>
                </a:moveTo>
                <a:lnTo>
                  <a:pt x="504" y="43"/>
                </a:lnTo>
                <a:moveTo>
                  <a:pt x="486" y="63"/>
                </a:moveTo>
                <a:lnTo>
                  <a:pt x="475" y="75"/>
                </a:lnTo>
                <a:moveTo>
                  <a:pt x="456" y="95"/>
                </a:moveTo>
                <a:lnTo>
                  <a:pt x="445" y="107"/>
                </a:lnTo>
                <a:moveTo>
                  <a:pt x="426" y="126"/>
                </a:moveTo>
                <a:lnTo>
                  <a:pt x="415" y="138"/>
                </a:lnTo>
                <a:moveTo>
                  <a:pt x="396" y="158"/>
                </a:moveTo>
                <a:lnTo>
                  <a:pt x="385" y="170"/>
                </a:lnTo>
                <a:moveTo>
                  <a:pt x="366" y="189"/>
                </a:moveTo>
                <a:lnTo>
                  <a:pt x="355" y="201"/>
                </a:lnTo>
                <a:moveTo>
                  <a:pt x="336" y="221"/>
                </a:moveTo>
                <a:lnTo>
                  <a:pt x="325" y="233"/>
                </a:lnTo>
                <a:moveTo>
                  <a:pt x="306" y="253"/>
                </a:moveTo>
                <a:lnTo>
                  <a:pt x="295" y="264"/>
                </a:lnTo>
                <a:moveTo>
                  <a:pt x="276" y="284"/>
                </a:moveTo>
                <a:lnTo>
                  <a:pt x="265" y="296"/>
                </a:lnTo>
                <a:moveTo>
                  <a:pt x="246" y="316"/>
                </a:moveTo>
                <a:lnTo>
                  <a:pt x="235" y="328"/>
                </a:lnTo>
                <a:moveTo>
                  <a:pt x="216" y="347"/>
                </a:moveTo>
                <a:lnTo>
                  <a:pt x="205" y="359"/>
                </a:lnTo>
                <a:moveTo>
                  <a:pt x="186" y="379"/>
                </a:moveTo>
                <a:lnTo>
                  <a:pt x="175" y="391"/>
                </a:lnTo>
                <a:moveTo>
                  <a:pt x="156" y="411"/>
                </a:moveTo>
                <a:lnTo>
                  <a:pt x="145" y="422"/>
                </a:lnTo>
                <a:moveTo>
                  <a:pt x="127" y="442"/>
                </a:moveTo>
                <a:lnTo>
                  <a:pt x="115" y="454"/>
                </a:lnTo>
                <a:moveTo>
                  <a:pt x="97" y="474"/>
                </a:moveTo>
                <a:lnTo>
                  <a:pt x="85" y="486"/>
                </a:lnTo>
                <a:moveTo>
                  <a:pt x="67" y="505"/>
                </a:moveTo>
                <a:lnTo>
                  <a:pt x="55" y="517"/>
                </a:lnTo>
                <a:moveTo>
                  <a:pt x="37" y="537"/>
                </a:moveTo>
                <a:lnTo>
                  <a:pt x="26" y="549"/>
                </a:lnTo>
                <a:moveTo>
                  <a:pt x="7" y="569"/>
                </a:moveTo>
                <a:lnTo>
                  <a:pt x="0" y="57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0" name="Line 570">
            <a:extLst>
              <a:ext uri="{FF2B5EF4-FFF2-40B4-BE49-F238E27FC236}">
                <a16:creationId xmlns:a16="http://schemas.microsoft.com/office/drawing/2014/main" id="{DD71CC67-FBF2-3188-C83C-6C790FD9F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14313"/>
            <a:ext cx="0" cy="158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1" name="Freeform 571">
            <a:extLst>
              <a:ext uri="{FF2B5EF4-FFF2-40B4-BE49-F238E27FC236}">
                <a16:creationId xmlns:a16="http://schemas.microsoft.com/office/drawing/2014/main" id="{FEC4995D-DD59-BEAD-2EF8-1EF584708BFC}"/>
              </a:ext>
            </a:extLst>
          </p:cNvPr>
          <p:cNvSpPr>
            <a:spLocks noEditPoints="1"/>
          </p:cNvSpPr>
          <p:nvPr/>
        </p:nvSpPr>
        <p:spPr bwMode="auto">
          <a:xfrm>
            <a:off x="1071563" y="1584326"/>
            <a:ext cx="100013" cy="112713"/>
          </a:xfrm>
          <a:custGeom>
            <a:avLst/>
            <a:gdLst>
              <a:gd name="T0" fmla="*/ 126 w 126"/>
              <a:gd name="T1" fmla="*/ 0 h 142"/>
              <a:gd name="T2" fmla="*/ 115 w 126"/>
              <a:gd name="T3" fmla="*/ 12 h 142"/>
              <a:gd name="T4" fmla="*/ 97 w 126"/>
              <a:gd name="T5" fmla="*/ 32 h 142"/>
              <a:gd name="T6" fmla="*/ 86 w 126"/>
              <a:gd name="T7" fmla="*/ 45 h 142"/>
              <a:gd name="T8" fmla="*/ 68 w 126"/>
              <a:gd name="T9" fmla="*/ 65 h 142"/>
              <a:gd name="T10" fmla="*/ 58 w 126"/>
              <a:gd name="T11" fmla="*/ 77 h 142"/>
              <a:gd name="T12" fmla="*/ 40 w 126"/>
              <a:gd name="T13" fmla="*/ 97 h 142"/>
              <a:gd name="T14" fmla="*/ 29 w 126"/>
              <a:gd name="T15" fmla="*/ 110 h 142"/>
              <a:gd name="T16" fmla="*/ 11 w 126"/>
              <a:gd name="T17" fmla="*/ 130 h 142"/>
              <a:gd name="T18" fmla="*/ 0 w 126"/>
              <a:gd name="T1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6" h="142">
                <a:moveTo>
                  <a:pt x="126" y="0"/>
                </a:moveTo>
                <a:lnTo>
                  <a:pt x="115" y="12"/>
                </a:lnTo>
                <a:moveTo>
                  <a:pt x="97" y="32"/>
                </a:moveTo>
                <a:lnTo>
                  <a:pt x="86" y="45"/>
                </a:lnTo>
                <a:moveTo>
                  <a:pt x="68" y="65"/>
                </a:moveTo>
                <a:lnTo>
                  <a:pt x="58" y="77"/>
                </a:lnTo>
                <a:moveTo>
                  <a:pt x="40" y="97"/>
                </a:moveTo>
                <a:lnTo>
                  <a:pt x="29" y="110"/>
                </a:lnTo>
                <a:moveTo>
                  <a:pt x="11" y="130"/>
                </a:moveTo>
                <a:lnTo>
                  <a:pt x="0" y="14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2" name="Freeform 572">
            <a:extLst>
              <a:ext uri="{FF2B5EF4-FFF2-40B4-BE49-F238E27FC236}">
                <a16:creationId xmlns:a16="http://schemas.microsoft.com/office/drawing/2014/main" id="{3C06FB60-9320-FA73-7746-E9EC1B718E2C}"/>
              </a:ext>
            </a:extLst>
          </p:cNvPr>
          <p:cNvSpPr>
            <a:spLocks noEditPoints="1"/>
          </p:cNvSpPr>
          <p:nvPr/>
        </p:nvSpPr>
        <p:spPr bwMode="auto">
          <a:xfrm>
            <a:off x="304800" y="2408238"/>
            <a:ext cx="198438" cy="209550"/>
          </a:xfrm>
          <a:custGeom>
            <a:avLst/>
            <a:gdLst>
              <a:gd name="T0" fmla="*/ 251 w 251"/>
              <a:gd name="T1" fmla="*/ 0 h 264"/>
              <a:gd name="T2" fmla="*/ 240 w 251"/>
              <a:gd name="T3" fmla="*/ 12 h 264"/>
              <a:gd name="T4" fmla="*/ 221 w 251"/>
              <a:gd name="T5" fmla="*/ 32 h 264"/>
              <a:gd name="T6" fmla="*/ 210 w 251"/>
              <a:gd name="T7" fmla="*/ 43 h 264"/>
              <a:gd name="T8" fmla="*/ 191 w 251"/>
              <a:gd name="T9" fmla="*/ 63 h 264"/>
              <a:gd name="T10" fmla="*/ 180 w 251"/>
              <a:gd name="T11" fmla="*/ 75 h 264"/>
              <a:gd name="T12" fmla="*/ 161 w 251"/>
              <a:gd name="T13" fmla="*/ 95 h 264"/>
              <a:gd name="T14" fmla="*/ 150 w 251"/>
              <a:gd name="T15" fmla="*/ 107 h 264"/>
              <a:gd name="T16" fmla="*/ 131 w 251"/>
              <a:gd name="T17" fmla="*/ 126 h 264"/>
              <a:gd name="T18" fmla="*/ 120 w 251"/>
              <a:gd name="T19" fmla="*/ 138 h 264"/>
              <a:gd name="T20" fmla="*/ 101 w 251"/>
              <a:gd name="T21" fmla="*/ 158 h 264"/>
              <a:gd name="T22" fmla="*/ 90 w 251"/>
              <a:gd name="T23" fmla="*/ 170 h 264"/>
              <a:gd name="T24" fmla="*/ 71 w 251"/>
              <a:gd name="T25" fmla="*/ 189 h 264"/>
              <a:gd name="T26" fmla="*/ 60 w 251"/>
              <a:gd name="T27" fmla="*/ 201 h 264"/>
              <a:gd name="T28" fmla="*/ 41 w 251"/>
              <a:gd name="T29" fmla="*/ 221 h 264"/>
              <a:gd name="T30" fmla="*/ 30 w 251"/>
              <a:gd name="T31" fmla="*/ 233 h 264"/>
              <a:gd name="T32" fmla="*/ 11 w 251"/>
              <a:gd name="T33" fmla="*/ 252 h 264"/>
              <a:gd name="T34" fmla="*/ 0 w 251"/>
              <a:gd name="T35" fmla="*/ 264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51" h="264">
                <a:moveTo>
                  <a:pt x="251" y="0"/>
                </a:moveTo>
                <a:lnTo>
                  <a:pt x="240" y="12"/>
                </a:lnTo>
                <a:moveTo>
                  <a:pt x="221" y="32"/>
                </a:moveTo>
                <a:lnTo>
                  <a:pt x="210" y="43"/>
                </a:lnTo>
                <a:moveTo>
                  <a:pt x="191" y="63"/>
                </a:moveTo>
                <a:lnTo>
                  <a:pt x="180" y="75"/>
                </a:lnTo>
                <a:moveTo>
                  <a:pt x="161" y="95"/>
                </a:moveTo>
                <a:lnTo>
                  <a:pt x="150" y="107"/>
                </a:lnTo>
                <a:moveTo>
                  <a:pt x="131" y="126"/>
                </a:moveTo>
                <a:lnTo>
                  <a:pt x="120" y="138"/>
                </a:lnTo>
                <a:moveTo>
                  <a:pt x="101" y="158"/>
                </a:moveTo>
                <a:lnTo>
                  <a:pt x="90" y="170"/>
                </a:lnTo>
                <a:moveTo>
                  <a:pt x="71" y="189"/>
                </a:moveTo>
                <a:lnTo>
                  <a:pt x="60" y="201"/>
                </a:lnTo>
                <a:moveTo>
                  <a:pt x="41" y="221"/>
                </a:moveTo>
                <a:lnTo>
                  <a:pt x="30" y="233"/>
                </a:lnTo>
                <a:moveTo>
                  <a:pt x="11" y="252"/>
                </a:moveTo>
                <a:lnTo>
                  <a:pt x="0" y="26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3" name="Freeform 573">
            <a:extLst>
              <a:ext uri="{FF2B5EF4-FFF2-40B4-BE49-F238E27FC236}">
                <a16:creationId xmlns:a16="http://schemas.microsoft.com/office/drawing/2014/main" id="{99B1F6B3-F47E-4628-950C-8443275E4601}"/>
              </a:ext>
            </a:extLst>
          </p:cNvPr>
          <p:cNvSpPr>
            <a:spLocks noEditPoints="1"/>
          </p:cNvSpPr>
          <p:nvPr/>
        </p:nvSpPr>
        <p:spPr bwMode="auto">
          <a:xfrm>
            <a:off x="114300" y="2587626"/>
            <a:ext cx="3175" cy="80963"/>
          </a:xfrm>
          <a:custGeom>
            <a:avLst/>
            <a:gdLst>
              <a:gd name="T0" fmla="*/ 4 w 4"/>
              <a:gd name="T1" fmla="*/ 0 h 103"/>
              <a:gd name="T2" fmla="*/ 3 w 4"/>
              <a:gd name="T3" fmla="*/ 16 h 103"/>
              <a:gd name="T4" fmla="*/ 2 w 4"/>
              <a:gd name="T5" fmla="*/ 43 h 103"/>
              <a:gd name="T6" fmla="*/ 2 w 4"/>
              <a:gd name="T7" fmla="*/ 60 h 103"/>
              <a:gd name="T8" fmla="*/ 1 w 4"/>
              <a:gd name="T9" fmla="*/ 87 h 103"/>
              <a:gd name="T10" fmla="*/ 0 w 4"/>
              <a:gd name="T11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03">
                <a:moveTo>
                  <a:pt x="4" y="0"/>
                </a:moveTo>
                <a:lnTo>
                  <a:pt x="3" y="16"/>
                </a:lnTo>
                <a:moveTo>
                  <a:pt x="2" y="43"/>
                </a:moveTo>
                <a:lnTo>
                  <a:pt x="2" y="60"/>
                </a:lnTo>
                <a:moveTo>
                  <a:pt x="1" y="87"/>
                </a:moveTo>
                <a:lnTo>
                  <a:pt x="0" y="10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4" name="Freeform 574">
            <a:extLst>
              <a:ext uri="{FF2B5EF4-FFF2-40B4-BE49-F238E27FC236}">
                <a16:creationId xmlns:a16="http://schemas.microsoft.com/office/drawing/2014/main" id="{B18E8AAC-D0D3-F225-AF69-DD671F03C12E}"/>
              </a:ext>
            </a:extLst>
          </p:cNvPr>
          <p:cNvSpPr>
            <a:spLocks noEditPoints="1"/>
          </p:cNvSpPr>
          <p:nvPr/>
        </p:nvSpPr>
        <p:spPr bwMode="auto">
          <a:xfrm>
            <a:off x="200025" y="2676526"/>
            <a:ext cx="12700" cy="393700"/>
          </a:xfrm>
          <a:custGeom>
            <a:avLst/>
            <a:gdLst>
              <a:gd name="T0" fmla="*/ 16 w 16"/>
              <a:gd name="T1" fmla="*/ 0 h 495"/>
              <a:gd name="T2" fmla="*/ 16 w 16"/>
              <a:gd name="T3" fmla="*/ 16 h 495"/>
              <a:gd name="T4" fmla="*/ 15 w 16"/>
              <a:gd name="T5" fmla="*/ 43 h 495"/>
              <a:gd name="T6" fmla="*/ 14 w 16"/>
              <a:gd name="T7" fmla="*/ 60 h 495"/>
              <a:gd name="T8" fmla="*/ 13 w 16"/>
              <a:gd name="T9" fmla="*/ 87 h 495"/>
              <a:gd name="T10" fmla="*/ 13 w 16"/>
              <a:gd name="T11" fmla="*/ 103 h 495"/>
              <a:gd name="T12" fmla="*/ 12 w 16"/>
              <a:gd name="T13" fmla="*/ 130 h 495"/>
              <a:gd name="T14" fmla="*/ 11 w 16"/>
              <a:gd name="T15" fmla="*/ 147 h 495"/>
              <a:gd name="T16" fmla="*/ 11 w 16"/>
              <a:gd name="T17" fmla="*/ 174 h 495"/>
              <a:gd name="T18" fmla="*/ 10 w 16"/>
              <a:gd name="T19" fmla="*/ 190 h 495"/>
              <a:gd name="T20" fmla="*/ 9 w 16"/>
              <a:gd name="T21" fmla="*/ 217 h 495"/>
              <a:gd name="T22" fmla="*/ 9 w 16"/>
              <a:gd name="T23" fmla="*/ 234 h 495"/>
              <a:gd name="T24" fmla="*/ 8 w 16"/>
              <a:gd name="T25" fmla="*/ 261 h 495"/>
              <a:gd name="T26" fmla="*/ 7 w 16"/>
              <a:gd name="T27" fmla="*/ 277 h 495"/>
              <a:gd name="T28" fmla="*/ 6 w 16"/>
              <a:gd name="T29" fmla="*/ 304 h 495"/>
              <a:gd name="T30" fmla="*/ 6 w 16"/>
              <a:gd name="T31" fmla="*/ 321 h 495"/>
              <a:gd name="T32" fmla="*/ 5 w 16"/>
              <a:gd name="T33" fmla="*/ 348 h 495"/>
              <a:gd name="T34" fmla="*/ 4 w 16"/>
              <a:gd name="T35" fmla="*/ 364 h 495"/>
              <a:gd name="T36" fmla="*/ 4 w 16"/>
              <a:gd name="T37" fmla="*/ 391 h 495"/>
              <a:gd name="T38" fmla="*/ 3 w 16"/>
              <a:gd name="T39" fmla="*/ 408 h 495"/>
              <a:gd name="T40" fmla="*/ 2 w 16"/>
              <a:gd name="T41" fmla="*/ 435 h 495"/>
              <a:gd name="T42" fmla="*/ 2 w 16"/>
              <a:gd name="T43" fmla="*/ 451 h 495"/>
              <a:gd name="T44" fmla="*/ 1 w 16"/>
              <a:gd name="T45" fmla="*/ 478 h 495"/>
              <a:gd name="T46" fmla="*/ 0 w 16"/>
              <a:gd name="T47" fmla="*/ 495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6" h="495">
                <a:moveTo>
                  <a:pt x="16" y="0"/>
                </a:moveTo>
                <a:lnTo>
                  <a:pt x="16" y="16"/>
                </a:lnTo>
                <a:moveTo>
                  <a:pt x="15" y="43"/>
                </a:moveTo>
                <a:lnTo>
                  <a:pt x="14" y="60"/>
                </a:lnTo>
                <a:moveTo>
                  <a:pt x="13" y="87"/>
                </a:moveTo>
                <a:lnTo>
                  <a:pt x="13" y="103"/>
                </a:lnTo>
                <a:moveTo>
                  <a:pt x="12" y="130"/>
                </a:moveTo>
                <a:lnTo>
                  <a:pt x="11" y="147"/>
                </a:lnTo>
                <a:moveTo>
                  <a:pt x="11" y="174"/>
                </a:moveTo>
                <a:lnTo>
                  <a:pt x="10" y="190"/>
                </a:lnTo>
                <a:moveTo>
                  <a:pt x="9" y="217"/>
                </a:moveTo>
                <a:lnTo>
                  <a:pt x="9" y="234"/>
                </a:lnTo>
                <a:moveTo>
                  <a:pt x="8" y="261"/>
                </a:moveTo>
                <a:lnTo>
                  <a:pt x="7" y="277"/>
                </a:lnTo>
                <a:moveTo>
                  <a:pt x="6" y="304"/>
                </a:moveTo>
                <a:lnTo>
                  <a:pt x="6" y="321"/>
                </a:lnTo>
                <a:moveTo>
                  <a:pt x="5" y="348"/>
                </a:moveTo>
                <a:lnTo>
                  <a:pt x="4" y="364"/>
                </a:lnTo>
                <a:moveTo>
                  <a:pt x="4" y="391"/>
                </a:moveTo>
                <a:lnTo>
                  <a:pt x="3" y="408"/>
                </a:lnTo>
                <a:moveTo>
                  <a:pt x="2" y="435"/>
                </a:moveTo>
                <a:lnTo>
                  <a:pt x="2" y="451"/>
                </a:lnTo>
                <a:moveTo>
                  <a:pt x="1" y="478"/>
                </a:moveTo>
                <a:lnTo>
                  <a:pt x="0" y="49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5" name="Freeform 575">
            <a:extLst>
              <a:ext uri="{FF2B5EF4-FFF2-40B4-BE49-F238E27FC236}">
                <a16:creationId xmlns:a16="http://schemas.microsoft.com/office/drawing/2014/main" id="{67F56CC1-4922-4014-95DC-8E8642170616}"/>
              </a:ext>
            </a:extLst>
          </p:cNvPr>
          <p:cNvSpPr>
            <a:spLocks noEditPoints="1"/>
          </p:cNvSpPr>
          <p:nvPr/>
        </p:nvSpPr>
        <p:spPr bwMode="auto">
          <a:xfrm>
            <a:off x="1177925" y="2181226"/>
            <a:ext cx="4763" cy="254000"/>
          </a:xfrm>
          <a:custGeom>
            <a:avLst/>
            <a:gdLst>
              <a:gd name="T0" fmla="*/ 0 w 6"/>
              <a:gd name="T1" fmla="*/ 0 h 320"/>
              <a:gd name="T2" fmla="*/ 1 w 6"/>
              <a:gd name="T3" fmla="*/ 16 h 320"/>
              <a:gd name="T4" fmla="*/ 1 w 6"/>
              <a:gd name="T5" fmla="*/ 43 h 320"/>
              <a:gd name="T6" fmla="*/ 1 w 6"/>
              <a:gd name="T7" fmla="*/ 59 h 320"/>
              <a:gd name="T8" fmla="*/ 2 w 6"/>
              <a:gd name="T9" fmla="*/ 87 h 320"/>
              <a:gd name="T10" fmla="*/ 2 w 6"/>
              <a:gd name="T11" fmla="*/ 103 h 320"/>
              <a:gd name="T12" fmla="*/ 3 w 6"/>
              <a:gd name="T13" fmla="*/ 130 h 320"/>
              <a:gd name="T14" fmla="*/ 3 w 6"/>
              <a:gd name="T15" fmla="*/ 146 h 320"/>
              <a:gd name="T16" fmla="*/ 3 w 6"/>
              <a:gd name="T17" fmla="*/ 174 h 320"/>
              <a:gd name="T18" fmla="*/ 4 w 6"/>
              <a:gd name="T19" fmla="*/ 190 h 320"/>
              <a:gd name="T20" fmla="*/ 4 w 6"/>
              <a:gd name="T21" fmla="*/ 217 h 320"/>
              <a:gd name="T22" fmla="*/ 5 w 6"/>
              <a:gd name="T23" fmla="*/ 233 h 320"/>
              <a:gd name="T24" fmla="*/ 5 w 6"/>
              <a:gd name="T25" fmla="*/ 261 h 320"/>
              <a:gd name="T26" fmla="*/ 5 w 6"/>
              <a:gd name="T27" fmla="*/ 277 h 320"/>
              <a:gd name="T28" fmla="*/ 6 w 6"/>
              <a:gd name="T29" fmla="*/ 304 h 320"/>
              <a:gd name="T30" fmla="*/ 6 w 6"/>
              <a:gd name="T31" fmla="*/ 320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" h="320">
                <a:moveTo>
                  <a:pt x="0" y="0"/>
                </a:moveTo>
                <a:lnTo>
                  <a:pt x="1" y="16"/>
                </a:lnTo>
                <a:moveTo>
                  <a:pt x="1" y="43"/>
                </a:moveTo>
                <a:lnTo>
                  <a:pt x="1" y="59"/>
                </a:lnTo>
                <a:moveTo>
                  <a:pt x="2" y="87"/>
                </a:moveTo>
                <a:lnTo>
                  <a:pt x="2" y="103"/>
                </a:lnTo>
                <a:moveTo>
                  <a:pt x="3" y="130"/>
                </a:moveTo>
                <a:lnTo>
                  <a:pt x="3" y="146"/>
                </a:lnTo>
                <a:moveTo>
                  <a:pt x="3" y="174"/>
                </a:moveTo>
                <a:lnTo>
                  <a:pt x="4" y="190"/>
                </a:lnTo>
                <a:moveTo>
                  <a:pt x="4" y="217"/>
                </a:moveTo>
                <a:lnTo>
                  <a:pt x="5" y="233"/>
                </a:lnTo>
                <a:moveTo>
                  <a:pt x="5" y="261"/>
                </a:moveTo>
                <a:lnTo>
                  <a:pt x="5" y="277"/>
                </a:lnTo>
                <a:moveTo>
                  <a:pt x="6" y="304"/>
                </a:moveTo>
                <a:lnTo>
                  <a:pt x="6" y="32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6" name="Line 576">
            <a:extLst>
              <a:ext uri="{FF2B5EF4-FFF2-40B4-BE49-F238E27FC236}">
                <a16:creationId xmlns:a16="http://schemas.microsoft.com/office/drawing/2014/main" id="{BF653E60-3815-E375-7C4F-C378ECD6DB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088" y="3379788"/>
            <a:ext cx="9525" cy="79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7" name="Freeform 577">
            <a:extLst>
              <a:ext uri="{FF2B5EF4-FFF2-40B4-BE49-F238E27FC236}">
                <a16:creationId xmlns:a16="http://schemas.microsoft.com/office/drawing/2014/main" id="{133AC1E6-4931-B582-2737-867FBB431992}"/>
              </a:ext>
            </a:extLst>
          </p:cNvPr>
          <p:cNvSpPr>
            <a:spLocks noEditPoints="1"/>
          </p:cNvSpPr>
          <p:nvPr/>
        </p:nvSpPr>
        <p:spPr bwMode="auto">
          <a:xfrm>
            <a:off x="1446213" y="1455738"/>
            <a:ext cx="155575" cy="150813"/>
          </a:xfrm>
          <a:custGeom>
            <a:avLst/>
            <a:gdLst>
              <a:gd name="T0" fmla="*/ 197 w 197"/>
              <a:gd name="T1" fmla="*/ 0 h 191"/>
              <a:gd name="T2" fmla="*/ 185 w 197"/>
              <a:gd name="T3" fmla="*/ 11 h 191"/>
              <a:gd name="T4" fmla="*/ 166 w 197"/>
              <a:gd name="T5" fmla="*/ 30 h 191"/>
              <a:gd name="T6" fmla="*/ 154 w 197"/>
              <a:gd name="T7" fmla="*/ 41 h 191"/>
              <a:gd name="T8" fmla="*/ 135 w 197"/>
              <a:gd name="T9" fmla="*/ 60 h 191"/>
              <a:gd name="T10" fmla="*/ 123 w 197"/>
              <a:gd name="T11" fmla="*/ 72 h 191"/>
              <a:gd name="T12" fmla="*/ 103 w 197"/>
              <a:gd name="T13" fmla="*/ 91 h 191"/>
              <a:gd name="T14" fmla="*/ 92 w 197"/>
              <a:gd name="T15" fmla="*/ 102 h 191"/>
              <a:gd name="T16" fmla="*/ 72 w 197"/>
              <a:gd name="T17" fmla="*/ 121 h 191"/>
              <a:gd name="T18" fmla="*/ 60 w 197"/>
              <a:gd name="T19" fmla="*/ 132 h 191"/>
              <a:gd name="T20" fmla="*/ 41 w 197"/>
              <a:gd name="T21" fmla="*/ 151 h 191"/>
              <a:gd name="T22" fmla="*/ 29 w 197"/>
              <a:gd name="T23" fmla="*/ 163 h 191"/>
              <a:gd name="T24" fmla="*/ 10 w 197"/>
              <a:gd name="T25" fmla="*/ 182 h 191"/>
              <a:gd name="T26" fmla="*/ 0 w 197"/>
              <a:gd name="T27" fmla="*/ 191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97" h="191">
                <a:moveTo>
                  <a:pt x="197" y="0"/>
                </a:moveTo>
                <a:lnTo>
                  <a:pt x="185" y="11"/>
                </a:lnTo>
                <a:moveTo>
                  <a:pt x="166" y="30"/>
                </a:moveTo>
                <a:lnTo>
                  <a:pt x="154" y="41"/>
                </a:lnTo>
                <a:moveTo>
                  <a:pt x="135" y="60"/>
                </a:moveTo>
                <a:lnTo>
                  <a:pt x="123" y="72"/>
                </a:lnTo>
                <a:moveTo>
                  <a:pt x="103" y="91"/>
                </a:moveTo>
                <a:lnTo>
                  <a:pt x="92" y="102"/>
                </a:lnTo>
                <a:moveTo>
                  <a:pt x="72" y="121"/>
                </a:moveTo>
                <a:lnTo>
                  <a:pt x="60" y="132"/>
                </a:lnTo>
                <a:moveTo>
                  <a:pt x="41" y="151"/>
                </a:moveTo>
                <a:lnTo>
                  <a:pt x="29" y="163"/>
                </a:lnTo>
                <a:moveTo>
                  <a:pt x="10" y="182"/>
                </a:moveTo>
                <a:lnTo>
                  <a:pt x="0" y="19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8" name="Freeform 578">
            <a:extLst>
              <a:ext uri="{FF2B5EF4-FFF2-40B4-BE49-F238E27FC236}">
                <a16:creationId xmlns:a16="http://schemas.microsoft.com/office/drawing/2014/main" id="{3D636438-B1F5-1A13-AE9A-26FD101402E4}"/>
              </a:ext>
            </a:extLst>
          </p:cNvPr>
          <p:cNvSpPr>
            <a:spLocks noEditPoints="1"/>
          </p:cNvSpPr>
          <p:nvPr/>
        </p:nvSpPr>
        <p:spPr bwMode="auto">
          <a:xfrm>
            <a:off x="606425" y="996951"/>
            <a:ext cx="68263" cy="206375"/>
          </a:xfrm>
          <a:custGeom>
            <a:avLst/>
            <a:gdLst>
              <a:gd name="T0" fmla="*/ 85 w 85"/>
              <a:gd name="T1" fmla="*/ 0 h 261"/>
              <a:gd name="T2" fmla="*/ 80 w 85"/>
              <a:gd name="T3" fmla="*/ 16 h 261"/>
              <a:gd name="T4" fmla="*/ 72 w 85"/>
              <a:gd name="T5" fmla="*/ 42 h 261"/>
              <a:gd name="T6" fmla="*/ 67 w 85"/>
              <a:gd name="T7" fmla="*/ 57 h 261"/>
              <a:gd name="T8" fmla="*/ 58 w 85"/>
              <a:gd name="T9" fmla="*/ 83 h 261"/>
              <a:gd name="T10" fmla="*/ 53 w 85"/>
              <a:gd name="T11" fmla="*/ 99 h 261"/>
              <a:gd name="T12" fmla="*/ 45 w 85"/>
              <a:gd name="T13" fmla="*/ 124 h 261"/>
              <a:gd name="T14" fmla="*/ 40 w 85"/>
              <a:gd name="T15" fmla="*/ 140 h 261"/>
              <a:gd name="T16" fmla="*/ 31 w 85"/>
              <a:gd name="T17" fmla="*/ 166 h 261"/>
              <a:gd name="T18" fmla="*/ 26 w 85"/>
              <a:gd name="T19" fmla="*/ 181 h 261"/>
              <a:gd name="T20" fmla="*/ 18 w 85"/>
              <a:gd name="T21" fmla="*/ 207 h 261"/>
              <a:gd name="T22" fmla="*/ 13 w 85"/>
              <a:gd name="T23" fmla="*/ 223 h 261"/>
              <a:gd name="T24" fmla="*/ 4 w 85"/>
              <a:gd name="T25" fmla="*/ 249 h 261"/>
              <a:gd name="T26" fmla="*/ 0 w 85"/>
              <a:gd name="T27" fmla="*/ 261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5" h="261">
                <a:moveTo>
                  <a:pt x="85" y="0"/>
                </a:moveTo>
                <a:lnTo>
                  <a:pt x="80" y="16"/>
                </a:lnTo>
                <a:moveTo>
                  <a:pt x="72" y="42"/>
                </a:moveTo>
                <a:lnTo>
                  <a:pt x="67" y="57"/>
                </a:lnTo>
                <a:moveTo>
                  <a:pt x="58" y="83"/>
                </a:moveTo>
                <a:lnTo>
                  <a:pt x="53" y="99"/>
                </a:lnTo>
                <a:moveTo>
                  <a:pt x="45" y="124"/>
                </a:moveTo>
                <a:lnTo>
                  <a:pt x="40" y="140"/>
                </a:lnTo>
                <a:moveTo>
                  <a:pt x="31" y="166"/>
                </a:moveTo>
                <a:lnTo>
                  <a:pt x="26" y="181"/>
                </a:lnTo>
                <a:moveTo>
                  <a:pt x="18" y="207"/>
                </a:moveTo>
                <a:lnTo>
                  <a:pt x="13" y="223"/>
                </a:lnTo>
                <a:moveTo>
                  <a:pt x="4" y="249"/>
                </a:moveTo>
                <a:lnTo>
                  <a:pt x="0" y="26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9" name="Freeform 579">
            <a:extLst>
              <a:ext uri="{FF2B5EF4-FFF2-40B4-BE49-F238E27FC236}">
                <a16:creationId xmlns:a16="http://schemas.microsoft.com/office/drawing/2014/main" id="{6FCCD108-CE8B-0B2A-A972-6196DD2E3E45}"/>
              </a:ext>
            </a:extLst>
          </p:cNvPr>
          <p:cNvSpPr>
            <a:spLocks noEditPoints="1"/>
          </p:cNvSpPr>
          <p:nvPr/>
        </p:nvSpPr>
        <p:spPr bwMode="auto">
          <a:xfrm>
            <a:off x="823913" y="2892426"/>
            <a:ext cx="15875" cy="349250"/>
          </a:xfrm>
          <a:custGeom>
            <a:avLst/>
            <a:gdLst>
              <a:gd name="T0" fmla="*/ 20 w 20"/>
              <a:gd name="T1" fmla="*/ 0 h 441"/>
              <a:gd name="T2" fmla="*/ 19 w 20"/>
              <a:gd name="T3" fmla="*/ 17 h 441"/>
              <a:gd name="T4" fmla="*/ 18 w 20"/>
              <a:gd name="T5" fmla="*/ 44 h 441"/>
              <a:gd name="T6" fmla="*/ 17 w 20"/>
              <a:gd name="T7" fmla="*/ 60 h 441"/>
              <a:gd name="T8" fmla="*/ 16 w 20"/>
              <a:gd name="T9" fmla="*/ 87 h 441"/>
              <a:gd name="T10" fmla="*/ 15 w 20"/>
              <a:gd name="T11" fmla="*/ 104 h 441"/>
              <a:gd name="T12" fmla="*/ 14 w 20"/>
              <a:gd name="T13" fmla="*/ 131 h 441"/>
              <a:gd name="T14" fmla="*/ 13 w 20"/>
              <a:gd name="T15" fmla="*/ 147 h 441"/>
              <a:gd name="T16" fmla="*/ 12 w 20"/>
              <a:gd name="T17" fmla="*/ 174 h 441"/>
              <a:gd name="T18" fmla="*/ 11 w 20"/>
              <a:gd name="T19" fmla="*/ 191 h 441"/>
              <a:gd name="T20" fmla="*/ 10 w 20"/>
              <a:gd name="T21" fmla="*/ 218 h 441"/>
              <a:gd name="T22" fmla="*/ 10 w 20"/>
              <a:gd name="T23" fmla="*/ 234 h 441"/>
              <a:gd name="T24" fmla="*/ 8 w 20"/>
              <a:gd name="T25" fmla="*/ 261 h 441"/>
              <a:gd name="T26" fmla="*/ 8 w 20"/>
              <a:gd name="T27" fmla="*/ 278 h 441"/>
              <a:gd name="T28" fmla="*/ 6 w 20"/>
              <a:gd name="T29" fmla="*/ 305 h 441"/>
              <a:gd name="T30" fmla="*/ 6 w 20"/>
              <a:gd name="T31" fmla="*/ 321 h 441"/>
              <a:gd name="T32" fmla="*/ 5 w 20"/>
              <a:gd name="T33" fmla="*/ 348 h 441"/>
              <a:gd name="T34" fmla="*/ 4 w 20"/>
              <a:gd name="T35" fmla="*/ 365 h 441"/>
              <a:gd name="T36" fmla="*/ 3 w 20"/>
              <a:gd name="T37" fmla="*/ 392 h 441"/>
              <a:gd name="T38" fmla="*/ 2 w 20"/>
              <a:gd name="T39" fmla="*/ 408 h 441"/>
              <a:gd name="T40" fmla="*/ 1 w 20"/>
              <a:gd name="T41" fmla="*/ 435 h 441"/>
              <a:gd name="T42" fmla="*/ 0 w 20"/>
              <a:gd name="T43" fmla="*/ 441 h 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0" h="441">
                <a:moveTo>
                  <a:pt x="20" y="0"/>
                </a:moveTo>
                <a:lnTo>
                  <a:pt x="19" y="17"/>
                </a:lnTo>
                <a:moveTo>
                  <a:pt x="18" y="44"/>
                </a:moveTo>
                <a:lnTo>
                  <a:pt x="17" y="60"/>
                </a:lnTo>
                <a:moveTo>
                  <a:pt x="16" y="87"/>
                </a:moveTo>
                <a:lnTo>
                  <a:pt x="15" y="104"/>
                </a:lnTo>
                <a:moveTo>
                  <a:pt x="14" y="131"/>
                </a:moveTo>
                <a:lnTo>
                  <a:pt x="13" y="147"/>
                </a:lnTo>
                <a:moveTo>
                  <a:pt x="12" y="174"/>
                </a:moveTo>
                <a:lnTo>
                  <a:pt x="11" y="191"/>
                </a:lnTo>
                <a:moveTo>
                  <a:pt x="10" y="218"/>
                </a:moveTo>
                <a:lnTo>
                  <a:pt x="10" y="234"/>
                </a:lnTo>
                <a:moveTo>
                  <a:pt x="8" y="261"/>
                </a:moveTo>
                <a:lnTo>
                  <a:pt x="8" y="278"/>
                </a:lnTo>
                <a:moveTo>
                  <a:pt x="6" y="305"/>
                </a:moveTo>
                <a:lnTo>
                  <a:pt x="6" y="321"/>
                </a:lnTo>
                <a:moveTo>
                  <a:pt x="5" y="348"/>
                </a:moveTo>
                <a:lnTo>
                  <a:pt x="4" y="365"/>
                </a:lnTo>
                <a:moveTo>
                  <a:pt x="3" y="392"/>
                </a:moveTo>
                <a:lnTo>
                  <a:pt x="2" y="408"/>
                </a:lnTo>
                <a:moveTo>
                  <a:pt x="1" y="435"/>
                </a:moveTo>
                <a:lnTo>
                  <a:pt x="0" y="44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0" name="Line 580">
            <a:extLst>
              <a:ext uri="{FF2B5EF4-FFF2-40B4-BE49-F238E27FC236}">
                <a16:creationId xmlns:a16="http://schemas.microsoft.com/office/drawing/2014/main" id="{5F5062D2-C7BC-96C1-C64F-D2E672DC98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8275" y="3363913"/>
            <a:ext cx="6350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1" name="Freeform 581">
            <a:extLst>
              <a:ext uri="{FF2B5EF4-FFF2-40B4-BE49-F238E27FC236}">
                <a16:creationId xmlns:a16="http://schemas.microsoft.com/office/drawing/2014/main" id="{F45E28FE-9021-9B46-395E-227489F564B8}"/>
              </a:ext>
            </a:extLst>
          </p:cNvPr>
          <p:cNvSpPr>
            <a:spLocks noEditPoints="1"/>
          </p:cNvSpPr>
          <p:nvPr/>
        </p:nvSpPr>
        <p:spPr bwMode="auto">
          <a:xfrm>
            <a:off x="395288" y="274638"/>
            <a:ext cx="295275" cy="439738"/>
          </a:xfrm>
          <a:custGeom>
            <a:avLst/>
            <a:gdLst>
              <a:gd name="T0" fmla="*/ 372 w 372"/>
              <a:gd name="T1" fmla="*/ 0 h 554"/>
              <a:gd name="T2" fmla="*/ 363 w 372"/>
              <a:gd name="T3" fmla="*/ 13 h 554"/>
              <a:gd name="T4" fmla="*/ 347 w 372"/>
              <a:gd name="T5" fmla="*/ 36 h 554"/>
              <a:gd name="T6" fmla="*/ 338 w 372"/>
              <a:gd name="T7" fmla="*/ 49 h 554"/>
              <a:gd name="T8" fmla="*/ 323 w 372"/>
              <a:gd name="T9" fmla="*/ 72 h 554"/>
              <a:gd name="T10" fmla="*/ 314 w 372"/>
              <a:gd name="T11" fmla="*/ 86 h 554"/>
              <a:gd name="T12" fmla="*/ 299 w 372"/>
              <a:gd name="T13" fmla="*/ 108 h 554"/>
              <a:gd name="T14" fmla="*/ 290 w 372"/>
              <a:gd name="T15" fmla="*/ 122 h 554"/>
              <a:gd name="T16" fmla="*/ 275 w 372"/>
              <a:gd name="T17" fmla="*/ 144 h 554"/>
              <a:gd name="T18" fmla="*/ 266 w 372"/>
              <a:gd name="T19" fmla="*/ 158 h 554"/>
              <a:gd name="T20" fmla="*/ 250 w 372"/>
              <a:gd name="T21" fmla="*/ 180 h 554"/>
              <a:gd name="T22" fmla="*/ 241 w 372"/>
              <a:gd name="T23" fmla="*/ 194 h 554"/>
              <a:gd name="T24" fmla="*/ 226 w 372"/>
              <a:gd name="T25" fmla="*/ 217 h 554"/>
              <a:gd name="T26" fmla="*/ 217 w 372"/>
              <a:gd name="T27" fmla="*/ 230 h 554"/>
              <a:gd name="T28" fmla="*/ 202 w 372"/>
              <a:gd name="T29" fmla="*/ 253 h 554"/>
              <a:gd name="T30" fmla="*/ 193 w 372"/>
              <a:gd name="T31" fmla="*/ 266 h 554"/>
              <a:gd name="T32" fmla="*/ 178 w 372"/>
              <a:gd name="T33" fmla="*/ 289 h 554"/>
              <a:gd name="T34" fmla="*/ 169 w 372"/>
              <a:gd name="T35" fmla="*/ 302 h 554"/>
              <a:gd name="T36" fmla="*/ 153 w 372"/>
              <a:gd name="T37" fmla="*/ 325 h 554"/>
              <a:gd name="T38" fmla="*/ 144 w 372"/>
              <a:gd name="T39" fmla="*/ 339 h 554"/>
              <a:gd name="T40" fmla="*/ 129 w 372"/>
              <a:gd name="T41" fmla="*/ 361 h 554"/>
              <a:gd name="T42" fmla="*/ 120 w 372"/>
              <a:gd name="T43" fmla="*/ 375 h 554"/>
              <a:gd name="T44" fmla="*/ 105 w 372"/>
              <a:gd name="T45" fmla="*/ 397 h 554"/>
              <a:gd name="T46" fmla="*/ 96 w 372"/>
              <a:gd name="T47" fmla="*/ 411 h 554"/>
              <a:gd name="T48" fmla="*/ 81 w 372"/>
              <a:gd name="T49" fmla="*/ 433 h 554"/>
              <a:gd name="T50" fmla="*/ 72 w 372"/>
              <a:gd name="T51" fmla="*/ 447 h 554"/>
              <a:gd name="T52" fmla="*/ 57 w 372"/>
              <a:gd name="T53" fmla="*/ 470 h 554"/>
              <a:gd name="T54" fmla="*/ 47 w 372"/>
              <a:gd name="T55" fmla="*/ 483 h 554"/>
              <a:gd name="T56" fmla="*/ 32 w 372"/>
              <a:gd name="T57" fmla="*/ 506 h 554"/>
              <a:gd name="T58" fmla="*/ 23 w 372"/>
              <a:gd name="T59" fmla="*/ 519 h 554"/>
              <a:gd name="T60" fmla="*/ 8 w 372"/>
              <a:gd name="T61" fmla="*/ 542 h 554"/>
              <a:gd name="T62" fmla="*/ 0 w 372"/>
              <a:gd name="T63" fmla="*/ 554 h 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2" h="554">
                <a:moveTo>
                  <a:pt x="372" y="0"/>
                </a:moveTo>
                <a:lnTo>
                  <a:pt x="363" y="13"/>
                </a:lnTo>
                <a:moveTo>
                  <a:pt x="347" y="36"/>
                </a:moveTo>
                <a:lnTo>
                  <a:pt x="338" y="49"/>
                </a:lnTo>
                <a:moveTo>
                  <a:pt x="323" y="72"/>
                </a:moveTo>
                <a:lnTo>
                  <a:pt x="314" y="86"/>
                </a:lnTo>
                <a:moveTo>
                  <a:pt x="299" y="108"/>
                </a:moveTo>
                <a:lnTo>
                  <a:pt x="290" y="122"/>
                </a:lnTo>
                <a:moveTo>
                  <a:pt x="275" y="144"/>
                </a:moveTo>
                <a:lnTo>
                  <a:pt x="266" y="158"/>
                </a:lnTo>
                <a:moveTo>
                  <a:pt x="250" y="180"/>
                </a:moveTo>
                <a:lnTo>
                  <a:pt x="241" y="194"/>
                </a:lnTo>
                <a:moveTo>
                  <a:pt x="226" y="217"/>
                </a:moveTo>
                <a:lnTo>
                  <a:pt x="217" y="230"/>
                </a:lnTo>
                <a:moveTo>
                  <a:pt x="202" y="253"/>
                </a:moveTo>
                <a:lnTo>
                  <a:pt x="193" y="266"/>
                </a:lnTo>
                <a:moveTo>
                  <a:pt x="178" y="289"/>
                </a:moveTo>
                <a:lnTo>
                  <a:pt x="169" y="302"/>
                </a:lnTo>
                <a:moveTo>
                  <a:pt x="153" y="325"/>
                </a:moveTo>
                <a:lnTo>
                  <a:pt x="144" y="339"/>
                </a:lnTo>
                <a:moveTo>
                  <a:pt x="129" y="361"/>
                </a:moveTo>
                <a:lnTo>
                  <a:pt x="120" y="375"/>
                </a:lnTo>
                <a:moveTo>
                  <a:pt x="105" y="397"/>
                </a:moveTo>
                <a:lnTo>
                  <a:pt x="96" y="411"/>
                </a:lnTo>
                <a:moveTo>
                  <a:pt x="81" y="433"/>
                </a:moveTo>
                <a:lnTo>
                  <a:pt x="72" y="447"/>
                </a:lnTo>
                <a:moveTo>
                  <a:pt x="57" y="470"/>
                </a:moveTo>
                <a:lnTo>
                  <a:pt x="47" y="483"/>
                </a:lnTo>
                <a:moveTo>
                  <a:pt x="32" y="506"/>
                </a:moveTo>
                <a:lnTo>
                  <a:pt x="23" y="519"/>
                </a:lnTo>
                <a:moveTo>
                  <a:pt x="8" y="542"/>
                </a:moveTo>
                <a:lnTo>
                  <a:pt x="0" y="5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2" name="Freeform 582">
            <a:extLst>
              <a:ext uri="{FF2B5EF4-FFF2-40B4-BE49-F238E27FC236}">
                <a16:creationId xmlns:a16="http://schemas.microsoft.com/office/drawing/2014/main" id="{F9B5964C-1DDE-FCD7-E1FF-4D725296FFB6}"/>
              </a:ext>
            </a:extLst>
          </p:cNvPr>
          <p:cNvSpPr>
            <a:spLocks noEditPoints="1"/>
          </p:cNvSpPr>
          <p:nvPr/>
        </p:nvSpPr>
        <p:spPr bwMode="auto">
          <a:xfrm>
            <a:off x="149225" y="1858963"/>
            <a:ext cx="128588" cy="179388"/>
          </a:xfrm>
          <a:custGeom>
            <a:avLst/>
            <a:gdLst>
              <a:gd name="T0" fmla="*/ 162 w 162"/>
              <a:gd name="T1" fmla="*/ 0 h 225"/>
              <a:gd name="T2" fmla="*/ 152 w 162"/>
              <a:gd name="T3" fmla="*/ 13 h 225"/>
              <a:gd name="T4" fmla="*/ 136 w 162"/>
              <a:gd name="T5" fmla="*/ 35 h 225"/>
              <a:gd name="T6" fmla="*/ 127 w 162"/>
              <a:gd name="T7" fmla="*/ 48 h 225"/>
              <a:gd name="T8" fmla="*/ 111 w 162"/>
              <a:gd name="T9" fmla="*/ 71 h 225"/>
              <a:gd name="T10" fmla="*/ 101 w 162"/>
              <a:gd name="T11" fmla="*/ 84 h 225"/>
              <a:gd name="T12" fmla="*/ 86 w 162"/>
              <a:gd name="T13" fmla="*/ 106 h 225"/>
              <a:gd name="T14" fmla="*/ 76 w 162"/>
              <a:gd name="T15" fmla="*/ 119 h 225"/>
              <a:gd name="T16" fmla="*/ 60 w 162"/>
              <a:gd name="T17" fmla="*/ 141 h 225"/>
              <a:gd name="T18" fmla="*/ 51 w 162"/>
              <a:gd name="T19" fmla="*/ 155 h 225"/>
              <a:gd name="T20" fmla="*/ 35 w 162"/>
              <a:gd name="T21" fmla="*/ 177 h 225"/>
              <a:gd name="T22" fmla="*/ 25 w 162"/>
              <a:gd name="T23" fmla="*/ 190 h 225"/>
              <a:gd name="T24" fmla="*/ 10 w 162"/>
              <a:gd name="T25" fmla="*/ 212 h 225"/>
              <a:gd name="T26" fmla="*/ 0 w 162"/>
              <a:gd name="T27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2" h="225">
                <a:moveTo>
                  <a:pt x="162" y="0"/>
                </a:moveTo>
                <a:lnTo>
                  <a:pt x="152" y="13"/>
                </a:lnTo>
                <a:moveTo>
                  <a:pt x="136" y="35"/>
                </a:moveTo>
                <a:lnTo>
                  <a:pt x="127" y="48"/>
                </a:lnTo>
                <a:moveTo>
                  <a:pt x="111" y="71"/>
                </a:moveTo>
                <a:lnTo>
                  <a:pt x="101" y="84"/>
                </a:lnTo>
                <a:moveTo>
                  <a:pt x="86" y="106"/>
                </a:moveTo>
                <a:lnTo>
                  <a:pt x="76" y="119"/>
                </a:lnTo>
                <a:moveTo>
                  <a:pt x="60" y="141"/>
                </a:moveTo>
                <a:lnTo>
                  <a:pt x="51" y="155"/>
                </a:lnTo>
                <a:moveTo>
                  <a:pt x="35" y="177"/>
                </a:moveTo>
                <a:lnTo>
                  <a:pt x="25" y="190"/>
                </a:lnTo>
                <a:moveTo>
                  <a:pt x="10" y="212"/>
                </a:moveTo>
                <a:lnTo>
                  <a:pt x="0" y="22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3" name="Freeform 583">
            <a:extLst>
              <a:ext uri="{FF2B5EF4-FFF2-40B4-BE49-F238E27FC236}">
                <a16:creationId xmlns:a16="http://schemas.microsoft.com/office/drawing/2014/main" id="{03CD2ECC-E2E4-6ED2-A59A-F73FDE4590D6}"/>
              </a:ext>
            </a:extLst>
          </p:cNvPr>
          <p:cNvSpPr>
            <a:spLocks noEditPoints="1"/>
          </p:cNvSpPr>
          <p:nvPr/>
        </p:nvSpPr>
        <p:spPr bwMode="auto">
          <a:xfrm>
            <a:off x="1577975" y="304801"/>
            <a:ext cx="52388" cy="92075"/>
          </a:xfrm>
          <a:custGeom>
            <a:avLst/>
            <a:gdLst>
              <a:gd name="T0" fmla="*/ 67 w 67"/>
              <a:gd name="T1" fmla="*/ 0 h 117"/>
              <a:gd name="T2" fmla="*/ 58 w 67"/>
              <a:gd name="T3" fmla="*/ 14 h 117"/>
              <a:gd name="T4" fmla="*/ 45 w 67"/>
              <a:gd name="T5" fmla="*/ 37 h 117"/>
              <a:gd name="T6" fmla="*/ 37 w 67"/>
              <a:gd name="T7" fmla="*/ 52 h 117"/>
              <a:gd name="T8" fmla="*/ 23 w 67"/>
              <a:gd name="T9" fmla="*/ 75 h 117"/>
              <a:gd name="T10" fmla="*/ 15 w 67"/>
              <a:gd name="T11" fmla="*/ 89 h 117"/>
              <a:gd name="T12" fmla="*/ 2 w 67"/>
              <a:gd name="T13" fmla="*/ 113 h 117"/>
              <a:gd name="T14" fmla="*/ 0 w 67"/>
              <a:gd name="T15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7" h="117">
                <a:moveTo>
                  <a:pt x="67" y="0"/>
                </a:moveTo>
                <a:lnTo>
                  <a:pt x="58" y="14"/>
                </a:lnTo>
                <a:moveTo>
                  <a:pt x="45" y="37"/>
                </a:moveTo>
                <a:lnTo>
                  <a:pt x="37" y="52"/>
                </a:lnTo>
                <a:moveTo>
                  <a:pt x="23" y="75"/>
                </a:moveTo>
                <a:lnTo>
                  <a:pt x="15" y="89"/>
                </a:lnTo>
                <a:moveTo>
                  <a:pt x="2" y="113"/>
                </a:moveTo>
                <a:lnTo>
                  <a:pt x="0" y="11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4" name="Line 584">
            <a:extLst>
              <a:ext uri="{FF2B5EF4-FFF2-40B4-BE49-F238E27FC236}">
                <a16:creationId xmlns:a16="http://schemas.microsoft.com/office/drawing/2014/main" id="{092CC4CA-5705-56EC-E821-1C45C90D76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" y="214313"/>
            <a:ext cx="0" cy="3176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5" name="Line 585">
            <a:extLst>
              <a:ext uri="{FF2B5EF4-FFF2-40B4-BE49-F238E27FC236}">
                <a16:creationId xmlns:a16="http://schemas.microsoft.com/office/drawing/2014/main" id="{86BEFACD-9E7C-5F0F-E011-5B647A29CC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0863" y="214313"/>
            <a:ext cx="0" cy="3176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6" name="Line 586">
            <a:extLst>
              <a:ext uri="{FF2B5EF4-FFF2-40B4-BE49-F238E27FC236}">
                <a16:creationId xmlns:a16="http://schemas.microsoft.com/office/drawing/2014/main" id="{4E4BC8C7-985B-70F0-EBCC-3037295AD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3390901"/>
            <a:ext cx="1706563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7" name="Line 587">
            <a:extLst>
              <a:ext uri="{FF2B5EF4-FFF2-40B4-BE49-F238E27FC236}">
                <a16:creationId xmlns:a16="http://schemas.microsoft.com/office/drawing/2014/main" id="{A5063BB5-E921-4200-AC61-D0EDDFBCC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14313"/>
            <a:ext cx="1706563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8" name="Rectangle 588">
            <a:extLst>
              <a:ext uri="{FF2B5EF4-FFF2-40B4-BE49-F238E27FC236}">
                <a16:creationId xmlns:a16="http://schemas.microsoft.com/office/drawing/2014/main" id="{B0A23438-38F3-0DE3-C16B-A423B1648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3508376"/>
            <a:ext cx="17633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39" name="Rectangle 589">
            <a:extLst>
              <a:ext uri="{FF2B5EF4-FFF2-40B4-BE49-F238E27FC236}">
                <a16:creationId xmlns:a16="http://schemas.microsoft.com/office/drawing/2014/main" id="{4F677B41-7E6D-0D5F-BFDF-FAB092062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3513138"/>
            <a:ext cx="3159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绝对穿切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40" name="Rectangle 590">
            <a:extLst>
              <a:ext uri="{FF2B5EF4-FFF2-40B4-BE49-F238E27FC236}">
                <a16:creationId xmlns:a16="http://schemas.microsoft.com/office/drawing/2014/main" id="{2768E88F-1589-B59E-8933-98AD77383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2406651"/>
            <a:ext cx="1031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41" name="Rectangle 591">
            <a:extLst>
              <a:ext uri="{FF2B5EF4-FFF2-40B4-BE49-F238E27FC236}">
                <a16:creationId xmlns:a16="http://schemas.microsoft.com/office/drawing/2014/main" id="{183A6FC9-F08E-2E6F-23C7-D88213D9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896938"/>
            <a:ext cx="1031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42" name="Rectangle 592">
            <a:extLst>
              <a:ext uri="{FF2B5EF4-FFF2-40B4-BE49-F238E27FC236}">
                <a16:creationId xmlns:a16="http://schemas.microsoft.com/office/drawing/2014/main" id="{D8DFF4BC-871F-37F8-9458-14AEB54F6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775" y="214313"/>
            <a:ext cx="1708150" cy="3176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3" name="Rectangle 593">
            <a:extLst>
              <a:ext uri="{FF2B5EF4-FFF2-40B4-BE49-F238E27FC236}">
                <a16:creationId xmlns:a16="http://schemas.microsoft.com/office/drawing/2014/main" id="{D3D0A558-6041-B5E1-4665-90BEB86E2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2541588"/>
            <a:ext cx="307975" cy="307975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4" name="Rectangle 594">
            <a:extLst>
              <a:ext uri="{FF2B5EF4-FFF2-40B4-BE49-F238E27FC236}">
                <a16:creationId xmlns:a16="http://schemas.microsoft.com/office/drawing/2014/main" id="{CFF9631F-2313-070C-D245-C42E88FF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033463"/>
            <a:ext cx="307975" cy="307975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5" name="Line 595">
            <a:extLst>
              <a:ext uri="{FF2B5EF4-FFF2-40B4-BE49-F238E27FC236}">
                <a16:creationId xmlns:a16="http://schemas.microsoft.com/office/drawing/2014/main" id="{088C9484-BC00-0290-0546-EBEBBA86A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9563" y="1011238"/>
            <a:ext cx="92075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6" name="Line 596">
            <a:extLst>
              <a:ext uri="{FF2B5EF4-FFF2-40B4-BE49-F238E27FC236}">
                <a16:creationId xmlns:a16="http://schemas.microsoft.com/office/drawing/2014/main" id="{C4BDAF42-89BA-0204-FAF2-387AA2DA9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1406526"/>
            <a:ext cx="306388" cy="309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7" name="Line 597">
            <a:extLst>
              <a:ext uri="{FF2B5EF4-FFF2-40B4-BE49-F238E27FC236}">
                <a16:creationId xmlns:a16="http://schemas.microsoft.com/office/drawing/2014/main" id="{30410111-A3AA-D21E-581B-0CAD6917F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598488"/>
            <a:ext cx="334963" cy="358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8" name="Line 598">
            <a:extLst>
              <a:ext uri="{FF2B5EF4-FFF2-40B4-BE49-F238E27FC236}">
                <a16:creationId xmlns:a16="http://schemas.microsoft.com/office/drawing/2014/main" id="{B295AA4E-FDBF-5138-56F1-2D90AA857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2370138"/>
            <a:ext cx="150813" cy="177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9" name="Line 599">
            <a:extLst>
              <a:ext uri="{FF2B5EF4-FFF2-40B4-BE49-F238E27FC236}">
                <a16:creationId xmlns:a16="http://schemas.microsoft.com/office/drawing/2014/main" id="{D49FC2C1-F377-B4E3-1B97-76FE45E49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663" y="1533526"/>
            <a:ext cx="301625" cy="434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0" name="Line 600">
            <a:extLst>
              <a:ext uri="{FF2B5EF4-FFF2-40B4-BE49-F238E27FC236}">
                <a16:creationId xmlns:a16="http://schemas.microsoft.com/office/drawing/2014/main" id="{F8B1283F-04B1-F5E3-2065-B89E9264B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1173163"/>
            <a:ext cx="128588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1" name="Line 601">
            <a:extLst>
              <a:ext uri="{FF2B5EF4-FFF2-40B4-BE49-F238E27FC236}">
                <a16:creationId xmlns:a16="http://schemas.microsoft.com/office/drawing/2014/main" id="{C451F0EC-6A50-208C-EA9A-1FCF23FBC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7425" y="1393826"/>
            <a:ext cx="163513" cy="184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2" name="Line 602">
            <a:extLst>
              <a:ext uri="{FF2B5EF4-FFF2-40B4-BE49-F238E27FC236}">
                <a16:creationId xmlns:a16="http://schemas.microsoft.com/office/drawing/2014/main" id="{8C327A82-75A3-95E7-E93E-DCBECFA29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9188" y="906463"/>
            <a:ext cx="58738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3" name="Line 603">
            <a:extLst>
              <a:ext uri="{FF2B5EF4-FFF2-40B4-BE49-F238E27FC236}">
                <a16:creationId xmlns:a16="http://schemas.microsoft.com/office/drawing/2014/main" id="{62E76B28-D7FD-141D-9B86-1341FAEE2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1550" y="2254251"/>
            <a:ext cx="668338" cy="300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4" name="Line 604">
            <a:extLst>
              <a:ext uri="{FF2B5EF4-FFF2-40B4-BE49-F238E27FC236}">
                <a16:creationId xmlns:a16="http://schemas.microsoft.com/office/drawing/2014/main" id="{7240EDBC-E84D-BAD7-4274-503BD85EB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3625" y="1474788"/>
            <a:ext cx="195263" cy="265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5" name="Line 605">
            <a:extLst>
              <a:ext uri="{FF2B5EF4-FFF2-40B4-BE49-F238E27FC236}">
                <a16:creationId xmlns:a16="http://schemas.microsoft.com/office/drawing/2014/main" id="{71EFC30B-716C-B68D-959E-FE1C1BE1F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092326"/>
            <a:ext cx="36513" cy="42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6" name="Line 606">
            <a:extLst>
              <a:ext uri="{FF2B5EF4-FFF2-40B4-BE49-F238E27FC236}">
                <a16:creationId xmlns:a16="http://schemas.microsoft.com/office/drawing/2014/main" id="{5A861EF7-0002-B825-0E06-7C0E4789C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0713" y="1387476"/>
            <a:ext cx="312738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7" name="Line 608">
            <a:extLst>
              <a:ext uri="{FF2B5EF4-FFF2-40B4-BE49-F238E27FC236}">
                <a16:creationId xmlns:a16="http://schemas.microsoft.com/office/drawing/2014/main" id="{D635E507-99CA-A612-B700-506B51BA2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5813" y="1987551"/>
            <a:ext cx="98425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8" name="Line 609">
            <a:extLst>
              <a:ext uri="{FF2B5EF4-FFF2-40B4-BE49-F238E27FC236}">
                <a16:creationId xmlns:a16="http://schemas.microsoft.com/office/drawing/2014/main" id="{B54A6FB6-660A-40F0-F02F-1571A07DE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4263" y="214313"/>
            <a:ext cx="46038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9" name="Line 610">
            <a:extLst>
              <a:ext uri="{FF2B5EF4-FFF2-40B4-BE49-F238E27FC236}">
                <a16:creationId xmlns:a16="http://schemas.microsoft.com/office/drawing/2014/main" id="{3FE6AD35-F2AB-72D1-E7A6-C340FD41E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119188"/>
            <a:ext cx="20638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0" name="Line 611">
            <a:extLst>
              <a:ext uri="{FF2B5EF4-FFF2-40B4-BE49-F238E27FC236}">
                <a16:creationId xmlns:a16="http://schemas.microsoft.com/office/drawing/2014/main" id="{B03CC50F-8431-D6E0-A846-D2EF240F4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2212976"/>
            <a:ext cx="107950" cy="133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1" name="Line 612">
            <a:extLst>
              <a:ext uri="{FF2B5EF4-FFF2-40B4-BE49-F238E27FC236}">
                <a16:creationId xmlns:a16="http://schemas.microsoft.com/office/drawing/2014/main" id="{C5B0355B-293D-B0DD-7BCB-62BB54770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8825" y="2701926"/>
            <a:ext cx="198438" cy="215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2" name="Line 613">
            <a:extLst>
              <a:ext uri="{FF2B5EF4-FFF2-40B4-BE49-F238E27FC236}">
                <a16:creationId xmlns:a16="http://schemas.microsoft.com/office/drawing/2014/main" id="{02C0BD08-DF76-D0EE-BA0C-5E4E74EE5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3775" y="2033588"/>
            <a:ext cx="131763" cy="142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3" name="Line 614">
            <a:extLst>
              <a:ext uri="{FF2B5EF4-FFF2-40B4-BE49-F238E27FC236}">
                <a16:creationId xmlns:a16="http://schemas.microsoft.com/office/drawing/2014/main" id="{67E75105-A079-72B6-9C29-D326DA46C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563563"/>
            <a:ext cx="203200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4" name="Line 615">
            <a:extLst>
              <a:ext uri="{FF2B5EF4-FFF2-40B4-BE49-F238E27FC236}">
                <a16:creationId xmlns:a16="http://schemas.microsoft.com/office/drawing/2014/main" id="{EBE59063-1B95-BFA0-973B-D66FB3F4A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2938" y="333376"/>
            <a:ext cx="434975" cy="406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5" name="Line 616">
            <a:extLst>
              <a:ext uri="{FF2B5EF4-FFF2-40B4-BE49-F238E27FC236}">
                <a16:creationId xmlns:a16="http://schemas.microsoft.com/office/drawing/2014/main" id="{A0A451DD-DDD2-20BE-3573-5B172FE7EA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8213" y="214313"/>
            <a:ext cx="236538" cy="296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6" name="Line 617">
            <a:extLst>
              <a:ext uri="{FF2B5EF4-FFF2-40B4-BE49-F238E27FC236}">
                <a16:creationId xmlns:a16="http://schemas.microsoft.com/office/drawing/2014/main" id="{6FB93205-36E4-B6BC-A81F-26FF002B7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7638" y="2066926"/>
            <a:ext cx="274638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7" name="Line 618">
            <a:extLst>
              <a:ext uri="{FF2B5EF4-FFF2-40B4-BE49-F238E27FC236}">
                <a16:creationId xmlns:a16="http://schemas.microsoft.com/office/drawing/2014/main" id="{D02BF965-B8B9-6B7B-E6B5-7E5A03627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2800" y="538163"/>
            <a:ext cx="244475" cy="401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8" name="Line 619">
            <a:extLst>
              <a:ext uri="{FF2B5EF4-FFF2-40B4-BE49-F238E27FC236}">
                <a16:creationId xmlns:a16="http://schemas.microsoft.com/office/drawing/2014/main" id="{639944B4-1CBA-5067-28FA-FB961CB2A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950" y="860426"/>
            <a:ext cx="139700" cy="149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9" name="Line 620">
            <a:extLst>
              <a:ext uri="{FF2B5EF4-FFF2-40B4-BE49-F238E27FC236}">
                <a16:creationId xmlns:a16="http://schemas.microsoft.com/office/drawing/2014/main" id="{BEF5C203-8ECF-E3B0-2D49-1E68FC9F0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9063" y="1101726"/>
            <a:ext cx="133350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0" name="Line 621">
            <a:extLst>
              <a:ext uri="{FF2B5EF4-FFF2-40B4-BE49-F238E27FC236}">
                <a16:creationId xmlns:a16="http://schemas.microsoft.com/office/drawing/2014/main" id="{3E7C0BA6-A92D-BF08-DCFA-766D7FAFF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8700" y="1558926"/>
            <a:ext cx="165100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1" name="Line 622">
            <a:extLst>
              <a:ext uri="{FF2B5EF4-FFF2-40B4-BE49-F238E27FC236}">
                <a16:creationId xmlns:a16="http://schemas.microsoft.com/office/drawing/2014/main" id="{ECC71C54-B0FE-8710-FC1F-633F1A480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8688" y="214313"/>
            <a:ext cx="76200" cy="63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2" name="Line 623">
            <a:extLst>
              <a:ext uri="{FF2B5EF4-FFF2-40B4-BE49-F238E27FC236}">
                <a16:creationId xmlns:a16="http://schemas.microsoft.com/office/drawing/2014/main" id="{C3119554-7BD3-FD70-7635-5F73B4908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7813" y="3179763"/>
            <a:ext cx="79375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3" name="Line 624">
            <a:extLst>
              <a:ext uri="{FF2B5EF4-FFF2-40B4-BE49-F238E27FC236}">
                <a16:creationId xmlns:a16="http://schemas.microsoft.com/office/drawing/2014/main" id="{943181F0-47B3-B79F-C954-225E34A62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4525" y="3132138"/>
            <a:ext cx="301625" cy="258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4" name="Line 625">
            <a:extLst>
              <a:ext uri="{FF2B5EF4-FFF2-40B4-BE49-F238E27FC236}">
                <a16:creationId xmlns:a16="http://schemas.microsoft.com/office/drawing/2014/main" id="{9349048F-17E9-D01C-32DF-3522C1AD4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800101"/>
            <a:ext cx="244475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5" name="Line 626">
            <a:extLst>
              <a:ext uri="{FF2B5EF4-FFF2-40B4-BE49-F238E27FC236}">
                <a16:creationId xmlns:a16="http://schemas.microsoft.com/office/drawing/2014/main" id="{00DDA44A-A4FA-9F68-B7E1-85BD2E58B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250" y="3251201"/>
            <a:ext cx="128588" cy="139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6" name="Line 627">
            <a:extLst>
              <a:ext uri="{FF2B5EF4-FFF2-40B4-BE49-F238E27FC236}">
                <a16:creationId xmlns:a16="http://schemas.microsoft.com/office/drawing/2014/main" id="{F77E8408-41EA-A1A7-57B0-E8831D1B4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8" y="349251"/>
            <a:ext cx="1063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7" name="Line 628">
            <a:extLst>
              <a:ext uri="{FF2B5EF4-FFF2-40B4-BE49-F238E27FC236}">
                <a16:creationId xmlns:a16="http://schemas.microsoft.com/office/drawing/2014/main" id="{1B2AF555-E7E8-8783-8A50-E39CE9F976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2975" y="3221038"/>
            <a:ext cx="155575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8" name="Line 629">
            <a:extLst>
              <a:ext uri="{FF2B5EF4-FFF2-40B4-BE49-F238E27FC236}">
                <a16:creationId xmlns:a16="http://schemas.microsoft.com/office/drawing/2014/main" id="{1400FF9C-D4A7-C4BB-5755-7A4A2F833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3325" y="874713"/>
            <a:ext cx="158750" cy="187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9" name="Line 630">
            <a:extLst>
              <a:ext uri="{FF2B5EF4-FFF2-40B4-BE49-F238E27FC236}">
                <a16:creationId xmlns:a16="http://schemas.microsoft.com/office/drawing/2014/main" id="{F216DC37-B1D7-40F5-4D4F-63DF11BCD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565401"/>
            <a:ext cx="28575" cy="46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0" name="Line 631">
            <a:extLst>
              <a:ext uri="{FF2B5EF4-FFF2-40B4-BE49-F238E27FC236}">
                <a16:creationId xmlns:a16="http://schemas.microsoft.com/office/drawing/2014/main" id="{E89C8553-C98E-DCA0-A01F-13DD0278C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906463"/>
            <a:ext cx="320675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1" name="Line 632">
            <a:extLst>
              <a:ext uri="{FF2B5EF4-FFF2-40B4-BE49-F238E27FC236}">
                <a16:creationId xmlns:a16="http://schemas.microsoft.com/office/drawing/2014/main" id="{6D8F6F9D-71FA-C472-4994-9268B17E7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8363" y="1274763"/>
            <a:ext cx="265113" cy="322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2" name="Line 633">
            <a:extLst>
              <a:ext uri="{FF2B5EF4-FFF2-40B4-BE49-F238E27FC236}">
                <a16:creationId xmlns:a16="http://schemas.microsoft.com/office/drawing/2014/main" id="{85E9C2EF-4E59-49AA-499E-40961C086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475" y="2368551"/>
            <a:ext cx="80963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3" name="Line 634">
            <a:extLst>
              <a:ext uri="{FF2B5EF4-FFF2-40B4-BE49-F238E27FC236}">
                <a16:creationId xmlns:a16="http://schemas.microsoft.com/office/drawing/2014/main" id="{AB66F3EA-D14C-867E-7A50-48D6CC9F8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3175001"/>
            <a:ext cx="209550" cy="179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4" name="Line 635">
            <a:extLst>
              <a:ext uri="{FF2B5EF4-FFF2-40B4-BE49-F238E27FC236}">
                <a16:creationId xmlns:a16="http://schemas.microsoft.com/office/drawing/2014/main" id="{582FCB81-EE88-28C2-DAE1-DF44FF7CE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7575" y="2084388"/>
            <a:ext cx="104775" cy="355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5" name="Line 636">
            <a:extLst>
              <a:ext uri="{FF2B5EF4-FFF2-40B4-BE49-F238E27FC236}">
                <a16:creationId xmlns:a16="http://schemas.microsoft.com/office/drawing/2014/main" id="{71ED052E-FCB3-7850-835C-E717A8F2E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0325" y="214313"/>
            <a:ext cx="69850" cy="74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6" name="Line 637">
            <a:extLst>
              <a:ext uri="{FF2B5EF4-FFF2-40B4-BE49-F238E27FC236}">
                <a16:creationId xmlns:a16="http://schemas.microsoft.com/office/drawing/2014/main" id="{CF2FC820-A746-1F47-8A58-82F8A5208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704851"/>
            <a:ext cx="120650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7" name="Line 638">
            <a:extLst>
              <a:ext uri="{FF2B5EF4-FFF2-40B4-BE49-F238E27FC236}">
                <a16:creationId xmlns:a16="http://schemas.microsoft.com/office/drawing/2014/main" id="{97992765-33C6-F31C-0896-3E8065308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650" y="292101"/>
            <a:ext cx="8255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8" name="Line 639">
            <a:extLst>
              <a:ext uri="{FF2B5EF4-FFF2-40B4-BE49-F238E27FC236}">
                <a16:creationId xmlns:a16="http://schemas.microsoft.com/office/drawing/2014/main" id="{EF062EF1-1ACA-7B08-CAFA-8B2305A8A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230563"/>
            <a:ext cx="306388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9" name="Line 640">
            <a:extLst>
              <a:ext uri="{FF2B5EF4-FFF2-40B4-BE49-F238E27FC236}">
                <a16:creationId xmlns:a16="http://schemas.microsoft.com/office/drawing/2014/main" id="{5744BEBE-2CB2-27EB-BE9D-6E11AAB9A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057526"/>
            <a:ext cx="114300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0" name="Line 641">
            <a:extLst>
              <a:ext uri="{FF2B5EF4-FFF2-40B4-BE49-F238E27FC236}">
                <a16:creationId xmlns:a16="http://schemas.microsoft.com/office/drawing/2014/main" id="{F29EC05B-B18F-54D5-D995-5C52EF56B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235076"/>
            <a:ext cx="1444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1" name="Line 642">
            <a:extLst>
              <a:ext uri="{FF2B5EF4-FFF2-40B4-BE49-F238E27FC236}">
                <a16:creationId xmlns:a16="http://schemas.microsoft.com/office/drawing/2014/main" id="{6D41E80A-08D1-C7B2-1639-5CBB59F14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0563" y="2822576"/>
            <a:ext cx="73025" cy="87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2" name="Line 643">
            <a:extLst>
              <a:ext uri="{FF2B5EF4-FFF2-40B4-BE49-F238E27FC236}">
                <a16:creationId xmlns:a16="http://schemas.microsoft.com/office/drawing/2014/main" id="{9FB92996-DAF2-67FC-2740-E318488444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2825" y="1217613"/>
            <a:ext cx="174625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3" name="Line 644">
            <a:extLst>
              <a:ext uri="{FF2B5EF4-FFF2-40B4-BE49-F238E27FC236}">
                <a16:creationId xmlns:a16="http://schemas.microsoft.com/office/drawing/2014/main" id="{0E7CE5F6-B671-8817-483A-3BF294310F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581276"/>
            <a:ext cx="103188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4" name="Line 645">
            <a:extLst>
              <a:ext uri="{FF2B5EF4-FFF2-40B4-BE49-F238E27FC236}">
                <a16:creationId xmlns:a16="http://schemas.microsoft.com/office/drawing/2014/main" id="{7636971B-D759-4EDB-FB7D-9A98344D6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269876"/>
            <a:ext cx="30163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5" name="Line 646">
            <a:extLst>
              <a:ext uri="{FF2B5EF4-FFF2-40B4-BE49-F238E27FC236}">
                <a16:creationId xmlns:a16="http://schemas.microsoft.com/office/drawing/2014/main" id="{DA2F80E4-3076-BBB1-1B1C-135B9AAC2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128838"/>
            <a:ext cx="80963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6" name="Line 647">
            <a:extLst>
              <a:ext uri="{FF2B5EF4-FFF2-40B4-BE49-F238E27FC236}">
                <a16:creationId xmlns:a16="http://schemas.microsoft.com/office/drawing/2014/main" id="{34AC25AA-56FB-78EF-FED6-18B8A32F7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0625" y="3149601"/>
            <a:ext cx="34925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7" name="Line 648">
            <a:extLst>
              <a:ext uri="{FF2B5EF4-FFF2-40B4-BE49-F238E27FC236}">
                <a16:creationId xmlns:a16="http://schemas.microsoft.com/office/drawing/2014/main" id="{B5007F69-BD11-0994-DCCF-E177702636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533651"/>
            <a:ext cx="125413" cy="123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8" name="Line 649">
            <a:extLst>
              <a:ext uri="{FF2B5EF4-FFF2-40B4-BE49-F238E27FC236}">
                <a16:creationId xmlns:a16="http://schemas.microsoft.com/office/drawing/2014/main" id="{7D39454B-89AC-1525-06E4-AD5D00933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2093913"/>
            <a:ext cx="55563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9" name="Line 650">
            <a:extLst>
              <a:ext uri="{FF2B5EF4-FFF2-40B4-BE49-F238E27FC236}">
                <a16:creationId xmlns:a16="http://schemas.microsoft.com/office/drawing/2014/main" id="{DDBEF4BA-4E97-E912-CA8D-CF2BA1F14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3400" y="3154363"/>
            <a:ext cx="163513" cy="222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0" name="Line 651">
            <a:extLst>
              <a:ext uri="{FF2B5EF4-FFF2-40B4-BE49-F238E27FC236}">
                <a16:creationId xmlns:a16="http://schemas.microsoft.com/office/drawing/2014/main" id="{4B44730D-011A-D7E7-1D54-D09166AD6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6938" y="1876426"/>
            <a:ext cx="461963" cy="4286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1" name="Line 652">
            <a:extLst>
              <a:ext uri="{FF2B5EF4-FFF2-40B4-BE49-F238E27FC236}">
                <a16:creationId xmlns:a16="http://schemas.microsoft.com/office/drawing/2014/main" id="{7DC593C4-5BA3-18BE-803B-F4965C68E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1973263"/>
            <a:ext cx="58738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2" name="Line 653">
            <a:extLst>
              <a:ext uri="{FF2B5EF4-FFF2-40B4-BE49-F238E27FC236}">
                <a16:creationId xmlns:a16="http://schemas.microsoft.com/office/drawing/2014/main" id="{3F2B461A-F0B6-73A3-9809-67BABFFA0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0438" y="452438"/>
            <a:ext cx="217488" cy="277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3" name="Line 654">
            <a:extLst>
              <a:ext uri="{FF2B5EF4-FFF2-40B4-BE49-F238E27FC236}">
                <a16:creationId xmlns:a16="http://schemas.microsoft.com/office/drawing/2014/main" id="{AF203690-01C9-6182-77A3-8C1B6A087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3613" y="2632076"/>
            <a:ext cx="204788" cy="209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4" name="Line 655">
            <a:extLst>
              <a:ext uri="{FF2B5EF4-FFF2-40B4-BE49-F238E27FC236}">
                <a16:creationId xmlns:a16="http://schemas.microsoft.com/office/drawing/2014/main" id="{74CC8567-8AAB-FC87-FB5C-18A7A5FED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650876"/>
            <a:ext cx="6350" cy="4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5" name="Line 656">
            <a:extLst>
              <a:ext uri="{FF2B5EF4-FFF2-40B4-BE49-F238E27FC236}">
                <a16:creationId xmlns:a16="http://schemas.microsoft.com/office/drawing/2014/main" id="{A4F79587-016D-59C4-7FDB-F9AB3978C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2816226"/>
            <a:ext cx="85725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6" name="Line 657">
            <a:extLst>
              <a:ext uri="{FF2B5EF4-FFF2-40B4-BE49-F238E27FC236}">
                <a16:creationId xmlns:a16="http://schemas.microsoft.com/office/drawing/2014/main" id="{802B8C0E-BD10-7168-E8B0-FDC57D3DA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7750" y="2947988"/>
            <a:ext cx="298450" cy="292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7" name="Line 658">
            <a:extLst>
              <a:ext uri="{FF2B5EF4-FFF2-40B4-BE49-F238E27FC236}">
                <a16:creationId xmlns:a16="http://schemas.microsoft.com/office/drawing/2014/main" id="{56D52CCB-737F-E7DE-7500-EC453E4D7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4888" y="2417763"/>
            <a:ext cx="393700" cy="534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8" name="Line 659">
            <a:extLst>
              <a:ext uri="{FF2B5EF4-FFF2-40B4-BE49-F238E27FC236}">
                <a16:creationId xmlns:a16="http://schemas.microsoft.com/office/drawing/2014/main" id="{40FEC7C7-0642-63E9-A4D5-C5000EE88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7600" y="2255838"/>
            <a:ext cx="246063" cy="277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9" name="Line 660">
            <a:extLst>
              <a:ext uri="{FF2B5EF4-FFF2-40B4-BE49-F238E27FC236}">
                <a16:creationId xmlns:a16="http://schemas.microsoft.com/office/drawing/2014/main" id="{DE02029C-E321-F243-6D84-7E38E8EEBC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4338" y="1911351"/>
            <a:ext cx="195263" cy="396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0" name="Line 661">
            <a:extLst>
              <a:ext uri="{FF2B5EF4-FFF2-40B4-BE49-F238E27FC236}">
                <a16:creationId xmlns:a16="http://schemas.microsoft.com/office/drawing/2014/main" id="{8EFE35A1-61FA-4F14-6BC7-6C076FED6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3913" y="1144588"/>
            <a:ext cx="227013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1" name="Line 662">
            <a:extLst>
              <a:ext uri="{FF2B5EF4-FFF2-40B4-BE49-F238E27FC236}">
                <a16:creationId xmlns:a16="http://schemas.microsoft.com/office/drawing/2014/main" id="{F46FBB88-ED32-B3F5-43EC-473748BAD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5688" y="1598613"/>
            <a:ext cx="1190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2" name="Line 663">
            <a:extLst>
              <a:ext uri="{FF2B5EF4-FFF2-40B4-BE49-F238E27FC236}">
                <a16:creationId xmlns:a16="http://schemas.microsoft.com/office/drawing/2014/main" id="{0477B37E-0DF3-A1B7-B51B-210B56B32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0413" y="1943101"/>
            <a:ext cx="179388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3" name="Line 664">
            <a:extLst>
              <a:ext uri="{FF2B5EF4-FFF2-40B4-BE49-F238E27FC236}">
                <a16:creationId xmlns:a16="http://schemas.microsoft.com/office/drawing/2014/main" id="{F95A0FBE-2ABB-4FB7-D1E5-1A1D7E7D2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8988" y="214313"/>
            <a:ext cx="36513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4" name="Line 665">
            <a:extLst>
              <a:ext uri="{FF2B5EF4-FFF2-40B4-BE49-F238E27FC236}">
                <a16:creationId xmlns:a16="http://schemas.microsoft.com/office/drawing/2014/main" id="{35616445-899F-14F8-DC9A-5CDCA55F9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296863"/>
            <a:ext cx="403225" cy="571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5" name="Line 666">
            <a:extLst>
              <a:ext uri="{FF2B5EF4-FFF2-40B4-BE49-F238E27FC236}">
                <a16:creationId xmlns:a16="http://schemas.microsoft.com/office/drawing/2014/main" id="{4BF6E50A-20F7-FDCF-C3D5-A08BEC46A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136651"/>
            <a:ext cx="223838" cy="173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6" name="Line 667">
            <a:extLst>
              <a:ext uri="{FF2B5EF4-FFF2-40B4-BE49-F238E27FC236}">
                <a16:creationId xmlns:a16="http://schemas.microsoft.com/office/drawing/2014/main" id="{2DB7B960-25F6-FCB8-BA18-03BC4B7FC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1500" y="1549401"/>
            <a:ext cx="446088" cy="395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7" name="Line 668">
            <a:extLst>
              <a:ext uri="{FF2B5EF4-FFF2-40B4-BE49-F238E27FC236}">
                <a16:creationId xmlns:a16="http://schemas.microsoft.com/office/drawing/2014/main" id="{33C2C7DB-AFA1-4A51-41A8-A40207DA7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9163" y="407988"/>
            <a:ext cx="385763" cy="622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8" name="Line 669">
            <a:extLst>
              <a:ext uri="{FF2B5EF4-FFF2-40B4-BE49-F238E27FC236}">
                <a16:creationId xmlns:a16="http://schemas.microsoft.com/office/drawing/2014/main" id="{C6C1FED7-4C0A-25BB-BBE0-5DECBD55C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0200" y="1835151"/>
            <a:ext cx="150813" cy="157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9" name="Line 670">
            <a:extLst>
              <a:ext uri="{FF2B5EF4-FFF2-40B4-BE49-F238E27FC236}">
                <a16:creationId xmlns:a16="http://schemas.microsoft.com/office/drawing/2014/main" id="{B5C54838-55F9-7C80-B2FC-E85D4122F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4725" y="1895476"/>
            <a:ext cx="127000" cy="115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0" name="Line 671">
            <a:extLst>
              <a:ext uri="{FF2B5EF4-FFF2-40B4-BE49-F238E27FC236}">
                <a16:creationId xmlns:a16="http://schemas.microsoft.com/office/drawing/2014/main" id="{14DA15F4-B6B1-31C9-E439-2943B22A0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195388"/>
            <a:ext cx="352425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1" name="Line 672">
            <a:extLst>
              <a:ext uri="{FF2B5EF4-FFF2-40B4-BE49-F238E27FC236}">
                <a16:creationId xmlns:a16="http://schemas.microsoft.com/office/drawing/2014/main" id="{2E95D987-E478-959B-1E77-E21857F10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4613" y="2179638"/>
            <a:ext cx="133350" cy="139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2" name="Line 673">
            <a:extLst>
              <a:ext uri="{FF2B5EF4-FFF2-40B4-BE49-F238E27FC236}">
                <a16:creationId xmlns:a16="http://schemas.microsoft.com/office/drawing/2014/main" id="{BD1D9807-D26F-0223-B37D-55F440B2D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411288"/>
            <a:ext cx="90488" cy="69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3" name="Line 674">
            <a:extLst>
              <a:ext uri="{FF2B5EF4-FFF2-40B4-BE49-F238E27FC236}">
                <a16:creationId xmlns:a16="http://schemas.microsoft.com/office/drawing/2014/main" id="{EA5E83CA-1856-9D71-5AFA-599D53916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0" y="1284288"/>
            <a:ext cx="223838" cy="268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4" name="Line 675">
            <a:extLst>
              <a:ext uri="{FF2B5EF4-FFF2-40B4-BE49-F238E27FC236}">
                <a16:creationId xmlns:a16="http://schemas.microsoft.com/office/drawing/2014/main" id="{635B3A1F-DE8B-408C-7C84-CF71B7E22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0288" y="1327151"/>
            <a:ext cx="147638" cy="196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5" name="Line 676">
            <a:extLst>
              <a:ext uri="{FF2B5EF4-FFF2-40B4-BE49-F238E27FC236}">
                <a16:creationId xmlns:a16="http://schemas.microsoft.com/office/drawing/2014/main" id="{7AAA0D02-50E4-BF78-F222-D678D1C42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7688" y="3341688"/>
            <a:ext cx="53975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6" name="Line 677">
            <a:extLst>
              <a:ext uri="{FF2B5EF4-FFF2-40B4-BE49-F238E27FC236}">
                <a16:creationId xmlns:a16="http://schemas.microsoft.com/office/drawing/2014/main" id="{3AA01E97-536A-A830-4FA9-D20A257E0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0" y="438151"/>
            <a:ext cx="352425" cy="371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7" name="Line 678">
            <a:extLst>
              <a:ext uri="{FF2B5EF4-FFF2-40B4-BE49-F238E27FC236}">
                <a16:creationId xmlns:a16="http://schemas.microsoft.com/office/drawing/2014/main" id="{947F0957-4AAE-A567-EC1E-1F458AE7D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935038"/>
            <a:ext cx="177800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8" name="Line 679">
            <a:extLst>
              <a:ext uri="{FF2B5EF4-FFF2-40B4-BE49-F238E27FC236}">
                <a16:creationId xmlns:a16="http://schemas.microsoft.com/office/drawing/2014/main" id="{31DCE45E-4AE9-B15C-24A0-E828AEF0E1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525" y="2746376"/>
            <a:ext cx="276225" cy="347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9" name="Line 680">
            <a:extLst>
              <a:ext uri="{FF2B5EF4-FFF2-40B4-BE49-F238E27FC236}">
                <a16:creationId xmlns:a16="http://schemas.microsoft.com/office/drawing/2014/main" id="{EE9FD38B-1AEE-669B-74DA-A2DEDC90F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0" y="1282701"/>
            <a:ext cx="168275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0" name="Line 681">
            <a:extLst>
              <a:ext uri="{FF2B5EF4-FFF2-40B4-BE49-F238E27FC236}">
                <a16:creationId xmlns:a16="http://schemas.microsoft.com/office/drawing/2014/main" id="{25131313-482A-54EA-EBE5-CA46D668A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1970088"/>
            <a:ext cx="419100" cy="469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1" name="Line 682">
            <a:extLst>
              <a:ext uri="{FF2B5EF4-FFF2-40B4-BE49-F238E27FC236}">
                <a16:creationId xmlns:a16="http://schemas.microsoft.com/office/drawing/2014/main" id="{25BA028F-995F-2305-0A01-53DD730134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6850" y="854076"/>
            <a:ext cx="84138" cy="128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2" name="Line 683">
            <a:extLst>
              <a:ext uri="{FF2B5EF4-FFF2-40B4-BE49-F238E27FC236}">
                <a16:creationId xmlns:a16="http://schemas.microsoft.com/office/drawing/2014/main" id="{338635B3-4111-00C3-E9AD-D2251ECFC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5375" y="3336926"/>
            <a:ext cx="49213" cy="53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3" name="Line 684">
            <a:extLst>
              <a:ext uri="{FF2B5EF4-FFF2-40B4-BE49-F238E27FC236}">
                <a16:creationId xmlns:a16="http://schemas.microsoft.com/office/drawing/2014/main" id="{57CE8189-B8D8-1D49-D8BA-BB3783D79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50" y="577851"/>
            <a:ext cx="523875" cy="512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4" name="Line 685">
            <a:extLst>
              <a:ext uri="{FF2B5EF4-FFF2-40B4-BE49-F238E27FC236}">
                <a16:creationId xmlns:a16="http://schemas.microsoft.com/office/drawing/2014/main" id="{091D33B9-8A8F-407D-233B-093692E0A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538" y="750888"/>
            <a:ext cx="144463" cy="215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5" name="Line 686">
            <a:extLst>
              <a:ext uri="{FF2B5EF4-FFF2-40B4-BE49-F238E27FC236}">
                <a16:creationId xmlns:a16="http://schemas.microsoft.com/office/drawing/2014/main" id="{7379E5ED-643D-4056-1D69-ACDC135B4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8450" y="1944688"/>
            <a:ext cx="220663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6" name="Line 687">
            <a:extLst>
              <a:ext uri="{FF2B5EF4-FFF2-40B4-BE49-F238E27FC236}">
                <a16:creationId xmlns:a16="http://schemas.microsoft.com/office/drawing/2014/main" id="{F5E31F90-9F32-DD81-6176-AE0AB3F99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6813" y="3179763"/>
            <a:ext cx="233363" cy="204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7" name="Line 688">
            <a:extLst>
              <a:ext uri="{FF2B5EF4-FFF2-40B4-BE49-F238E27FC236}">
                <a16:creationId xmlns:a16="http://schemas.microsoft.com/office/drawing/2014/main" id="{7891D6D0-CCEB-2041-4DE4-5857C2C0B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4788" y="1182688"/>
            <a:ext cx="139700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8" name="Line 689">
            <a:extLst>
              <a:ext uri="{FF2B5EF4-FFF2-40B4-BE49-F238E27FC236}">
                <a16:creationId xmlns:a16="http://schemas.microsoft.com/office/drawing/2014/main" id="{69F8E513-B2AD-3D84-9C5D-41E30BAB3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2613" y="2825751"/>
            <a:ext cx="288925" cy="482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9" name="Line 690">
            <a:extLst>
              <a:ext uri="{FF2B5EF4-FFF2-40B4-BE49-F238E27FC236}">
                <a16:creationId xmlns:a16="http://schemas.microsoft.com/office/drawing/2014/main" id="{D5C1F5C0-49C1-F8B9-D5CF-AF34E991B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068513"/>
            <a:ext cx="258763" cy="322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0" name="Line 691">
            <a:extLst>
              <a:ext uri="{FF2B5EF4-FFF2-40B4-BE49-F238E27FC236}">
                <a16:creationId xmlns:a16="http://schemas.microsoft.com/office/drawing/2014/main" id="{D4A4EAC0-16F4-DC09-FFB5-A01C3FA70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3382963"/>
            <a:ext cx="9525" cy="79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1" name="Line 692">
            <a:extLst>
              <a:ext uri="{FF2B5EF4-FFF2-40B4-BE49-F238E27FC236}">
                <a16:creationId xmlns:a16="http://schemas.microsoft.com/office/drawing/2014/main" id="{61B84705-7098-AAAF-704B-584512E96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3" y="1085851"/>
            <a:ext cx="630238" cy="436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2" name="Line 693">
            <a:extLst>
              <a:ext uri="{FF2B5EF4-FFF2-40B4-BE49-F238E27FC236}">
                <a16:creationId xmlns:a16="http://schemas.microsoft.com/office/drawing/2014/main" id="{FAC6F06C-1E02-22B1-D5AE-3969152E2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7913" y="2409826"/>
            <a:ext cx="69850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3" name="Line 694">
            <a:extLst>
              <a:ext uri="{FF2B5EF4-FFF2-40B4-BE49-F238E27FC236}">
                <a16:creationId xmlns:a16="http://schemas.microsoft.com/office/drawing/2014/main" id="{0284E6C9-9690-935A-7C65-10F22040F2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3438" y="2203451"/>
            <a:ext cx="344488" cy="323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4" name="Line 695">
            <a:extLst>
              <a:ext uri="{FF2B5EF4-FFF2-40B4-BE49-F238E27FC236}">
                <a16:creationId xmlns:a16="http://schemas.microsoft.com/office/drawing/2014/main" id="{6169D4E1-42C7-8DE7-1692-2DE8A8408A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1838" y="1600201"/>
            <a:ext cx="50800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5" name="Line 696">
            <a:extLst>
              <a:ext uri="{FF2B5EF4-FFF2-40B4-BE49-F238E27FC236}">
                <a16:creationId xmlns:a16="http://schemas.microsoft.com/office/drawing/2014/main" id="{B160D68F-5092-99D0-CF50-4C99DB6AA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363" y="612776"/>
            <a:ext cx="13970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6" name="Line 697">
            <a:extLst>
              <a:ext uri="{FF2B5EF4-FFF2-40B4-BE49-F238E27FC236}">
                <a16:creationId xmlns:a16="http://schemas.microsoft.com/office/drawing/2014/main" id="{2A6ABC5B-55AB-705D-5F5B-B607CCED5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2608263"/>
            <a:ext cx="311150" cy="354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7" name="Line 698">
            <a:extLst>
              <a:ext uri="{FF2B5EF4-FFF2-40B4-BE49-F238E27FC236}">
                <a16:creationId xmlns:a16="http://schemas.microsoft.com/office/drawing/2014/main" id="{13522955-7F7A-8D57-F224-0630C44A4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292476"/>
            <a:ext cx="4763" cy="6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8" name="Line 699">
            <a:extLst>
              <a:ext uri="{FF2B5EF4-FFF2-40B4-BE49-F238E27FC236}">
                <a16:creationId xmlns:a16="http://schemas.microsoft.com/office/drawing/2014/main" id="{6167F0FE-9D1B-5A3C-13DD-74B427473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0525" y="425451"/>
            <a:ext cx="95250" cy="73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9" name="Line 700">
            <a:extLst>
              <a:ext uri="{FF2B5EF4-FFF2-40B4-BE49-F238E27FC236}">
                <a16:creationId xmlns:a16="http://schemas.microsoft.com/office/drawing/2014/main" id="{96AA021E-5612-C942-D078-8A224DF58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565276"/>
            <a:ext cx="198438" cy="288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0" name="Line 701">
            <a:extLst>
              <a:ext uri="{FF2B5EF4-FFF2-40B4-BE49-F238E27FC236}">
                <a16:creationId xmlns:a16="http://schemas.microsoft.com/office/drawing/2014/main" id="{C30666D5-E83A-713D-0ED7-70F98290D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1713" y="1112838"/>
            <a:ext cx="176213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1" name="Line 702">
            <a:extLst>
              <a:ext uri="{FF2B5EF4-FFF2-40B4-BE49-F238E27FC236}">
                <a16:creationId xmlns:a16="http://schemas.microsoft.com/office/drawing/2014/main" id="{5324A909-FDD4-C37E-64BE-CFBAA20E5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5713" y="2465388"/>
            <a:ext cx="131763" cy="157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2" name="Line 703">
            <a:extLst>
              <a:ext uri="{FF2B5EF4-FFF2-40B4-BE49-F238E27FC236}">
                <a16:creationId xmlns:a16="http://schemas.microsoft.com/office/drawing/2014/main" id="{22D04713-6578-F12E-ACDC-498C10313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2613" y="2241551"/>
            <a:ext cx="333375" cy="533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3" name="Line 704">
            <a:extLst>
              <a:ext uri="{FF2B5EF4-FFF2-40B4-BE49-F238E27FC236}">
                <a16:creationId xmlns:a16="http://schemas.microsoft.com/office/drawing/2014/main" id="{6A7A16A6-2ECF-EA3D-D702-5EC8AA3C3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3" y="2136776"/>
            <a:ext cx="76200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4" name="Line 705">
            <a:extLst>
              <a:ext uri="{FF2B5EF4-FFF2-40B4-BE49-F238E27FC236}">
                <a16:creationId xmlns:a16="http://schemas.microsoft.com/office/drawing/2014/main" id="{A0C854A5-4A89-7B20-5F17-54DF98DA6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358901"/>
            <a:ext cx="373063" cy="307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5" name="Line 706">
            <a:extLst>
              <a:ext uri="{FF2B5EF4-FFF2-40B4-BE49-F238E27FC236}">
                <a16:creationId xmlns:a16="http://schemas.microsoft.com/office/drawing/2014/main" id="{BFF60B82-E276-2595-A67A-77FAF8C0D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0275" y="3086101"/>
            <a:ext cx="84138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6" name="Line 707">
            <a:extLst>
              <a:ext uri="{FF2B5EF4-FFF2-40B4-BE49-F238E27FC236}">
                <a16:creationId xmlns:a16="http://schemas.microsoft.com/office/drawing/2014/main" id="{C7E7459C-F715-43DD-CC20-9D36A3E7A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0388" y="1447801"/>
            <a:ext cx="227013" cy="211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7" name="Line 708">
            <a:extLst>
              <a:ext uri="{FF2B5EF4-FFF2-40B4-BE49-F238E27FC236}">
                <a16:creationId xmlns:a16="http://schemas.microsoft.com/office/drawing/2014/main" id="{194A0388-5B77-C6E4-EF4B-AC247570D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8463" y="2765426"/>
            <a:ext cx="527050" cy="403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8" name="Line 709">
            <a:extLst>
              <a:ext uri="{FF2B5EF4-FFF2-40B4-BE49-F238E27FC236}">
                <a16:creationId xmlns:a16="http://schemas.microsoft.com/office/drawing/2014/main" id="{5B39E4AD-76F2-9B40-93E8-2930ABCD8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8875" y="2133601"/>
            <a:ext cx="19050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9" name="Line 710">
            <a:extLst>
              <a:ext uri="{FF2B5EF4-FFF2-40B4-BE49-F238E27FC236}">
                <a16:creationId xmlns:a16="http://schemas.microsoft.com/office/drawing/2014/main" id="{8C4BE8C1-CA64-A068-5966-9A654034C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2213" y="747713"/>
            <a:ext cx="373063" cy="376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0" name="Line 711">
            <a:extLst>
              <a:ext uri="{FF2B5EF4-FFF2-40B4-BE49-F238E27FC236}">
                <a16:creationId xmlns:a16="http://schemas.microsoft.com/office/drawing/2014/main" id="{82991BC2-A085-518A-3CCA-84A9CE026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1225" y="298451"/>
            <a:ext cx="96838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1" name="Line 712">
            <a:extLst>
              <a:ext uri="{FF2B5EF4-FFF2-40B4-BE49-F238E27FC236}">
                <a16:creationId xmlns:a16="http://schemas.microsoft.com/office/drawing/2014/main" id="{9E85C90F-8F1C-EC9E-FA1A-FBE443877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5550" y="2776538"/>
            <a:ext cx="165100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2" name="Line 713">
            <a:extLst>
              <a:ext uri="{FF2B5EF4-FFF2-40B4-BE49-F238E27FC236}">
                <a16:creationId xmlns:a16="http://schemas.microsoft.com/office/drawing/2014/main" id="{B94C3605-14AF-EDDD-8976-583C00D6F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3038" y="427038"/>
            <a:ext cx="133350" cy="481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3" name="Line 714">
            <a:extLst>
              <a:ext uri="{FF2B5EF4-FFF2-40B4-BE49-F238E27FC236}">
                <a16:creationId xmlns:a16="http://schemas.microsoft.com/office/drawing/2014/main" id="{D70C6E7F-96E7-96C0-601E-53B5242B4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9150" y="2868613"/>
            <a:ext cx="160338" cy="1682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4" name="Line 715">
            <a:extLst>
              <a:ext uri="{FF2B5EF4-FFF2-40B4-BE49-F238E27FC236}">
                <a16:creationId xmlns:a16="http://schemas.microsoft.com/office/drawing/2014/main" id="{0BC98968-F4FB-77F3-58A0-95DD00501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0625" y="214313"/>
            <a:ext cx="82550" cy="79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5" name="Line 716">
            <a:extLst>
              <a:ext uri="{FF2B5EF4-FFF2-40B4-BE49-F238E27FC236}">
                <a16:creationId xmlns:a16="http://schemas.microsoft.com/office/drawing/2014/main" id="{B12B684F-2A2C-04C3-F3CE-90F34307A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3675" y="1027113"/>
            <a:ext cx="481013" cy="506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6" name="Line 717">
            <a:extLst>
              <a:ext uri="{FF2B5EF4-FFF2-40B4-BE49-F238E27FC236}">
                <a16:creationId xmlns:a16="http://schemas.microsoft.com/office/drawing/2014/main" id="{39CD4C59-8AA6-1AC5-2342-0AFBD502F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3625" y="754063"/>
            <a:ext cx="114300" cy="1190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7" name="Line 718">
            <a:extLst>
              <a:ext uri="{FF2B5EF4-FFF2-40B4-BE49-F238E27FC236}">
                <a16:creationId xmlns:a16="http://schemas.microsoft.com/office/drawing/2014/main" id="{7D889F1A-8405-4A73-C380-9EE091291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9538" y="3094038"/>
            <a:ext cx="115888" cy="98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8" name="Line 719">
            <a:extLst>
              <a:ext uri="{FF2B5EF4-FFF2-40B4-BE49-F238E27FC236}">
                <a16:creationId xmlns:a16="http://schemas.microsoft.com/office/drawing/2014/main" id="{3FA491BA-037A-84C3-B17F-5C2BBA21A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897063"/>
            <a:ext cx="169863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9" name="Line 720">
            <a:extLst>
              <a:ext uri="{FF2B5EF4-FFF2-40B4-BE49-F238E27FC236}">
                <a16:creationId xmlns:a16="http://schemas.microsoft.com/office/drawing/2014/main" id="{AB09FFD2-6940-AF86-21E6-EEBCD4610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7888" y="3387726"/>
            <a:ext cx="3175" cy="3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0" name="Line 721">
            <a:extLst>
              <a:ext uri="{FF2B5EF4-FFF2-40B4-BE49-F238E27FC236}">
                <a16:creationId xmlns:a16="http://schemas.microsoft.com/office/drawing/2014/main" id="{FFE87171-A4E5-17E1-1587-0FA77FA0B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8550" y="2754313"/>
            <a:ext cx="158750" cy="288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1" name="Line 722">
            <a:extLst>
              <a:ext uri="{FF2B5EF4-FFF2-40B4-BE49-F238E27FC236}">
                <a16:creationId xmlns:a16="http://schemas.microsoft.com/office/drawing/2014/main" id="{FE570293-FF73-A228-E6A3-617C514D3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314576"/>
            <a:ext cx="119063" cy="115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2" name="Line 723">
            <a:extLst>
              <a:ext uri="{FF2B5EF4-FFF2-40B4-BE49-F238E27FC236}">
                <a16:creationId xmlns:a16="http://schemas.microsoft.com/office/drawing/2014/main" id="{09DAAA07-4235-136B-FED2-12D5014AB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6325" y="1173163"/>
            <a:ext cx="74613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3" name="Line 724">
            <a:extLst>
              <a:ext uri="{FF2B5EF4-FFF2-40B4-BE49-F238E27FC236}">
                <a16:creationId xmlns:a16="http://schemas.microsoft.com/office/drawing/2014/main" id="{DA3DB76C-1257-4E48-0096-39E16C740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977901"/>
            <a:ext cx="225425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4" name="Line 725">
            <a:extLst>
              <a:ext uri="{FF2B5EF4-FFF2-40B4-BE49-F238E27FC236}">
                <a16:creationId xmlns:a16="http://schemas.microsoft.com/office/drawing/2014/main" id="{E34F98CA-075B-727C-6EB3-00B4C8EA7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6763" y="2332038"/>
            <a:ext cx="66675" cy="266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" name="Line 726">
            <a:extLst>
              <a:ext uri="{FF2B5EF4-FFF2-40B4-BE49-F238E27FC236}">
                <a16:creationId xmlns:a16="http://schemas.microsoft.com/office/drawing/2014/main" id="{C95B1E88-ADE9-9201-1607-26292044A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5825" y="612776"/>
            <a:ext cx="493713" cy="585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6" name="Line 727">
            <a:extLst>
              <a:ext uri="{FF2B5EF4-FFF2-40B4-BE49-F238E27FC236}">
                <a16:creationId xmlns:a16="http://schemas.microsoft.com/office/drawing/2014/main" id="{1A6AD197-B18A-EA92-49EF-E4D6B4B2C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2659063"/>
            <a:ext cx="26988" cy="26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7" name="Line 728">
            <a:extLst>
              <a:ext uri="{FF2B5EF4-FFF2-40B4-BE49-F238E27FC236}">
                <a16:creationId xmlns:a16="http://schemas.microsoft.com/office/drawing/2014/main" id="{8617148D-EDE8-A195-CB78-D5D4884BA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8525" y="2351088"/>
            <a:ext cx="504825" cy="430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8" name="Line 729">
            <a:extLst>
              <a:ext uri="{FF2B5EF4-FFF2-40B4-BE49-F238E27FC236}">
                <a16:creationId xmlns:a16="http://schemas.microsoft.com/office/drawing/2014/main" id="{07D9D0C9-B28A-DA98-AF77-4A240F902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815976"/>
            <a:ext cx="74613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9" name="Line 730">
            <a:extLst>
              <a:ext uri="{FF2B5EF4-FFF2-40B4-BE49-F238E27FC236}">
                <a16:creationId xmlns:a16="http://schemas.microsoft.com/office/drawing/2014/main" id="{FE507030-2E68-3986-3462-190494FDD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331913"/>
            <a:ext cx="130175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0" name="Line 731">
            <a:extLst>
              <a:ext uri="{FF2B5EF4-FFF2-40B4-BE49-F238E27FC236}">
                <a16:creationId xmlns:a16="http://schemas.microsoft.com/office/drawing/2014/main" id="{79DAF4C6-CDD8-5CAB-75D5-8C1ED54AE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80988"/>
            <a:ext cx="200025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1" name="Line 732">
            <a:extLst>
              <a:ext uri="{FF2B5EF4-FFF2-40B4-BE49-F238E27FC236}">
                <a16:creationId xmlns:a16="http://schemas.microsoft.com/office/drawing/2014/main" id="{346FFCD1-09CC-27AB-5226-4C5DE91839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125" y="3370263"/>
            <a:ext cx="25400" cy="20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2" name="Line 733">
            <a:extLst>
              <a:ext uri="{FF2B5EF4-FFF2-40B4-BE49-F238E27FC236}">
                <a16:creationId xmlns:a16="http://schemas.microsoft.com/office/drawing/2014/main" id="{E08C50A1-3829-7356-5BF4-E15E95B33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2463" y="881063"/>
            <a:ext cx="315913" cy="349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3" name="Line 734">
            <a:extLst>
              <a:ext uri="{FF2B5EF4-FFF2-40B4-BE49-F238E27FC236}">
                <a16:creationId xmlns:a16="http://schemas.microsoft.com/office/drawing/2014/main" id="{963B60D1-B04D-9514-E8C1-638082878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5350" y="1365251"/>
            <a:ext cx="182563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4" name="Line 735">
            <a:extLst>
              <a:ext uri="{FF2B5EF4-FFF2-40B4-BE49-F238E27FC236}">
                <a16:creationId xmlns:a16="http://schemas.microsoft.com/office/drawing/2014/main" id="{CE9D6FC5-8DDD-99DC-172E-9AC603DBC5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2724151"/>
            <a:ext cx="120650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5" name="Line 736">
            <a:extLst>
              <a:ext uri="{FF2B5EF4-FFF2-40B4-BE49-F238E27FC236}">
                <a16:creationId xmlns:a16="http://schemas.microsoft.com/office/drawing/2014/main" id="{1E1E13CA-FECA-EB91-DF7A-F218D3BF8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063" y="1733551"/>
            <a:ext cx="65088" cy="111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6" name="Line 737">
            <a:extLst>
              <a:ext uri="{FF2B5EF4-FFF2-40B4-BE49-F238E27FC236}">
                <a16:creationId xmlns:a16="http://schemas.microsoft.com/office/drawing/2014/main" id="{7E67FDBA-B527-DA6D-1193-2780D40B2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1038" y="2085976"/>
            <a:ext cx="33338" cy="290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7" name="Line 738">
            <a:extLst>
              <a:ext uri="{FF2B5EF4-FFF2-40B4-BE49-F238E27FC236}">
                <a16:creationId xmlns:a16="http://schemas.microsoft.com/office/drawing/2014/main" id="{D2EC1CC2-6EA2-8EA9-E9FE-B2C78A649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005013"/>
            <a:ext cx="450850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8" name="Line 739">
            <a:extLst>
              <a:ext uri="{FF2B5EF4-FFF2-40B4-BE49-F238E27FC236}">
                <a16:creationId xmlns:a16="http://schemas.microsoft.com/office/drawing/2014/main" id="{D34D6C29-C0D5-7676-5218-22B93C098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1271588"/>
            <a:ext cx="127000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9" name="Line 740">
            <a:extLst>
              <a:ext uri="{FF2B5EF4-FFF2-40B4-BE49-F238E27FC236}">
                <a16:creationId xmlns:a16="http://schemas.microsoft.com/office/drawing/2014/main" id="{A725885A-1221-6522-B333-D15FCC6EE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6963" y="990601"/>
            <a:ext cx="296863" cy="258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0" name="Line 741">
            <a:extLst>
              <a:ext uri="{FF2B5EF4-FFF2-40B4-BE49-F238E27FC236}">
                <a16:creationId xmlns:a16="http://schemas.microsoft.com/office/drawing/2014/main" id="{04656DF9-FAC3-D2DC-FD8E-D63E21AE2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276226"/>
            <a:ext cx="160338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1" name="Line 742">
            <a:extLst>
              <a:ext uri="{FF2B5EF4-FFF2-40B4-BE49-F238E27FC236}">
                <a16:creationId xmlns:a16="http://schemas.microsoft.com/office/drawing/2014/main" id="{1B3BEC4D-0985-2A3D-7E71-94C4FF8FD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1088" y="2397126"/>
            <a:ext cx="96838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2" name="Line 743">
            <a:extLst>
              <a:ext uri="{FF2B5EF4-FFF2-40B4-BE49-F238E27FC236}">
                <a16:creationId xmlns:a16="http://schemas.microsoft.com/office/drawing/2014/main" id="{A8A35B81-43A1-0FD8-CA86-200069125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4838" y="2747963"/>
            <a:ext cx="481013" cy="407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3" name="Line 744">
            <a:extLst>
              <a:ext uri="{FF2B5EF4-FFF2-40B4-BE49-F238E27FC236}">
                <a16:creationId xmlns:a16="http://schemas.microsoft.com/office/drawing/2014/main" id="{A6C47D2D-D4A2-71ED-0BB7-4E1A8BFE8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7650" y="3249613"/>
            <a:ext cx="131763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4" name="Line 745">
            <a:extLst>
              <a:ext uri="{FF2B5EF4-FFF2-40B4-BE49-F238E27FC236}">
                <a16:creationId xmlns:a16="http://schemas.microsoft.com/office/drawing/2014/main" id="{6D36731E-760F-9859-8765-6C16A3EFD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709738"/>
            <a:ext cx="60325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5" name="Line 746">
            <a:extLst>
              <a:ext uri="{FF2B5EF4-FFF2-40B4-BE49-F238E27FC236}">
                <a16:creationId xmlns:a16="http://schemas.microsoft.com/office/drawing/2014/main" id="{386BAE30-08D3-82ED-FEFA-AC00066DB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4900" y="3319463"/>
            <a:ext cx="69850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6" name="Line 747">
            <a:extLst>
              <a:ext uri="{FF2B5EF4-FFF2-40B4-BE49-F238E27FC236}">
                <a16:creationId xmlns:a16="http://schemas.microsoft.com/office/drawing/2014/main" id="{495B5B68-968D-4309-A008-17FE08471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2971801"/>
            <a:ext cx="220663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7" name="Line 748">
            <a:extLst>
              <a:ext uri="{FF2B5EF4-FFF2-40B4-BE49-F238E27FC236}">
                <a16:creationId xmlns:a16="http://schemas.microsoft.com/office/drawing/2014/main" id="{5238228F-B18E-C3FB-5874-0FDDDDED2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5063" y="214313"/>
            <a:ext cx="42863" cy="63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8" name="Line 749">
            <a:extLst>
              <a:ext uri="{FF2B5EF4-FFF2-40B4-BE49-F238E27FC236}">
                <a16:creationId xmlns:a16="http://schemas.microsoft.com/office/drawing/2014/main" id="{028CAB67-3105-8925-CFF9-010DBACD7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3725" y="2743201"/>
            <a:ext cx="220663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9" name="Line 750">
            <a:extLst>
              <a:ext uri="{FF2B5EF4-FFF2-40B4-BE49-F238E27FC236}">
                <a16:creationId xmlns:a16="http://schemas.microsoft.com/office/drawing/2014/main" id="{3DDAD216-1F48-6793-D09F-13EF2A1CE7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9325" y="400051"/>
            <a:ext cx="188913" cy="179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0" name="Line 751">
            <a:extLst>
              <a:ext uri="{FF2B5EF4-FFF2-40B4-BE49-F238E27FC236}">
                <a16:creationId xmlns:a16="http://schemas.microsoft.com/office/drawing/2014/main" id="{F800F17B-A523-D436-4ECC-DE062D6EA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4050" y="2898776"/>
            <a:ext cx="477838" cy="4619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1" name="Line 752">
            <a:extLst>
              <a:ext uri="{FF2B5EF4-FFF2-40B4-BE49-F238E27FC236}">
                <a16:creationId xmlns:a16="http://schemas.microsoft.com/office/drawing/2014/main" id="{CA513E98-79E1-6C42-988C-4ADFE5CD2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4538" y="1414463"/>
            <a:ext cx="423863" cy="419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2" name="Line 753">
            <a:extLst>
              <a:ext uri="{FF2B5EF4-FFF2-40B4-BE49-F238E27FC236}">
                <a16:creationId xmlns:a16="http://schemas.microsoft.com/office/drawing/2014/main" id="{C3C53FC8-28F2-8486-3455-D20684068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7013" y="1068388"/>
            <a:ext cx="936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3" name="Line 754">
            <a:extLst>
              <a:ext uri="{FF2B5EF4-FFF2-40B4-BE49-F238E27FC236}">
                <a16:creationId xmlns:a16="http://schemas.microsoft.com/office/drawing/2014/main" id="{B1458507-FA41-A509-E794-17BACA89A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7413" y="214313"/>
            <a:ext cx="115888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4" name="Line 755">
            <a:extLst>
              <a:ext uri="{FF2B5EF4-FFF2-40B4-BE49-F238E27FC236}">
                <a16:creationId xmlns:a16="http://schemas.microsoft.com/office/drawing/2014/main" id="{20A41E47-BCCA-26F8-282E-E5E1B993E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3613" y="1662113"/>
            <a:ext cx="134938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5" name="Line 756">
            <a:extLst>
              <a:ext uri="{FF2B5EF4-FFF2-40B4-BE49-F238E27FC236}">
                <a16:creationId xmlns:a16="http://schemas.microsoft.com/office/drawing/2014/main" id="{494CBB81-94D4-D6B0-1981-04A1C6831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749426"/>
            <a:ext cx="433388" cy="325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6" name="Line 757">
            <a:extLst>
              <a:ext uri="{FF2B5EF4-FFF2-40B4-BE49-F238E27FC236}">
                <a16:creationId xmlns:a16="http://schemas.microsoft.com/office/drawing/2014/main" id="{17E5C94B-D3D2-4B19-42FA-50CDF0B55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6175" y="1144588"/>
            <a:ext cx="242888" cy="436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7" name="Line 758">
            <a:extLst>
              <a:ext uri="{FF2B5EF4-FFF2-40B4-BE49-F238E27FC236}">
                <a16:creationId xmlns:a16="http://schemas.microsoft.com/office/drawing/2014/main" id="{D4F87F30-7634-B129-453A-8D60CB5AC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211388"/>
            <a:ext cx="207963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8" name="Line 759">
            <a:extLst>
              <a:ext uri="{FF2B5EF4-FFF2-40B4-BE49-F238E27FC236}">
                <a16:creationId xmlns:a16="http://schemas.microsoft.com/office/drawing/2014/main" id="{DAD5D36E-F94C-19B0-EA54-B9D2A8CA9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13" y="322263"/>
            <a:ext cx="366713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9" name="Line 760">
            <a:extLst>
              <a:ext uri="{FF2B5EF4-FFF2-40B4-BE49-F238E27FC236}">
                <a16:creationId xmlns:a16="http://schemas.microsoft.com/office/drawing/2014/main" id="{2BBDAA86-5D87-B56A-53C4-08FAB7C9C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88" y="1371601"/>
            <a:ext cx="501650" cy="434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0" name="Line 761">
            <a:extLst>
              <a:ext uri="{FF2B5EF4-FFF2-40B4-BE49-F238E27FC236}">
                <a16:creationId xmlns:a16="http://schemas.microsoft.com/office/drawing/2014/main" id="{4FA97C0D-38AE-8271-BADA-379E2D1AE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0750" y="2366963"/>
            <a:ext cx="166688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1" name="Line 762">
            <a:extLst>
              <a:ext uri="{FF2B5EF4-FFF2-40B4-BE49-F238E27FC236}">
                <a16:creationId xmlns:a16="http://schemas.microsoft.com/office/drawing/2014/main" id="{ED703DD2-7502-7101-3260-D4FFF407B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7163" y="1381126"/>
            <a:ext cx="93663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2" name="Line 763">
            <a:extLst>
              <a:ext uri="{FF2B5EF4-FFF2-40B4-BE49-F238E27FC236}">
                <a16:creationId xmlns:a16="http://schemas.microsoft.com/office/drawing/2014/main" id="{FDDFF9D5-8A02-4A3C-137B-ADC8BEAFF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3825" y="2462213"/>
            <a:ext cx="544513" cy="488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3" name="Line 764">
            <a:extLst>
              <a:ext uri="{FF2B5EF4-FFF2-40B4-BE49-F238E27FC236}">
                <a16:creationId xmlns:a16="http://schemas.microsoft.com/office/drawing/2014/main" id="{95712524-FD57-5076-9390-9251C85F2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7413" y="3365501"/>
            <a:ext cx="26988" cy="25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4" name="Line 765">
            <a:extLst>
              <a:ext uri="{FF2B5EF4-FFF2-40B4-BE49-F238E27FC236}">
                <a16:creationId xmlns:a16="http://schemas.microsoft.com/office/drawing/2014/main" id="{742F3812-1874-7485-DD5A-0E1E94F0C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7538" y="1106488"/>
            <a:ext cx="231775" cy="260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5" name="Line 766">
            <a:extLst>
              <a:ext uri="{FF2B5EF4-FFF2-40B4-BE49-F238E27FC236}">
                <a16:creationId xmlns:a16="http://schemas.microsoft.com/office/drawing/2014/main" id="{7FAA7AAB-150E-A6EA-F82B-971B8CADA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1075" y="2981326"/>
            <a:ext cx="71438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6" name="Line 767">
            <a:extLst>
              <a:ext uri="{FF2B5EF4-FFF2-40B4-BE49-F238E27FC236}">
                <a16:creationId xmlns:a16="http://schemas.microsoft.com/office/drawing/2014/main" id="{16A54F84-C960-BF0A-8190-A29289D52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738438"/>
            <a:ext cx="257175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7" name="Line 768">
            <a:extLst>
              <a:ext uri="{FF2B5EF4-FFF2-40B4-BE49-F238E27FC236}">
                <a16:creationId xmlns:a16="http://schemas.microsoft.com/office/drawing/2014/main" id="{29A58679-448A-4CB0-0739-DE6A00BC2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860676"/>
            <a:ext cx="80963" cy="112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8" name="Line 769">
            <a:extLst>
              <a:ext uri="{FF2B5EF4-FFF2-40B4-BE49-F238E27FC236}">
                <a16:creationId xmlns:a16="http://schemas.microsoft.com/office/drawing/2014/main" id="{5E75E428-9C51-FFA5-BE4C-085E4E32C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1450" y="744538"/>
            <a:ext cx="80963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9" name="Line 770">
            <a:extLst>
              <a:ext uri="{FF2B5EF4-FFF2-40B4-BE49-F238E27FC236}">
                <a16:creationId xmlns:a16="http://schemas.microsoft.com/office/drawing/2014/main" id="{6CD475CE-B324-92E2-1193-16D991500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060701"/>
            <a:ext cx="12700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0" name="Line 771">
            <a:extLst>
              <a:ext uri="{FF2B5EF4-FFF2-40B4-BE49-F238E27FC236}">
                <a16:creationId xmlns:a16="http://schemas.microsoft.com/office/drawing/2014/main" id="{10FB8B8A-E556-6187-D907-37526DF922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76226"/>
            <a:ext cx="38100" cy="38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1" name="Line 772">
            <a:extLst>
              <a:ext uri="{FF2B5EF4-FFF2-40B4-BE49-F238E27FC236}">
                <a16:creationId xmlns:a16="http://schemas.microsoft.com/office/drawing/2014/main" id="{AE95C51F-1F2C-2E25-AEFD-F2EDF060A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352676"/>
            <a:ext cx="15875" cy="20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2" name="Line 773">
            <a:extLst>
              <a:ext uri="{FF2B5EF4-FFF2-40B4-BE49-F238E27FC236}">
                <a16:creationId xmlns:a16="http://schemas.microsoft.com/office/drawing/2014/main" id="{7F3F88CA-29A7-E1A3-32A9-35BEEDBFE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230438"/>
            <a:ext cx="387350" cy="327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3" name="Line 774">
            <a:extLst>
              <a:ext uri="{FF2B5EF4-FFF2-40B4-BE49-F238E27FC236}">
                <a16:creationId xmlns:a16="http://schemas.microsoft.com/office/drawing/2014/main" id="{0E3D2AF7-0D3A-6259-9236-C5403DD67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3600" y="2327276"/>
            <a:ext cx="169863" cy="198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4" name="Line 775">
            <a:extLst>
              <a:ext uri="{FF2B5EF4-FFF2-40B4-BE49-F238E27FC236}">
                <a16:creationId xmlns:a16="http://schemas.microsoft.com/office/drawing/2014/main" id="{F43DD8AB-3A65-CBEC-094F-06F7EA3F6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6663" y="2597151"/>
            <a:ext cx="171450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5" name="Line 776">
            <a:extLst>
              <a:ext uri="{FF2B5EF4-FFF2-40B4-BE49-F238E27FC236}">
                <a16:creationId xmlns:a16="http://schemas.microsoft.com/office/drawing/2014/main" id="{9F825492-7FCD-260B-FDC8-A18069AA8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057401"/>
            <a:ext cx="265113" cy="257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" name="Line 777">
            <a:extLst>
              <a:ext uri="{FF2B5EF4-FFF2-40B4-BE49-F238E27FC236}">
                <a16:creationId xmlns:a16="http://schemas.microsoft.com/office/drawing/2014/main" id="{42E1D8D4-7329-7DEE-D71D-911AF725C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1413" y="2622551"/>
            <a:ext cx="36513" cy="28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7" name="Line 778">
            <a:extLst>
              <a:ext uri="{FF2B5EF4-FFF2-40B4-BE49-F238E27FC236}">
                <a16:creationId xmlns:a16="http://schemas.microsoft.com/office/drawing/2014/main" id="{FCDF9FC0-F834-D72B-145D-CDB033A1D2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7738" y="979488"/>
            <a:ext cx="74613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8" name="Line 779">
            <a:extLst>
              <a:ext uri="{FF2B5EF4-FFF2-40B4-BE49-F238E27FC236}">
                <a16:creationId xmlns:a16="http://schemas.microsoft.com/office/drawing/2014/main" id="{42765573-098F-13F4-D9BB-1A32F9A3F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1470026"/>
            <a:ext cx="117475" cy="120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9" name="Line 780">
            <a:extLst>
              <a:ext uri="{FF2B5EF4-FFF2-40B4-BE49-F238E27FC236}">
                <a16:creationId xmlns:a16="http://schemas.microsoft.com/office/drawing/2014/main" id="{5DDBD004-2790-82B3-0721-D56EA62CF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6938" y="2333626"/>
            <a:ext cx="280988" cy="265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0" name="Line 781">
            <a:extLst>
              <a:ext uri="{FF2B5EF4-FFF2-40B4-BE49-F238E27FC236}">
                <a16:creationId xmlns:a16="http://schemas.microsoft.com/office/drawing/2014/main" id="{4AD97614-FFD1-48BF-B917-4A78087ED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6013" y="3265488"/>
            <a:ext cx="61913" cy="57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1" name="Line 782">
            <a:extLst>
              <a:ext uri="{FF2B5EF4-FFF2-40B4-BE49-F238E27FC236}">
                <a16:creationId xmlns:a16="http://schemas.microsoft.com/office/drawing/2014/main" id="{5F6EFD4D-1168-B097-4033-9E903DCCC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3332163"/>
            <a:ext cx="55563" cy="58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2" name="Line 783">
            <a:extLst>
              <a:ext uri="{FF2B5EF4-FFF2-40B4-BE49-F238E27FC236}">
                <a16:creationId xmlns:a16="http://schemas.microsoft.com/office/drawing/2014/main" id="{420584C7-33D0-09F4-89F7-53779B3D4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750888"/>
            <a:ext cx="212725" cy="250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3" name="Line 784">
            <a:extLst>
              <a:ext uri="{FF2B5EF4-FFF2-40B4-BE49-F238E27FC236}">
                <a16:creationId xmlns:a16="http://schemas.microsoft.com/office/drawing/2014/main" id="{4CB54BD8-3A66-7026-5F21-1CE607A181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1438" y="2127251"/>
            <a:ext cx="233363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4" name="Line 785">
            <a:extLst>
              <a:ext uri="{FF2B5EF4-FFF2-40B4-BE49-F238E27FC236}">
                <a16:creationId xmlns:a16="http://schemas.microsoft.com/office/drawing/2014/main" id="{728F7B63-5940-4565-0C7B-577DEBED2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5688" y="2794001"/>
            <a:ext cx="590550" cy="433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5" name="Line 786">
            <a:extLst>
              <a:ext uri="{FF2B5EF4-FFF2-40B4-BE49-F238E27FC236}">
                <a16:creationId xmlns:a16="http://schemas.microsoft.com/office/drawing/2014/main" id="{6BF61A08-1579-2415-388B-DF9CB4F0A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2925" y="2611438"/>
            <a:ext cx="95250" cy="131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6" name="Line 787">
            <a:extLst>
              <a:ext uri="{FF2B5EF4-FFF2-40B4-BE49-F238E27FC236}">
                <a16:creationId xmlns:a16="http://schemas.microsoft.com/office/drawing/2014/main" id="{02B377F0-3336-A3B3-B12E-09E846FCF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9775" y="2514601"/>
            <a:ext cx="98425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7" name="Line 788">
            <a:extLst>
              <a:ext uri="{FF2B5EF4-FFF2-40B4-BE49-F238E27FC236}">
                <a16:creationId xmlns:a16="http://schemas.microsoft.com/office/drawing/2014/main" id="{8E857376-DA55-C08E-CC64-38F608612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2978151"/>
            <a:ext cx="104775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8" name="Line 789">
            <a:extLst>
              <a:ext uri="{FF2B5EF4-FFF2-40B4-BE49-F238E27FC236}">
                <a16:creationId xmlns:a16="http://schemas.microsoft.com/office/drawing/2014/main" id="{385716AB-4887-0A75-F508-807070039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6688" y="1400176"/>
            <a:ext cx="152400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9" name="Line 790">
            <a:extLst>
              <a:ext uri="{FF2B5EF4-FFF2-40B4-BE49-F238E27FC236}">
                <a16:creationId xmlns:a16="http://schemas.microsoft.com/office/drawing/2014/main" id="{89375C36-5020-86D6-F53A-2460513D3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0213" y="3348038"/>
            <a:ext cx="33338" cy="42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0" name="Line 791">
            <a:extLst>
              <a:ext uri="{FF2B5EF4-FFF2-40B4-BE49-F238E27FC236}">
                <a16:creationId xmlns:a16="http://schemas.microsoft.com/office/drawing/2014/main" id="{9486FD9C-1071-A1CA-F16C-AA5E7F833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9475" y="1698626"/>
            <a:ext cx="142875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1" name="Line 792">
            <a:extLst>
              <a:ext uri="{FF2B5EF4-FFF2-40B4-BE49-F238E27FC236}">
                <a16:creationId xmlns:a16="http://schemas.microsoft.com/office/drawing/2014/main" id="{159A3D55-98A5-47B4-7E9E-9340A3407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214313"/>
            <a:ext cx="180975" cy="212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2" name="Line 793">
            <a:extLst>
              <a:ext uri="{FF2B5EF4-FFF2-40B4-BE49-F238E27FC236}">
                <a16:creationId xmlns:a16="http://schemas.microsoft.com/office/drawing/2014/main" id="{F2441375-5D94-EE0A-F4C6-27C72F7C0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3" y="2724151"/>
            <a:ext cx="419100" cy="374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3" name="Line 794">
            <a:extLst>
              <a:ext uri="{FF2B5EF4-FFF2-40B4-BE49-F238E27FC236}">
                <a16:creationId xmlns:a16="http://schemas.microsoft.com/office/drawing/2014/main" id="{1198DF89-FA2B-AC7A-18CE-F4A4E5C0B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0563" y="2760663"/>
            <a:ext cx="31115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4" name="Line 795">
            <a:extLst>
              <a:ext uri="{FF2B5EF4-FFF2-40B4-BE49-F238E27FC236}">
                <a16:creationId xmlns:a16="http://schemas.microsoft.com/office/drawing/2014/main" id="{F5EA0893-18A7-8EBD-26D5-FA74ACAE7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5838" y="214313"/>
            <a:ext cx="157163" cy="146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5" name="Line 796">
            <a:extLst>
              <a:ext uri="{FF2B5EF4-FFF2-40B4-BE49-F238E27FC236}">
                <a16:creationId xmlns:a16="http://schemas.microsoft.com/office/drawing/2014/main" id="{AE85FE07-587F-C965-FCF6-3DD019BC3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363788"/>
            <a:ext cx="484188" cy="5492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6" name="Line 797">
            <a:extLst>
              <a:ext uri="{FF2B5EF4-FFF2-40B4-BE49-F238E27FC236}">
                <a16:creationId xmlns:a16="http://schemas.microsoft.com/office/drawing/2014/main" id="{1FE495AB-6AC3-0C02-6B80-06E69152E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8725" y="1392238"/>
            <a:ext cx="515938" cy="519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" name="Line 798">
            <a:extLst>
              <a:ext uri="{FF2B5EF4-FFF2-40B4-BE49-F238E27FC236}">
                <a16:creationId xmlns:a16="http://schemas.microsoft.com/office/drawing/2014/main" id="{5DE83933-4301-2AE3-2676-9C7A7C915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2806701"/>
            <a:ext cx="201613" cy="114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" name="Line 799">
            <a:extLst>
              <a:ext uri="{FF2B5EF4-FFF2-40B4-BE49-F238E27FC236}">
                <a16:creationId xmlns:a16="http://schemas.microsoft.com/office/drawing/2014/main" id="{D141E73F-3ED2-4B62-A697-2E15AAD6D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275" y="2189163"/>
            <a:ext cx="179388" cy="165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" name="Line 800">
            <a:extLst>
              <a:ext uri="{FF2B5EF4-FFF2-40B4-BE49-F238E27FC236}">
                <a16:creationId xmlns:a16="http://schemas.microsoft.com/office/drawing/2014/main" id="{976867AD-E555-8FE2-78E6-2E9B6CB93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2288" y="1531938"/>
            <a:ext cx="555625" cy="298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0" name="Line 801">
            <a:extLst>
              <a:ext uri="{FF2B5EF4-FFF2-40B4-BE49-F238E27FC236}">
                <a16:creationId xmlns:a16="http://schemas.microsoft.com/office/drawing/2014/main" id="{424FA087-4D05-BA9E-B078-DE8E134A6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7013" y="2198688"/>
            <a:ext cx="236538" cy="344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1" name="Line 802">
            <a:extLst>
              <a:ext uri="{FF2B5EF4-FFF2-40B4-BE49-F238E27FC236}">
                <a16:creationId xmlns:a16="http://schemas.microsoft.com/office/drawing/2014/main" id="{26A01C3A-A1FE-0EC8-E857-DEFE080A0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9763" y="1238251"/>
            <a:ext cx="144463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2" name="Line 803">
            <a:extLst>
              <a:ext uri="{FF2B5EF4-FFF2-40B4-BE49-F238E27FC236}">
                <a16:creationId xmlns:a16="http://schemas.microsoft.com/office/drawing/2014/main" id="{AA264163-6E12-094A-099F-AC814AE2B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8363" y="1063626"/>
            <a:ext cx="222250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3" name="Line 804">
            <a:extLst>
              <a:ext uri="{FF2B5EF4-FFF2-40B4-BE49-F238E27FC236}">
                <a16:creationId xmlns:a16="http://schemas.microsoft.com/office/drawing/2014/main" id="{2495D8D3-FF0A-D79E-15B8-89BECF1BC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0" y="2368551"/>
            <a:ext cx="212725" cy="227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4" name="Line 805">
            <a:extLst>
              <a:ext uri="{FF2B5EF4-FFF2-40B4-BE49-F238E27FC236}">
                <a16:creationId xmlns:a16="http://schemas.microsoft.com/office/drawing/2014/main" id="{AC71F174-8BCA-CC8D-3165-EA6FE3EBE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388" y="2490788"/>
            <a:ext cx="541338" cy="495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5" name="Line 806">
            <a:extLst>
              <a:ext uri="{FF2B5EF4-FFF2-40B4-BE49-F238E27FC236}">
                <a16:creationId xmlns:a16="http://schemas.microsoft.com/office/drawing/2014/main" id="{AFB17657-31D2-66C6-18AA-54D0B507B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1925" y="1177926"/>
            <a:ext cx="322263" cy="303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6" name="Line 807">
            <a:extLst>
              <a:ext uri="{FF2B5EF4-FFF2-40B4-BE49-F238E27FC236}">
                <a16:creationId xmlns:a16="http://schemas.microsoft.com/office/drawing/2014/main" id="{5D2D0224-5361-28C2-8AD8-514BB8BB7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7413" y="1562101"/>
            <a:ext cx="290513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7" name="Line 809">
            <a:extLst>
              <a:ext uri="{FF2B5EF4-FFF2-40B4-BE49-F238E27FC236}">
                <a16:creationId xmlns:a16="http://schemas.microsoft.com/office/drawing/2014/main" id="{3291D6F5-64DD-C1F9-4C98-280F52DAF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5338" y="1604963"/>
            <a:ext cx="160338" cy="287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8" name="Line 810">
            <a:extLst>
              <a:ext uri="{FF2B5EF4-FFF2-40B4-BE49-F238E27FC236}">
                <a16:creationId xmlns:a16="http://schemas.microsoft.com/office/drawing/2014/main" id="{91D27B56-6288-C53F-7B93-82BB26F2E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2463" y="1490663"/>
            <a:ext cx="68263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9" name="Line 811">
            <a:extLst>
              <a:ext uri="{FF2B5EF4-FFF2-40B4-BE49-F238E27FC236}">
                <a16:creationId xmlns:a16="http://schemas.microsoft.com/office/drawing/2014/main" id="{B38A1085-C44B-3B1F-098F-62C6C94EA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2968626"/>
            <a:ext cx="187325" cy="225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0" name="Line 812">
            <a:extLst>
              <a:ext uri="{FF2B5EF4-FFF2-40B4-BE49-F238E27FC236}">
                <a16:creationId xmlns:a16="http://schemas.microsoft.com/office/drawing/2014/main" id="{95E4E7EF-DA0D-03AA-DB7D-1C1C6DF4B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174876"/>
            <a:ext cx="4763" cy="4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1" name="Line 813">
            <a:extLst>
              <a:ext uri="{FF2B5EF4-FFF2-40B4-BE49-F238E27FC236}">
                <a16:creationId xmlns:a16="http://schemas.microsoft.com/office/drawing/2014/main" id="{66D31345-709C-6C33-420A-40F755F3B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749426"/>
            <a:ext cx="163513" cy="200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2" name="Line 814">
            <a:extLst>
              <a:ext uri="{FF2B5EF4-FFF2-40B4-BE49-F238E27FC236}">
                <a16:creationId xmlns:a16="http://schemas.microsoft.com/office/drawing/2014/main" id="{34F87070-04B0-6C4E-D58A-AA05E68A4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2882901"/>
            <a:ext cx="73025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3" name="Line 815">
            <a:extLst>
              <a:ext uri="{FF2B5EF4-FFF2-40B4-BE49-F238E27FC236}">
                <a16:creationId xmlns:a16="http://schemas.microsoft.com/office/drawing/2014/main" id="{32C41F1B-0B25-CC00-28EC-D14E78C40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8075" y="214313"/>
            <a:ext cx="100013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4" name="Line 816">
            <a:extLst>
              <a:ext uri="{FF2B5EF4-FFF2-40B4-BE49-F238E27FC236}">
                <a16:creationId xmlns:a16="http://schemas.microsoft.com/office/drawing/2014/main" id="{BD16BD21-0F17-2DC8-6DDC-4E47327B1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6063" y="2743201"/>
            <a:ext cx="123825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5" name="Line 817">
            <a:extLst>
              <a:ext uri="{FF2B5EF4-FFF2-40B4-BE49-F238E27FC236}">
                <a16:creationId xmlns:a16="http://schemas.microsoft.com/office/drawing/2014/main" id="{9FE20723-8523-38FB-6D60-011F405D3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93713"/>
            <a:ext cx="250825" cy="273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6" name="Line 818">
            <a:extLst>
              <a:ext uri="{FF2B5EF4-FFF2-40B4-BE49-F238E27FC236}">
                <a16:creationId xmlns:a16="http://schemas.microsoft.com/office/drawing/2014/main" id="{232FDAE3-7070-5776-3032-811E93328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4113" y="2389188"/>
            <a:ext cx="377825" cy="460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7" name="Line 819">
            <a:extLst>
              <a:ext uri="{FF2B5EF4-FFF2-40B4-BE49-F238E27FC236}">
                <a16:creationId xmlns:a16="http://schemas.microsoft.com/office/drawing/2014/main" id="{297075FB-C78B-EDC2-4C71-BD2527CF2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832101"/>
            <a:ext cx="17463" cy="15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8" name="Line 820">
            <a:extLst>
              <a:ext uri="{FF2B5EF4-FFF2-40B4-BE49-F238E27FC236}">
                <a16:creationId xmlns:a16="http://schemas.microsoft.com/office/drawing/2014/main" id="{BFC94501-E5D3-E7B6-5D8A-AE149C2DD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214313"/>
            <a:ext cx="134938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9" name="Line 821">
            <a:extLst>
              <a:ext uri="{FF2B5EF4-FFF2-40B4-BE49-F238E27FC236}">
                <a16:creationId xmlns:a16="http://schemas.microsoft.com/office/drawing/2014/main" id="{F6A2290B-C6D9-7CB9-20AC-8A9586654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8688" y="2044701"/>
            <a:ext cx="98425" cy="69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0" name="Line 822">
            <a:extLst>
              <a:ext uri="{FF2B5EF4-FFF2-40B4-BE49-F238E27FC236}">
                <a16:creationId xmlns:a16="http://schemas.microsoft.com/office/drawing/2014/main" id="{DF6DFF09-5CE8-4FF2-CB1A-90EBE26D7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352801"/>
            <a:ext cx="36513" cy="38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1" name="Line 823">
            <a:extLst>
              <a:ext uri="{FF2B5EF4-FFF2-40B4-BE49-F238E27FC236}">
                <a16:creationId xmlns:a16="http://schemas.microsoft.com/office/drawing/2014/main" id="{E3C86C6C-2D12-DFA3-687D-021340863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3400" y="2089151"/>
            <a:ext cx="300038" cy="290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2" name="Line 824">
            <a:extLst>
              <a:ext uri="{FF2B5EF4-FFF2-40B4-BE49-F238E27FC236}">
                <a16:creationId xmlns:a16="http://schemas.microsoft.com/office/drawing/2014/main" id="{AB1E643C-644F-9322-C8CD-89A0A420E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8825" y="363538"/>
            <a:ext cx="512763" cy="569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3" name="Line 825">
            <a:extLst>
              <a:ext uri="{FF2B5EF4-FFF2-40B4-BE49-F238E27FC236}">
                <a16:creationId xmlns:a16="http://schemas.microsoft.com/office/drawing/2014/main" id="{7C3774DB-41A5-7FDE-1E37-AF9E54AEA7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0425" y="381001"/>
            <a:ext cx="128588" cy="146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4" name="Line 826">
            <a:extLst>
              <a:ext uri="{FF2B5EF4-FFF2-40B4-BE49-F238E27FC236}">
                <a16:creationId xmlns:a16="http://schemas.microsoft.com/office/drawing/2014/main" id="{730DE618-4B3B-6798-E819-8EC864187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8613" y="3109913"/>
            <a:ext cx="106363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5" name="Line 827">
            <a:extLst>
              <a:ext uri="{FF2B5EF4-FFF2-40B4-BE49-F238E27FC236}">
                <a16:creationId xmlns:a16="http://schemas.microsoft.com/office/drawing/2014/main" id="{626BC4CE-50FC-8ABB-7D91-87990FC16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7888" y="2132013"/>
            <a:ext cx="300038" cy="247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6" name="Line 828">
            <a:extLst>
              <a:ext uri="{FF2B5EF4-FFF2-40B4-BE49-F238E27FC236}">
                <a16:creationId xmlns:a16="http://schemas.microsoft.com/office/drawing/2014/main" id="{2A5C857D-3DE2-8733-AE1C-AB8DD668E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214313"/>
            <a:ext cx="52388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7" name="Line 829">
            <a:extLst>
              <a:ext uri="{FF2B5EF4-FFF2-40B4-BE49-F238E27FC236}">
                <a16:creationId xmlns:a16="http://schemas.microsoft.com/office/drawing/2014/main" id="{6F994FD7-8919-2F9D-9327-030D7E83F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2679701"/>
            <a:ext cx="109538" cy="158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8" name="Line 830">
            <a:extLst>
              <a:ext uri="{FF2B5EF4-FFF2-40B4-BE49-F238E27FC236}">
                <a16:creationId xmlns:a16="http://schemas.microsoft.com/office/drawing/2014/main" id="{92CDB2B4-3BC3-0A38-FCA2-06319AF56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3294063"/>
            <a:ext cx="93663" cy="968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9" name="Line 831">
            <a:extLst>
              <a:ext uri="{FF2B5EF4-FFF2-40B4-BE49-F238E27FC236}">
                <a16:creationId xmlns:a16="http://schemas.microsoft.com/office/drawing/2014/main" id="{F0A8EDBD-AA2E-7271-09E9-94A28C640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3150" y="3132138"/>
            <a:ext cx="263525" cy="2301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0" name="Line 832">
            <a:extLst>
              <a:ext uri="{FF2B5EF4-FFF2-40B4-BE49-F238E27FC236}">
                <a16:creationId xmlns:a16="http://schemas.microsoft.com/office/drawing/2014/main" id="{7618FE11-3F81-C8F1-B6A8-5D5984772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4363" y="693738"/>
            <a:ext cx="420688" cy="468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1" name="Line 833">
            <a:extLst>
              <a:ext uri="{FF2B5EF4-FFF2-40B4-BE49-F238E27FC236}">
                <a16:creationId xmlns:a16="http://schemas.microsoft.com/office/drawing/2014/main" id="{CC290C37-6B25-C7EE-A092-9A892C8D2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2875" y="1074738"/>
            <a:ext cx="142875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2" name="Line 834">
            <a:extLst>
              <a:ext uri="{FF2B5EF4-FFF2-40B4-BE49-F238E27FC236}">
                <a16:creationId xmlns:a16="http://schemas.microsoft.com/office/drawing/2014/main" id="{B27B2482-CF55-8440-5186-571D3FD63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2133601"/>
            <a:ext cx="120650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3" name="Line 835">
            <a:extLst>
              <a:ext uri="{FF2B5EF4-FFF2-40B4-BE49-F238E27FC236}">
                <a16:creationId xmlns:a16="http://schemas.microsoft.com/office/drawing/2014/main" id="{A03B509D-21CA-D7C3-514F-05E31E0D3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8650" y="2613026"/>
            <a:ext cx="128588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4" name="Line 836">
            <a:extLst>
              <a:ext uri="{FF2B5EF4-FFF2-40B4-BE49-F238E27FC236}">
                <a16:creationId xmlns:a16="http://schemas.microsoft.com/office/drawing/2014/main" id="{64324F64-A181-10A1-6A12-CE5F77B41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1625" y="1119188"/>
            <a:ext cx="473075" cy="465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5" name="Line 837">
            <a:extLst>
              <a:ext uri="{FF2B5EF4-FFF2-40B4-BE49-F238E27FC236}">
                <a16:creationId xmlns:a16="http://schemas.microsoft.com/office/drawing/2014/main" id="{5F1419A6-A80A-01E8-25AE-DFA2981E7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7713" y="2797176"/>
            <a:ext cx="239713" cy="438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6" name="Line 838">
            <a:extLst>
              <a:ext uri="{FF2B5EF4-FFF2-40B4-BE49-F238E27FC236}">
                <a16:creationId xmlns:a16="http://schemas.microsoft.com/office/drawing/2014/main" id="{7E173296-C6ED-F31B-4229-D5EFA1552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9163" y="1233488"/>
            <a:ext cx="417513" cy="376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7" name="Line 839">
            <a:extLst>
              <a:ext uri="{FF2B5EF4-FFF2-40B4-BE49-F238E27FC236}">
                <a16:creationId xmlns:a16="http://schemas.microsoft.com/office/drawing/2014/main" id="{25BCF707-1FD7-E1AD-7B7C-E3B61AA78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2038" y="2684463"/>
            <a:ext cx="115888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8" name="Line 840">
            <a:extLst>
              <a:ext uri="{FF2B5EF4-FFF2-40B4-BE49-F238E27FC236}">
                <a16:creationId xmlns:a16="http://schemas.microsoft.com/office/drawing/2014/main" id="{723D13CB-C2CC-7FA4-381C-20A166891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6825" y="2505076"/>
            <a:ext cx="344488" cy="442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9" name="Line 841">
            <a:extLst>
              <a:ext uri="{FF2B5EF4-FFF2-40B4-BE49-F238E27FC236}">
                <a16:creationId xmlns:a16="http://schemas.microsoft.com/office/drawing/2014/main" id="{73D7B80B-04D6-C38A-2ED8-B280B2607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157413"/>
            <a:ext cx="163513" cy="158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0" name="Line 842">
            <a:extLst>
              <a:ext uri="{FF2B5EF4-FFF2-40B4-BE49-F238E27FC236}">
                <a16:creationId xmlns:a16="http://schemas.microsoft.com/office/drawing/2014/main" id="{689FED18-1512-C5E6-AA0D-8FB308DC18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0863" y="2017713"/>
            <a:ext cx="88900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1" name="Line 843">
            <a:extLst>
              <a:ext uri="{FF2B5EF4-FFF2-40B4-BE49-F238E27FC236}">
                <a16:creationId xmlns:a16="http://schemas.microsoft.com/office/drawing/2014/main" id="{1E088462-1984-0B5A-A996-05D217E61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3035301"/>
            <a:ext cx="149225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2" name="Line 844">
            <a:extLst>
              <a:ext uri="{FF2B5EF4-FFF2-40B4-BE49-F238E27FC236}">
                <a16:creationId xmlns:a16="http://schemas.microsoft.com/office/drawing/2014/main" id="{A59EA419-2BAF-2B6B-B44A-DF6A42A7E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6938" y="1287463"/>
            <a:ext cx="185738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3" name="Line 845">
            <a:extLst>
              <a:ext uri="{FF2B5EF4-FFF2-40B4-BE49-F238E27FC236}">
                <a16:creationId xmlns:a16="http://schemas.microsoft.com/office/drawing/2014/main" id="{B4996A65-6685-3476-0759-7D5744175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304926"/>
            <a:ext cx="179388" cy="163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4" name="Line 846">
            <a:extLst>
              <a:ext uri="{FF2B5EF4-FFF2-40B4-BE49-F238E27FC236}">
                <a16:creationId xmlns:a16="http://schemas.microsoft.com/office/drawing/2014/main" id="{E865F9E8-C857-AF4E-E460-F050561F0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2025" y="2159001"/>
            <a:ext cx="263525" cy="325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5" name="Line 847">
            <a:extLst>
              <a:ext uri="{FF2B5EF4-FFF2-40B4-BE49-F238E27FC236}">
                <a16:creationId xmlns:a16="http://schemas.microsoft.com/office/drawing/2014/main" id="{6A5982D2-4ED2-0D6A-8564-87BEBF5C0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0013" y="2617788"/>
            <a:ext cx="88900" cy="112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6" name="Line 848">
            <a:extLst>
              <a:ext uri="{FF2B5EF4-FFF2-40B4-BE49-F238E27FC236}">
                <a16:creationId xmlns:a16="http://schemas.microsoft.com/office/drawing/2014/main" id="{A82A69A0-E57D-B711-45A6-BA65CBD71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420938"/>
            <a:ext cx="41275" cy="55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7" name="Line 849">
            <a:extLst>
              <a:ext uri="{FF2B5EF4-FFF2-40B4-BE49-F238E27FC236}">
                <a16:creationId xmlns:a16="http://schemas.microsoft.com/office/drawing/2014/main" id="{225C4B18-BBB6-C0E8-A249-D955A4586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1638" y="3170238"/>
            <a:ext cx="65088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8" name="Line 850">
            <a:extLst>
              <a:ext uri="{FF2B5EF4-FFF2-40B4-BE49-F238E27FC236}">
                <a16:creationId xmlns:a16="http://schemas.microsoft.com/office/drawing/2014/main" id="{5EC688DD-06D5-6734-D5F0-F81ACF1B0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6438" y="2976563"/>
            <a:ext cx="187325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9" name="Line 851">
            <a:extLst>
              <a:ext uri="{FF2B5EF4-FFF2-40B4-BE49-F238E27FC236}">
                <a16:creationId xmlns:a16="http://schemas.microsoft.com/office/drawing/2014/main" id="{322B1FDB-CA11-23A7-394C-C0D2EDE93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3163" y="2774951"/>
            <a:ext cx="268288" cy="2238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0" name="Line 852">
            <a:extLst>
              <a:ext uri="{FF2B5EF4-FFF2-40B4-BE49-F238E27FC236}">
                <a16:creationId xmlns:a16="http://schemas.microsoft.com/office/drawing/2014/main" id="{97A274F0-47FD-48F6-8E0E-4FB266972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434976"/>
            <a:ext cx="276225" cy="284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1" name="Line 853">
            <a:extLst>
              <a:ext uri="{FF2B5EF4-FFF2-40B4-BE49-F238E27FC236}">
                <a16:creationId xmlns:a16="http://schemas.microsoft.com/office/drawing/2014/main" id="{661897EA-65E5-67D7-0C5C-C78C307B9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525" y="436563"/>
            <a:ext cx="182563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2" name="Line 854">
            <a:extLst>
              <a:ext uri="{FF2B5EF4-FFF2-40B4-BE49-F238E27FC236}">
                <a16:creationId xmlns:a16="http://schemas.microsoft.com/office/drawing/2014/main" id="{C824CEC3-D9CA-00E8-2677-6F8FEF169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4575" y="2981326"/>
            <a:ext cx="428625" cy="409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3" name="Line 855">
            <a:extLst>
              <a:ext uri="{FF2B5EF4-FFF2-40B4-BE49-F238E27FC236}">
                <a16:creationId xmlns:a16="http://schemas.microsoft.com/office/drawing/2014/main" id="{FE6C697C-7E09-1A8F-DB75-539338089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363" y="2862263"/>
            <a:ext cx="163513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4" name="Line 856">
            <a:extLst>
              <a:ext uri="{FF2B5EF4-FFF2-40B4-BE49-F238E27FC236}">
                <a16:creationId xmlns:a16="http://schemas.microsoft.com/office/drawing/2014/main" id="{F8A54463-2EE4-5837-A230-40E97CBE0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041526"/>
            <a:ext cx="180975" cy="220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5" name="Line 857">
            <a:extLst>
              <a:ext uri="{FF2B5EF4-FFF2-40B4-BE49-F238E27FC236}">
                <a16:creationId xmlns:a16="http://schemas.microsoft.com/office/drawing/2014/main" id="{420B99B3-FE30-D9CE-8829-709C47551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475" y="214313"/>
            <a:ext cx="134938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6" name="Line 858">
            <a:extLst>
              <a:ext uri="{FF2B5EF4-FFF2-40B4-BE49-F238E27FC236}">
                <a16:creationId xmlns:a16="http://schemas.microsoft.com/office/drawing/2014/main" id="{813D02CB-40E7-5A31-38FE-2E5C41FC2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13" y="731838"/>
            <a:ext cx="266700" cy="227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7" name="Line 859">
            <a:extLst>
              <a:ext uri="{FF2B5EF4-FFF2-40B4-BE49-F238E27FC236}">
                <a16:creationId xmlns:a16="http://schemas.microsoft.com/office/drawing/2014/main" id="{6B3F14BB-C177-2220-05D6-A58A281DD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623888"/>
            <a:ext cx="68263" cy="90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8" name="Line 860">
            <a:extLst>
              <a:ext uri="{FF2B5EF4-FFF2-40B4-BE49-F238E27FC236}">
                <a16:creationId xmlns:a16="http://schemas.microsoft.com/office/drawing/2014/main" id="{EE974DAC-A25D-C3A8-7D0C-59F2020EFE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6175" y="917576"/>
            <a:ext cx="96838" cy="58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9" name="Line 861">
            <a:extLst>
              <a:ext uri="{FF2B5EF4-FFF2-40B4-BE49-F238E27FC236}">
                <a16:creationId xmlns:a16="http://schemas.microsoft.com/office/drawing/2014/main" id="{A7C669E8-2F6B-0BC8-6491-10FBAC34C8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357188"/>
            <a:ext cx="3175" cy="3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0" name="Line 862">
            <a:extLst>
              <a:ext uri="{FF2B5EF4-FFF2-40B4-BE49-F238E27FC236}">
                <a16:creationId xmlns:a16="http://schemas.microsoft.com/office/drawing/2014/main" id="{3E455216-C79D-EFD0-F9A8-AED9E09C6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3175001"/>
            <a:ext cx="146050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1" name="Line 863">
            <a:extLst>
              <a:ext uri="{FF2B5EF4-FFF2-40B4-BE49-F238E27FC236}">
                <a16:creationId xmlns:a16="http://schemas.microsoft.com/office/drawing/2014/main" id="{FF3AE231-1277-D0CA-5992-E0D25B4C3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5575" y="3105151"/>
            <a:ext cx="13970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2" name="Line 864">
            <a:extLst>
              <a:ext uri="{FF2B5EF4-FFF2-40B4-BE49-F238E27FC236}">
                <a16:creationId xmlns:a16="http://schemas.microsoft.com/office/drawing/2014/main" id="{47D34E11-5B33-948E-5634-9D5FA0844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0750" y="1887538"/>
            <a:ext cx="504825" cy="482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3" name="Line 865">
            <a:extLst>
              <a:ext uri="{FF2B5EF4-FFF2-40B4-BE49-F238E27FC236}">
                <a16:creationId xmlns:a16="http://schemas.microsoft.com/office/drawing/2014/main" id="{00240EAE-7600-4A93-3B8A-D984E9417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013" y="3354388"/>
            <a:ext cx="33338" cy="36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4" name="Line 866">
            <a:extLst>
              <a:ext uri="{FF2B5EF4-FFF2-40B4-BE49-F238E27FC236}">
                <a16:creationId xmlns:a16="http://schemas.microsoft.com/office/drawing/2014/main" id="{B4C207CE-C497-4BF8-8E5A-E707BD53B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711451"/>
            <a:ext cx="153988" cy="133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5" name="Line 867">
            <a:extLst>
              <a:ext uri="{FF2B5EF4-FFF2-40B4-BE49-F238E27FC236}">
                <a16:creationId xmlns:a16="http://schemas.microsoft.com/office/drawing/2014/main" id="{ED2AC54C-7F0A-476C-4AAD-D992E0BD4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150" y="1366838"/>
            <a:ext cx="128588" cy="1746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6" name="Line 868">
            <a:extLst>
              <a:ext uri="{FF2B5EF4-FFF2-40B4-BE49-F238E27FC236}">
                <a16:creationId xmlns:a16="http://schemas.microsoft.com/office/drawing/2014/main" id="{3A9D39E4-96C0-F140-E3CB-EDC7D9967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4050" y="1449388"/>
            <a:ext cx="166688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7" name="Line 869">
            <a:extLst>
              <a:ext uri="{FF2B5EF4-FFF2-40B4-BE49-F238E27FC236}">
                <a16:creationId xmlns:a16="http://schemas.microsoft.com/office/drawing/2014/main" id="{E6C6A9AC-CBF5-4BDE-9183-D6A7B743C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1606551"/>
            <a:ext cx="120650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8" name="Line 870">
            <a:extLst>
              <a:ext uri="{FF2B5EF4-FFF2-40B4-BE49-F238E27FC236}">
                <a16:creationId xmlns:a16="http://schemas.microsoft.com/office/drawing/2014/main" id="{9D5F73BE-882A-BD08-FFD4-BD121F8A7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7913" y="1749426"/>
            <a:ext cx="79375" cy="90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" name="Line 871">
            <a:extLst>
              <a:ext uri="{FF2B5EF4-FFF2-40B4-BE49-F238E27FC236}">
                <a16:creationId xmlns:a16="http://schemas.microsoft.com/office/drawing/2014/main" id="{2F3B14F4-0765-D0DD-CB54-34BB567D6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2174876"/>
            <a:ext cx="34925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0" name="Line 872">
            <a:extLst>
              <a:ext uri="{FF2B5EF4-FFF2-40B4-BE49-F238E27FC236}">
                <a16:creationId xmlns:a16="http://schemas.microsoft.com/office/drawing/2014/main" id="{642F00E3-7A36-8E28-A931-016A3B01E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0975" y="3346451"/>
            <a:ext cx="41275" cy="44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1" name="Line 873">
            <a:extLst>
              <a:ext uri="{FF2B5EF4-FFF2-40B4-BE49-F238E27FC236}">
                <a16:creationId xmlns:a16="http://schemas.microsoft.com/office/drawing/2014/main" id="{D7091BB7-B5DE-BFAD-989D-FA1C0D4F8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7100" y="698501"/>
            <a:ext cx="114300" cy="101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2" name="Line 874">
            <a:extLst>
              <a:ext uri="{FF2B5EF4-FFF2-40B4-BE49-F238E27FC236}">
                <a16:creationId xmlns:a16="http://schemas.microsoft.com/office/drawing/2014/main" id="{CF1698A1-95A1-8E4C-32E6-F8C98F602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2205038"/>
            <a:ext cx="247650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3" name="Line 875">
            <a:extLst>
              <a:ext uri="{FF2B5EF4-FFF2-40B4-BE49-F238E27FC236}">
                <a16:creationId xmlns:a16="http://schemas.microsoft.com/office/drawing/2014/main" id="{C7BD21B6-F7D7-DE39-8FF5-075FE0687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0088" y="858838"/>
            <a:ext cx="419100" cy="423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4" name="Line 876">
            <a:extLst>
              <a:ext uri="{FF2B5EF4-FFF2-40B4-BE49-F238E27FC236}">
                <a16:creationId xmlns:a16="http://schemas.microsoft.com/office/drawing/2014/main" id="{6A640560-9BEB-A24C-673E-3B0DE5C48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560638"/>
            <a:ext cx="23813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5" name="Line 877">
            <a:extLst>
              <a:ext uri="{FF2B5EF4-FFF2-40B4-BE49-F238E27FC236}">
                <a16:creationId xmlns:a16="http://schemas.microsoft.com/office/drawing/2014/main" id="{6881210A-07E5-17A0-A34C-5C075F1E5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2339976"/>
            <a:ext cx="114300" cy="127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6" name="Line 878">
            <a:extLst>
              <a:ext uri="{FF2B5EF4-FFF2-40B4-BE49-F238E27FC236}">
                <a16:creationId xmlns:a16="http://schemas.microsoft.com/office/drawing/2014/main" id="{72D84EEA-4FF0-38BE-0D45-3E6531502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3975" y="2281238"/>
            <a:ext cx="109538" cy="93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7" name="Line 879">
            <a:extLst>
              <a:ext uri="{FF2B5EF4-FFF2-40B4-BE49-F238E27FC236}">
                <a16:creationId xmlns:a16="http://schemas.microsoft.com/office/drawing/2014/main" id="{B127FBAB-9CE2-03C3-9E2F-0E35B720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863" y="1093788"/>
            <a:ext cx="174625" cy="171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8" name="Line 880">
            <a:extLst>
              <a:ext uri="{FF2B5EF4-FFF2-40B4-BE49-F238E27FC236}">
                <a16:creationId xmlns:a16="http://schemas.microsoft.com/office/drawing/2014/main" id="{C81B191A-91DF-5E07-AAA2-97CCEF421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6138" y="3149601"/>
            <a:ext cx="244475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9" name="Line 881">
            <a:extLst>
              <a:ext uri="{FF2B5EF4-FFF2-40B4-BE49-F238E27FC236}">
                <a16:creationId xmlns:a16="http://schemas.microsoft.com/office/drawing/2014/main" id="{ED6F74CE-B254-4D85-4F34-14155D57D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9638" y="593726"/>
            <a:ext cx="268288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0" name="Line 882">
            <a:extLst>
              <a:ext uri="{FF2B5EF4-FFF2-40B4-BE49-F238E27FC236}">
                <a16:creationId xmlns:a16="http://schemas.microsoft.com/office/drawing/2014/main" id="{8957465A-53F3-E385-7344-CB8328FB2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5250" y="1104901"/>
            <a:ext cx="293688" cy="331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1" name="Line 883">
            <a:extLst>
              <a:ext uri="{FF2B5EF4-FFF2-40B4-BE49-F238E27FC236}">
                <a16:creationId xmlns:a16="http://schemas.microsoft.com/office/drawing/2014/main" id="{BC2A43ED-9653-6D1F-ACE8-F07B4E6A3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1550" y="657226"/>
            <a:ext cx="261938" cy="263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2" name="Line 884">
            <a:extLst>
              <a:ext uri="{FF2B5EF4-FFF2-40B4-BE49-F238E27FC236}">
                <a16:creationId xmlns:a16="http://schemas.microsoft.com/office/drawing/2014/main" id="{2203B0A0-2684-D0F1-E592-69A86F17B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125" y="1719263"/>
            <a:ext cx="282575" cy="241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3" name="Line 885">
            <a:extLst>
              <a:ext uri="{FF2B5EF4-FFF2-40B4-BE49-F238E27FC236}">
                <a16:creationId xmlns:a16="http://schemas.microsoft.com/office/drawing/2014/main" id="{A7EDE6D6-97EE-B80D-D538-7026A9B18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2525" y="2146301"/>
            <a:ext cx="73025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4" name="Line 886">
            <a:extLst>
              <a:ext uri="{FF2B5EF4-FFF2-40B4-BE49-F238E27FC236}">
                <a16:creationId xmlns:a16="http://schemas.microsoft.com/office/drawing/2014/main" id="{A96912F1-241C-C897-0969-7E671B027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0938" y="1862138"/>
            <a:ext cx="290513" cy="298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5" name="Line 887">
            <a:extLst>
              <a:ext uri="{FF2B5EF4-FFF2-40B4-BE49-F238E27FC236}">
                <a16:creationId xmlns:a16="http://schemas.microsoft.com/office/drawing/2014/main" id="{6521A04C-D634-CCE4-378F-0C3436C5B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8813" y="1571626"/>
            <a:ext cx="100013" cy="93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6" name="Line 888">
            <a:extLst>
              <a:ext uri="{FF2B5EF4-FFF2-40B4-BE49-F238E27FC236}">
                <a16:creationId xmlns:a16="http://schemas.microsoft.com/office/drawing/2014/main" id="{AE391557-DC2A-FCC5-BEE6-94EAF04E74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3048001"/>
            <a:ext cx="215900" cy="303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7" name="Line 889">
            <a:extLst>
              <a:ext uri="{FF2B5EF4-FFF2-40B4-BE49-F238E27FC236}">
                <a16:creationId xmlns:a16="http://schemas.microsoft.com/office/drawing/2014/main" id="{31C7A97B-65B2-14B1-CA59-56F92C70C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2088" y="2703513"/>
            <a:ext cx="85725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8" name="Line 890">
            <a:extLst>
              <a:ext uri="{FF2B5EF4-FFF2-40B4-BE49-F238E27FC236}">
                <a16:creationId xmlns:a16="http://schemas.microsoft.com/office/drawing/2014/main" id="{E07F3BA4-F7EE-77C0-D3D4-073AD3ABA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6125" y="587376"/>
            <a:ext cx="74613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9" name="Line 891">
            <a:extLst>
              <a:ext uri="{FF2B5EF4-FFF2-40B4-BE49-F238E27FC236}">
                <a16:creationId xmlns:a16="http://schemas.microsoft.com/office/drawing/2014/main" id="{CD2EAD10-D33A-C481-D0A3-909479EE8C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8288" y="446088"/>
            <a:ext cx="298450" cy="361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0" name="Line 892">
            <a:extLst>
              <a:ext uri="{FF2B5EF4-FFF2-40B4-BE49-F238E27FC236}">
                <a16:creationId xmlns:a16="http://schemas.microsoft.com/office/drawing/2014/main" id="{10553574-8C8A-72AC-75BD-0B93F7CC4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6050" y="817563"/>
            <a:ext cx="195263" cy="195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1" name="Line 893">
            <a:extLst>
              <a:ext uri="{FF2B5EF4-FFF2-40B4-BE49-F238E27FC236}">
                <a16:creationId xmlns:a16="http://schemas.microsoft.com/office/drawing/2014/main" id="{5E6D31D2-5481-2F1A-12C2-A84061EDC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725" y="1730376"/>
            <a:ext cx="255588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2" name="Line 894">
            <a:extLst>
              <a:ext uri="{FF2B5EF4-FFF2-40B4-BE49-F238E27FC236}">
                <a16:creationId xmlns:a16="http://schemas.microsoft.com/office/drawing/2014/main" id="{930C1442-7BB0-FB88-2077-F8E86A19C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0200" y="954088"/>
            <a:ext cx="79375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3" name="Line 895">
            <a:extLst>
              <a:ext uri="{FF2B5EF4-FFF2-40B4-BE49-F238E27FC236}">
                <a16:creationId xmlns:a16="http://schemas.microsoft.com/office/drawing/2014/main" id="{1AEA9640-6931-91F8-C4E6-EF8EA0A28E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0550" y="1612901"/>
            <a:ext cx="100013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4" name="Line 896">
            <a:extLst>
              <a:ext uri="{FF2B5EF4-FFF2-40B4-BE49-F238E27FC236}">
                <a16:creationId xmlns:a16="http://schemas.microsoft.com/office/drawing/2014/main" id="{7C89BDD4-D042-A917-6483-96D797748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104901"/>
            <a:ext cx="184150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5" name="Line 897">
            <a:extLst>
              <a:ext uri="{FF2B5EF4-FFF2-40B4-BE49-F238E27FC236}">
                <a16:creationId xmlns:a16="http://schemas.microsoft.com/office/drawing/2014/main" id="{20228EAD-DA96-4BCB-6F6C-7A1765F68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725" y="1676401"/>
            <a:ext cx="288925" cy="558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6" name="Line 898">
            <a:extLst>
              <a:ext uri="{FF2B5EF4-FFF2-40B4-BE49-F238E27FC236}">
                <a16:creationId xmlns:a16="http://schemas.microsoft.com/office/drawing/2014/main" id="{28177F68-3312-A5BD-B9E1-CA1135861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4725" y="1957388"/>
            <a:ext cx="452438" cy="531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7" name="Line 899">
            <a:extLst>
              <a:ext uri="{FF2B5EF4-FFF2-40B4-BE49-F238E27FC236}">
                <a16:creationId xmlns:a16="http://schemas.microsoft.com/office/drawing/2014/main" id="{423AF4A2-9168-6254-0338-E33C76737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368301"/>
            <a:ext cx="96838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8" name="Line 900">
            <a:extLst>
              <a:ext uri="{FF2B5EF4-FFF2-40B4-BE49-F238E27FC236}">
                <a16:creationId xmlns:a16="http://schemas.microsoft.com/office/drawing/2014/main" id="{424A8454-44B5-BA4A-8E58-94C0E32DC5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3113" y="2373313"/>
            <a:ext cx="80963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9" name="Line 901">
            <a:extLst>
              <a:ext uri="{FF2B5EF4-FFF2-40B4-BE49-F238E27FC236}">
                <a16:creationId xmlns:a16="http://schemas.microsoft.com/office/drawing/2014/main" id="{819DE59F-8428-F023-1BCA-AA1B531AC5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3155951"/>
            <a:ext cx="34925" cy="34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0" name="Line 902">
            <a:extLst>
              <a:ext uri="{FF2B5EF4-FFF2-40B4-BE49-F238E27FC236}">
                <a16:creationId xmlns:a16="http://schemas.microsoft.com/office/drawing/2014/main" id="{70667A81-4D55-576B-4CD3-47BF4C8F8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438" y="1193801"/>
            <a:ext cx="122238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1" name="Line 903">
            <a:extLst>
              <a:ext uri="{FF2B5EF4-FFF2-40B4-BE49-F238E27FC236}">
                <a16:creationId xmlns:a16="http://schemas.microsoft.com/office/drawing/2014/main" id="{BF0896E5-A34E-DAB0-B7D4-3499E0CA84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0" y="2025651"/>
            <a:ext cx="76200" cy="74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2" name="Line 904">
            <a:extLst>
              <a:ext uri="{FF2B5EF4-FFF2-40B4-BE49-F238E27FC236}">
                <a16:creationId xmlns:a16="http://schemas.microsoft.com/office/drawing/2014/main" id="{FA0B5D2B-564A-D6BB-2E33-AA291B9A9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228851"/>
            <a:ext cx="82550" cy="87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3" name="Line 905">
            <a:extLst>
              <a:ext uri="{FF2B5EF4-FFF2-40B4-BE49-F238E27FC236}">
                <a16:creationId xmlns:a16="http://schemas.microsoft.com/office/drawing/2014/main" id="{784610B3-E11E-A997-39B2-6012E09A5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3268663"/>
            <a:ext cx="120650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4" name="Line 906">
            <a:extLst>
              <a:ext uri="{FF2B5EF4-FFF2-40B4-BE49-F238E27FC236}">
                <a16:creationId xmlns:a16="http://schemas.microsoft.com/office/drawing/2014/main" id="{5CAA93A5-5517-B063-CCAB-68262691A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0025" y="715963"/>
            <a:ext cx="387350" cy="496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5" name="Line 907">
            <a:extLst>
              <a:ext uri="{FF2B5EF4-FFF2-40B4-BE49-F238E27FC236}">
                <a16:creationId xmlns:a16="http://schemas.microsoft.com/office/drawing/2014/main" id="{3FF50823-8C33-7AD9-7D2D-D0A28B73B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9063" y="2195513"/>
            <a:ext cx="228600" cy="236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6" name="Line 908">
            <a:extLst>
              <a:ext uri="{FF2B5EF4-FFF2-40B4-BE49-F238E27FC236}">
                <a16:creationId xmlns:a16="http://schemas.microsoft.com/office/drawing/2014/main" id="{8823CAA7-956D-2272-7AC3-B3D895EB6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6325" y="2187576"/>
            <a:ext cx="203200" cy="234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7" name="Line 909">
            <a:extLst>
              <a:ext uri="{FF2B5EF4-FFF2-40B4-BE49-F238E27FC236}">
                <a16:creationId xmlns:a16="http://schemas.microsoft.com/office/drawing/2014/main" id="{71AD491E-B917-36E1-E473-11C99E9A9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44488"/>
            <a:ext cx="209550" cy="150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8" name="Line 910">
            <a:extLst>
              <a:ext uri="{FF2B5EF4-FFF2-40B4-BE49-F238E27FC236}">
                <a16:creationId xmlns:a16="http://schemas.microsoft.com/office/drawing/2014/main" id="{11C58300-2045-656D-32CD-96E3EBB7E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5375" y="2157413"/>
            <a:ext cx="284163" cy="239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9" name="Line 911">
            <a:extLst>
              <a:ext uri="{FF2B5EF4-FFF2-40B4-BE49-F238E27FC236}">
                <a16:creationId xmlns:a16="http://schemas.microsoft.com/office/drawing/2014/main" id="{F197ED8A-8583-C853-D6E5-AC02F32D0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7275" y="2790826"/>
            <a:ext cx="169863" cy="198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0" name="Line 912">
            <a:extLst>
              <a:ext uri="{FF2B5EF4-FFF2-40B4-BE49-F238E27FC236}">
                <a16:creationId xmlns:a16="http://schemas.microsoft.com/office/drawing/2014/main" id="{FD38F52F-75A8-CEC4-FB52-6538752A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9350" y="2852738"/>
            <a:ext cx="227013" cy="239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1" name="Line 913">
            <a:extLst>
              <a:ext uri="{FF2B5EF4-FFF2-40B4-BE49-F238E27FC236}">
                <a16:creationId xmlns:a16="http://schemas.microsoft.com/office/drawing/2014/main" id="{E0A62E6D-4BF0-6EBE-246F-7F338CCDF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0750" y="528638"/>
            <a:ext cx="120650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2" name="Line 914">
            <a:extLst>
              <a:ext uri="{FF2B5EF4-FFF2-40B4-BE49-F238E27FC236}">
                <a16:creationId xmlns:a16="http://schemas.microsoft.com/office/drawing/2014/main" id="{D3F286AA-A03B-667B-9658-69EEF4AF8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984501"/>
            <a:ext cx="7938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3" name="Line 915">
            <a:extLst>
              <a:ext uri="{FF2B5EF4-FFF2-40B4-BE49-F238E27FC236}">
                <a16:creationId xmlns:a16="http://schemas.microsoft.com/office/drawing/2014/main" id="{07CB43CA-9EF8-06A4-F71F-DE1771ACE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2613" y="2668588"/>
            <a:ext cx="69850" cy="73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4" name="Line 916">
            <a:extLst>
              <a:ext uri="{FF2B5EF4-FFF2-40B4-BE49-F238E27FC236}">
                <a16:creationId xmlns:a16="http://schemas.microsoft.com/office/drawing/2014/main" id="{B75DCE00-AAF8-87BD-3384-524DC2BD90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0" y="1239838"/>
            <a:ext cx="168275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5" name="Line 917">
            <a:extLst>
              <a:ext uri="{FF2B5EF4-FFF2-40B4-BE49-F238E27FC236}">
                <a16:creationId xmlns:a16="http://schemas.microsoft.com/office/drawing/2014/main" id="{ADA38C9E-81F8-B16C-5253-8B6463810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213" y="449263"/>
            <a:ext cx="536575" cy="446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6" name="Line 918">
            <a:extLst>
              <a:ext uri="{FF2B5EF4-FFF2-40B4-BE49-F238E27FC236}">
                <a16:creationId xmlns:a16="http://schemas.microsoft.com/office/drawing/2014/main" id="{EE51AD64-FCA0-828B-97E1-061132AA7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6850" y="3279776"/>
            <a:ext cx="82550" cy="111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7" name="Line 919">
            <a:extLst>
              <a:ext uri="{FF2B5EF4-FFF2-40B4-BE49-F238E27FC236}">
                <a16:creationId xmlns:a16="http://schemas.microsoft.com/office/drawing/2014/main" id="{99951065-47C2-DAD1-B3F8-ECF058369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775" y="2225676"/>
            <a:ext cx="57150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8" name="Line 920">
            <a:extLst>
              <a:ext uri="{FF2B5EF4-FFF2-40B4-BE49-F238E27FC236}">
                <a16:creationId xmlns:a16="http://schemas.microsoft.com/office/drawing/2014/main" id="{0928F839-DD43-400D-2892-F6A97571A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706688"/>
            <a:ext cx="107950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9" name="Line 921">
            <a:extLst>
              <a:ext uri="{FF2B5EF4-FFF2-40B4-BE49-F238E27FC236}">
                <a16:creationId xmlns:a16="http://schemas.microsoft.com/office/drawing/2014/main" id="{5A4E5E0C-79B6-29D9-B9A8-58279CACB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2413" y="420688"/>
            <a:ext cx="665163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0" name="Line 922">
            <a:extLst>
              <a:ext uri="{FF2B5EF4-FFF2-40B4-BE49-F238E27FC236}">
                <a16:creationId xmlns:a16="http://schemas.microsoft.com/office/drawing/2014/main" id="{448D6A04-C79E-019A-56B4-7EE16BAEC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2903538"/>
            <a:ext cx="207963" cy="231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1" name="Line 923">
            <a:extLst>
              <a:ext uri="{FF2B5EF4-FFF2-40B4-BE49-F238E27FC236}">
                <a16:creationId xmlns:a16="http://schemas.microsoft.com/office/drawing/2014/main" id="{810D56F5-05A9-1651-C40F-9C1760DBC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5" y="2741613"/>
            <a:ext cx="98425" cy="1666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2" name="Line 924">
            <a:extLst>
              <a:ext uri="{FF2B5EF4-FFF2-40B4-BE49-F238E27FC236}">
                <a16:creationId xmlns:a16="http://schemas.microsoft.com/office/drawing/2014/main" id="{C3AACB2E-8EFD-8879-BDFB-62655EF08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4288" y="350838"/>
            <a:ext cx="446088" cy="282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3" name="Line 925">
            <a:extLst>
              <a:ext uri="{FF2B5EF4-FFF2-40B4-BE49-F238E27FC236}">
                <a16:creationId xmlns:a16="http://schemas.microsoft.com/office/drawing/2014/main" id="{F5138286-00DF-3B8A-EA05-2A375DD90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98451"/>
            <a:ext cx="187325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4" name="Line 926">
            <a:extLst>
              <a:ext uri="{FF2B5EF4-FFF2-40B4-BE49-F238E27FC236}">
                <a16:creationId xmlns:a16="http://schemas.microsoft.com/office/drawing/2014/main" id="{DDE0B339-3813-1D6C-B65B-D28960C02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4725" y="2874963"/>
            <a:ext cx="39688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5" name="Line 927">
            <a:extLst>
              <a:ext uri="{FF2B5EF4-FFF2-40B4-BE49-F238E27FC236}">
                <a16:creationId xmlns:a16="http://schemas.microsoft.com/office/drawing/2014/main" id="{12F0101F-3F28-65DF-DA73-FC90DFE69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371726"/>
            <a:ext cx="119063" cy="152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6" name="Line 928">
            <a:extLst>
              <a:ext uri="{FF2B5EF4-FFF2-40B4-BE49-F238E27FC236}">
                <a16:creationId xmlns:a16="http://schemas.microsoft.com/office/drawing/2014/main" id="{4EB1381B-CDD9-BEA7-C19C-D11295A13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7750" y="214313"/>
            <a:ext cx="295275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7" name="Line 929">
            <a:extLst>
              <a:ext uri="{FF2B5EF4-FFF2-40B4-BE49-F238E27FC236}">
                <a16:creationId xmlns:a16="http://schemas.microsoft.com/office/drawing/2014/main" id="{89537C67-F211-7C1D-3A13-00D22233A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3950" y="3040063"/>
            <a:ext cx="53975" cy="55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8" name="Line 930">
            <a:extLst>
              <a:ext uri="{FF2B5EF4-FFF2-40B4-BE49-F238E27FC236}">
                <a16:creationId xmlns:a16="http://schemas.microsoft.com/office/drawing/2014/main" id="{E2A8EB0C-7618-0AF6-29EE-CEEB16210E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2125" y="2490788"/>
            <a:ext cx="84138" cy="65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9" name="Line 931">
            <a:extLst>
              <a:ext uri="{FF2B5EF4-FFF2-40B4-BE49-F238E27FC236}">
                <a16:creationId xmlns:a16="http://schemas.microsoft.com/office/drawing/2014/main" id="{B14EFF88-3E83-E2BE-B176-C564B7FC3D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7875" y="1143001"/>
            <a:ext cx="52388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0" name="Line 932">
            <a:extLst>
              <a:ext uri="{FF2B5EF4-FFF2-40B4-BE49-F238E27FC236}">
                <a16:creationId xmlns:a16="http://schemas.microsoft.com/office/drawing/2014/main" id="{BD6DE9AE-B17D-9D2E-16A4-00DB0C173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262313"/>
            <a:ext cx="30163" cy="31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1" name="Line 933">
            <a:extLst>
              <a:ext uri="{FF2B5EF4-FFF2-40B4-BE49-F238E27FC236}">
                <a16:creationId xmlns:a16="http://schemas.microsoft.com/office/drawing/2014/main" id="{CC2D4E8B-7959-5235-21E0-9522DC69B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175" y="2098676"/>
            <a:ext cx="207963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2" name="Line 934">
            <a:extLst>
              <a:ext uri="{FF2B5EF4-FFF2-40B4-BE49-F238E27FC236}">
                <a16:creationId xmlns:a16="http://schemas.microsoft.com/office/drawing/2014/main" id="{5D6119E7-A700-BA9B-1D38-594C7B9FA1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000376"/>
            <a:ext cx="65088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3" name="Line 935">
            <a:extLst>
              <a:ext uri="{FF2B5EF4-FFF2-40B4-BE49-F238E27FC236}">
                <a16:creationId xmlns:a16="http://schemas.microsoft.com/office/drawing/2014/main" id="{047CF847-82CF-59E8-7045-A5B61E618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5113" y="2332038"/>
            <a:ext cx="80963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4" name="Line 936">
            <a:extLst>
              <a:ext uri="{FF2B5EF4-FFF2-40B4-BE49-F238E27FC236}">
                <a16:creationId xmlns:a16="http://schemas.microsoft.com/office/drawing/2014/main" id="{7902D123-9A69-0E1D-5BF7-B24AF0F97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9988" y="2668588"/>
            <a:ext cx="219075" cy="220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5" name="Line 937">
            <a:extLst>
              <a:ext uri="{FF2B5EF4-FFF2-40B4-BE49-F238E27FC236}">
                <a16:creationId xmlns:a16="http://schemas.microsoft.com/office/drawing/2014/main" id="{AF8691AE-E6C5-FAC5-1C89-B4A8E6B5B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950" y="1831976"/>
            <a:ext cx="247650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6" name="Line 938">
            <a:extLst>
              <a:ext uri="{FF2B5EF4-FFF2-40B4-BE49-F238E27FC236}">
                <a16:creationId xmlns:a16="http://schemas.microsoft.com/office/drawing/2014/main" id="{15E91606-FE80-7350-C31F-BA3118907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384426"/>
            <a:ext cx="120650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7" name="Line 939">
            <a:extLst>
              <a:ext uri="{FF2B5EF4-FFF2-40B4-BE49-F238E27FC236}">
                <a16:creationId xmlns:a16="http://schemas.microsoft.com/office/drawing/2014/main" id="{048127E5-BDEC-832D-FD6B-82C23D697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1062038"/>
            <a:ext cx="492125" cy="542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8" name="Line 940">
            <a:extLst>
              <a:ext uri="{FF2B5EF4-FFF2-40B4-BE49-F238E27FC236}">
                <a16:creationId xmlns:a16="http://schemas.microsoft.com/office/drawing/2014/main" id="{8DCD31E6-2174-8760-AC57-E0BEF9FB1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31976"/>
            <a:ext cx="31750" cy="23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9" name="Line 941">
            <a:extLst>
              <a:ext uri="{FF2B5EF4-FFF2-40B4-BE49-F238E27FC236}">
                <a16:creationId xmlns:a16="http://schemas.microsoft.com/office/drawing/2014/main" id="{E59C2F82-8098-2E88-2BB0-C3305EB77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485901"/>
            <a:ext cx="177800" cy="190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0" name="Line 942">
            <a:extLst>
              <a:ext uri="{FF2B5EF4-FFF2-40B4-BE49-F238E27FC236}">
                <a16:creationId xmlns:a16="http://schemas.microsoft.com/office/drawing/2014/main" id="{04AEF27D-612D-B1E0-821A-93610989C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438" y="1473201"/>
            <a:ext cx="392113" cy="403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1" name="Line 943">
            <a:extLst>
              <a:ext uri="{FF2B5EF4-FFF2-40B4-BE49-F238E27FC236}">
                <a16:creationId xmlns:a16="http://schemas.microsoft.com/office/drawing/2014/main" id="{448C1E2A-A2B1-A3A4-A322-69DAD62CD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2100263"/>
            <a:ext cx="161925" cy="125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2" name="Line 944">
            <a:extLst>
              <a:ext uri="{FF2B5EF4-FFF2-40B4-BE49-F238E27FC236}">
                <a16:creationId xmlns:a16="http://schemas.microsoft.com/office/drawing/2014/main" id="{A04190FA-448F-86B6-14D6-961E48D15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4338" y="1285876"/>
            <a:ext cx="349250" cy="3571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3" name="Line 945">
            <a:extLst>
              <a:ext uri="{FF2B5EF4-FFF2-40B4-BE49-F238E27FC236}">
                <a16:creationId xmlns:a16="http://schemas.microsoft.com/office/drawing/2014/main" id="{5FF51821-57E1-ABE6-C14D-D6B0F9F40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2746376"/>
            <a:ext cx="211138" cy="279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4" name="Line 946">
            <a:extLst>
              <a:ext uri="{FF2B5EF4-FFF2-40B4-BE49-F238E27FC236}">
                <a16:creationId xmlns:a16="http://schemas.microsoft.com/office/drawing/2014/main" id="{19C9F47A-3497-DB2D-0E0E-0F22F9C64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2325" y="2668588"/>
            <a:ext cx="46038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5" name="Line 947">
            <a:extLst>
              <a:ext uri="{FF2B5EF4-FFF2-40B4-BE49-F238E27FC236}">
                <a16:creationId xmlns:a16="http://schemas.microsoft.com/office/drawing/2014/main" id="{9B27F914-A8CE-2144-4A24-710E178B7E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7388" y="3306763"/>
            <a:ext cx="111125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6" name="Line 948">
            <a:extLst>
              <a:ext uri="{FF2B5EF4-FFF2-40B4-BE49-F238E27FC236}">
                <a16:creationId xmlns:a16="http://schemas.microsoft.com/office/drawing/2014/main" id="{007B8A48-8466-EE09-CFD8-5815681DB2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663" y="2351088"/>
            <a:ext cx="255588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7" name="Line 949">
            <a:extLst>
              <a:ext uri="{FF2B5EF4-FFF2-40B4-BE49-F238E27FC236}">
                <a16:creationId xmlns:a16="http://schemas.microsoft.com/office/drawing/2014/main" id="{161E1CBB-8AF8-D777-1BD0-19259B368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052763"/>
            <a:ext cx="79375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8" name="Line 950">
            <a:extLst>
              <a:ext uri="{FF2B5EF4-FFF2-40B4-BE49-F238E27FC236}">
                <a16:creationId xmlns:a16="http://schemas.microsoft.com/office/drawing/2014/main" id="{D676CB9A-9EED-F2A1-8ACE-8116FD47F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2675" y="3281363"/>
            <a:ext cx="96838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9" name="Line 951">
            <a:extLst>
              <a:ext uri="{FF2B5EF4-FFF2-40B4-BE49-F238E27FC236}">
                <a16:creationId xmlns:a16="http://schemas.microsoft.com/office/drawing/2014/main" id="{82871AA7-F52E-76C1-ED65-5E725C4A6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7463" y="249238"/>
            <a:ext cx="144463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0" name="Line 952">
            <a:extLst>
              <a:ext uri="{FF2B5EF4-FFF2-40B4-BE49-F238E27FC236}">
                <a16:creationId xmlns:a16="http://schemas.microsoft.com/office/drawing/2014/main" id="{1302AFFA-0C0B-79F6-50C8-9555BB61F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2188" y="385763"/>
            <a:ext cx="449263" cy="393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1" name="Line 953">
            <a:extLst>
              <a:ext uri="{FF2B5EF4-FFF2-40B4-BE49-F238E27FC236}">
                <a16:creationId xmlns:a16="http://schemas.microsoft.com/office/drawing/2014/main" id="{F5DA57D3-226C-ED6A-9042-CE7B45A90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1850" y="3235326"/>
            <a:ext cx="142875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2" name="Line 954">
            <a:extLst>
              <a:ext uri="{FF2B5EF4-FFF2-40B4-BE49-F238E27FC236}">
                <a16:creationId xmlns:a16="http://schemas.microsoft.com/office/drawing/2014/main" id="{ADB3E042-A455-25E7-A5E7-E34847464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7713" y="2433638"/>
            <a:ext cx="134938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3" name="Line 955">
            <a:extLst>
              <a:ext uri="{FF2B5EF4-FFF2-40B4-BE49-F238E27FC236}">
                <a16:creationId xmlns:a16="http://schemas.microsoft.com/office/drawing/2014/main" id="{01127194-9121-D5A1-C5F4-9D6A2CC9A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0763" y="1006476"/>
            <a:ext cx="157163" cy="163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4" name="Line 956">
            <a:extLst>
              <a:ext uri="{FF2B5EF4-FFF2-40B4-BE49-F238E27FC236}">
                <a16:creationId xmlns:a16="http://schemas.microsoft.com/office/drawing/2014/main" id="{FE4526E3-1469-1553-A6F3-CE7C09BB9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75" y="1320801"/>
            <a:ext cx="10160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5" name="Line 957">
            <a:extLst>
              <a:ext uri="{FF2B5EF4-FFF2-40B4-BE49-F238E27FC236}">
                <a16:creationId xmlns:a16="http://schemas.microsoft.com/office/drawing/2014/main" id="{CAD17A7D-035E-4E72-1DD4-550346D0B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665163"/>
            <a:ext cx="74613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6" name="Line 958">
            <a:extLst>
              <a:ext uri="{FF2B5EF4-FFF2-40B4-BE49-F238E27FC236}">
                <a16:creationId xmlns:a16="http://schemas.microsoft.com/office/drawing/2014/main" id="{7136329C-0D90-A80D-2B8D-CD94E148D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46063"/>
            <a:ext cx="55563" cy="50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7" name="Line 959">
            <a:extLst>
              <a:ext uri="{FF2B5EF4-FFF2-40B4-BE49-F238E27FC236}">
                <a16:creationId xmlns:a16="http://schemas.microsoft.com/office/drawing/2014/main" id="{8186C519-0613-D330-8CC2-D7A7830B2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2975" y="954088"/>
            <a:ext cx="419100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8" name="Line 960">
            <a:extLst>
              <a:ext uri="{FF2B5EF4-FFF2-40B4-BE49-F238E27FC236}">
                <a16:creationId xmlns:a16="http://schemas.microsoft.com/office/drawing/2014/main" id="{1B9C60FB-772D-04AD-135D-38BBF5487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1703388"/>
            <a:ext cx="433388" cy="501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9" name="Line 961">
            <a:extLst>
              <a:ext uri="{FF2B5EF4-FFF2-40B4-BE49-F238E27FC236}">
                <a16:creationId xmlns:a16="http://schemas.microsoft.com/office/drawing/2014/main" id="{E9C162B6-DE86-67CA-4F5B-0A47F859A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4875" y="214313"/>
            <a:ext cx="322263" cy="355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0" name="Line 962">
            <a:extLst>
              <a:ext uri="{FF2B5EF4-FFF2-40B4-BE49-F238E27FC236}">
                <a16:creationId xmlns:a16="http://schemas.microsoft.com/office/drawing/2014/main" id="{4C1FFA37-0343-8478-75DB-4481B4A88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0125" y="1106488"/>
            <a:ext cx="82550" cy="247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1" name="Line 963">
            <a:extLst>
              <a:ext uri="{FF2B5EF4-FFF2-40B4-BE49-F238E27FC236}">
                <a16:creationId xmlns:a16="http://schemas.microsoft.com/office/drawing/2014/main" id="{DBF571D5-30B1-4192-5561-5EFF3C778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5763" y="214313"/>
            <a:ext cx="231775" cy="252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2" name="Line 964">
            <a:extLst>
              <a:ext uri="{FF2B5EF4-FFF2-40B4-BE49-F238E27FC236}">
                <a16:creationId xmlns:a16="http://schemas.microsoft.com/office/drawing/2014/main" id="{CA17A20F-4F2D-BE69-05BF-DDFB68E29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1413" y="1060451"/>
            <a:ext cx="36513" cy="31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3" name="Line 965">
            <a:extLst>
              <a:ext uri="{FF2B5EF4-FFF2-40B4-BE49-F238E27FC236}">
                <a16:creationId xmlns:a16="http://schemas.microsoft.com/office/drawing/2014/main" id="{E8A0DDA8-ED4E-1D52-F0B3-B71A20A2C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8525" y="374651"/>
            <a:ext cx="136525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4" name="Line 966">
            <a:extLst>
              <a:ext uri="{FF2B5EF4-FFF2-40B4-BE49-F238E27FC236}">
                <a16:creationId xmlns:a16="http://schemas.microsoft.com/office/drawing/2014/main" id="{7EA95944-C1DF-2DE4-6B44-3918EFBDC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842963"/>
            <a:ext cx="287338" cy="2079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5" name="Line 967">
            <a:extLst>
              <a:ext uri="{FF2B5EF4-FFF2-40B4-BE49-F238E27FC236}">
                <a16:creationId xmlns:a16="http://schemas.microsoft.com/office/drawing/2014/main" id="{6940FE9E-B65B-89D8-A19E-0E82ECCF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1143001"/>
            <a:ext cx="80963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6" name="Line 968">
            <a:extLst>
              <a:ext uri="{FF2B5EF4-FFF2-40B4-BE49-F238E27FC236}">
                <a16:creationId xmlns:a16="http://schemas.microsoft.com/office/drawing/2014/main" id="{9023036F-53B6-050D-338F-A3BF73759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0388" y="3286126"/>
            <a:ext cx="114300" cy="104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7" name="Line 969">
            <a:extLst>
              <a:ext uri="{FF2B5EF4-FFF2-40B4-BE49-F238E27FC236}">
                <a16:creationId xmlns:a16="http://schemas.microsoft.com/office/drawing/2014/main" id="{DB366599-95FF-BE14-A916-D05243925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0" y="1081088"/>
            <a:ext cx="60325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8" name="Line 970">
            <a:extLst>
              <a:ext uri="{FF2B5EF4-FFF2-40B4-BE49-F238E27FC236}">
                <a16:creationId xmlns:a16="http://schemas.microsoft.com/office/drawing/2014/main" id="{633E53CC-2CF3-667F-0A32-668F5535E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214313"/>
            <a:ext cx="96838" cy="98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9" name="Line 971">
            <a:extLst>
              <a:ext uri="{FF2B5EF4-FFF2-40B4-BE49-F238E27FC236}">
                <a16:creationId xmlns:a16="http://schemas.microsoft.com/office/drawing/2014/main" id="{74F22BC3-1E1D-F1A3-489D-AF1F34EB36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2600" y="831851"/>
            <a:ext cx="142875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0" name="Line 972">
            <a:extLst>
              <a:ext uri="{FF2B5EF4-FFF2-40B4-BE49-F238E27FC236}">
                <a16:creationId xmlns:a16="http://schemas.microsoft.com/office/drawing/2014/main" id="{DA1FBACD-F512-C16D-E734-E9CD96667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0200" y="1538288"/>
            <a:ext cx="127000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1" name="Line 973">
            <a:extLst>
              <a:ext uri="{FF2B5EF4-FFF2-40B4-BE49-F238E27FC236}">
                <a16:creationId xmlns:a16="http://schemas.microsoft.com/office/drawing/2014/main" id="{BFC9F50F-701A-E7E3-AD91-0B07C6A3C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9838" y="1473201"/>
            <a:ext cx="274638" cy="315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2" name="Line 974">
            <a:extLst>
              <a:ext uri="{FF2B5EF4-FFF2-40B4-BE49-F238E27FC236}">
                <a16:creationId xmlns:a16="http://schemas.microsoft.com/office/drawing/2014/main" id="{2CBBBD4B-CF64-EA4E-0A32-714969510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0" y="2397126"/>
            <a:ext cx="88900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3" name="Line 975">
            <a:extLst>
              <a:ext uri="{FF2B5EF4-FFF2-40B4-BE49-F238E27FC236}">
                <a16:creationId xmlns:a16="http://schemas.microsoft.com/office/drawing/2014/main" id="{1DE8E926-1AC1-6492-4325-67DF3343A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657226"/>
            <a:ext cx="519113" cy="468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4" name="Line 976">
            <a:extLst>
              <a:ext uri="{FF2B5EF4-FFF2-40B4-BE49-F238E27FC236}">
                <a16:creationId xmlns:a16="http://schemas.microsoft.com/office/drawing/2014/main" id="{EBE06473-35E7-A23D-046E-E61ACAD90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4963" y="2601913"/>
            <a:ext cx="63500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5" name="Line 977">
            <a:extLst>
              <a:ext uri="{FF2B5EF4-FFF2-40B4-BE49-F238E27FC236}">
                <a16:creationId xmlns:a16="http://schemas.microsoft.com/office/drawing/2014/main" id="{AA8AC863-56CC-D2F1-26F1-758AE96B2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138" y="320676"/>
            <a:ext cx="185738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6" name="Line 978">
            <a:extLst>
              <a:ext uri="{FF2B5EF4-FFF2-40B4-BE49-F238E27FC236}">
                <a16:creationId xmlns:a16="http://schemas.microsoft.com/office/drawing/2014/main" id="{F8B8905B-90F1-7A6B-1D8C-E565A3448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0763" y="974726"/>
            <a:ext cx="157163" cy="254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7" name="Line 979">
            <a:extLst>
              <a:ext uri="{FF2B5EF4-FFF2-40B4-BE49-F238E27FC236}">
                <a16:creationId xmlns:a16="http://schemas.microsoft.com/office/drawing/2014/main" id="{68C6DE06-18CB-5B92-573F-E14B899D8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8625" y="1870076"/>
            <a:ext cx="417513" cy="374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8" name="Line 980">
            <a:extLst>
              <a:ext uri="{FF2B5EF4-FFF2-40B4-BE49-F238E27FC236}">
                <a16:creationId xmlns:a16="http://schemas.microsoft.com/office/drawing/2014/main" id="{10CC7A36-C996-6DBF-F483-787972111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214313"/>
            <a:ext cx="230188" cy="250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9" name="Line 981">
            <a:extLst>
              <a:ext uri="{FF2B5EF4-FFF2-40B4-BE49-F238E27FC236}">
                <a16:creationId xmlns:a16="http://schemas.microsoft.com/office/drawing/2014/main" id="{3F308D45-8624-BDB8-BF9E-22BA4D3A8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0263" y="609601"/>
            <a:ext cx="188913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0" name="Line 982">
            <a:extLst>
              <a:ext uri="{FF2B5EF4-FFF2-40B4-BE49-F238E27FC236}">
                <a16:creationId xmlns:a16="http://schemas.microsoft.com/office/drawing/2014/main" id="{6D711159-F05B-B5C0-1D5B-DDC4C011F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3038" y="1252538"/>
            <a:ext cx="239713" cy="225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1" name="Line 983">
            <a:extLst>
              <a:ext uri="{FF2B5EF4-FFF2-40B4-BE49-F238E27FC236}">
                <a16:creationId xmlns:a16="http://schemas.microsoft.com/office/drawing/2014/main" id="{3709A44E-37B9-220F-CFC3-F1D8EEC4B3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8550" y="660401"/>
            <a:ext cx="346075" cy="319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2" name="Line 984">
            <a:extLst>
              <a:ext uri="{FF2B5EF4-FFF2-40B4-BE49-F238E27FC236}">
                <a16:creationId xmlns:a16="http://schemas.microsoft.com/office/drawing/2014/main" id="{56BBB91F-E568-4862-17E6-CC00446E9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1563" y="2765426"/>
            <a:ext cx="93663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3" name="Line 985">
            <a:extLst>
              <a:ext uri="{FF2B5EF4-FFF2-40B4-BE49-F238E27FC236}">
                <a16:creationId xmlns:a16="http://schemas.microsoft.com/office/drawing/2014/main" id="{D2E35DAA-60F2-1D41-4D2D-15DFFCDB9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15901"/>
            <a:ext cx="138113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4" name="Line 986">
            <a:extLst>
              <a:ext uri="{FF2B5EF4-FFF2-40B4-BE49-F238E27FC236}">
                <a16:creationId xmlns:a16="http://schemas.microsoft.com/office/drawing/2014/main" id="{62406F2E-FA78-059E-5CAC-17DE73D42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7825" y="2184401"/>
            <a:ext cx="466725" cy="473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5" name="Line 987">
            <a:extLst>
              <a:ext uri="{FF2B5EF4-FFF2-40B4-BE49-F238E27FC236}">
                <a16:creationId xmlns:a16="http://schemas.microsoft.com/office/drawing/2014/main" id="{692ACE3B-D5F1-4EEC-42A2-643D67689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2475" y="214313"/>
            <a:ext cx="85725" cy="396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6" name="Line 988">
            <a:extLst>
              <a:ext uri="{FF2B5EF4-FFF2-40B4-BE49-F238E27FC236}">
                <a16:creationId xmlns:a16="http://schemas.microsoft.com/office/drawing/2014/main" id="{D6854A4A-F9EE-2909-B099-25D6B9625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7288" y="2870201"/>
            <a:ext cx="106363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7" name="Line 989">
            <a:extLst>
              <a:ext uri="{FF2B5EF4-FFF2-40B4-BE49-F238E27FC236}">
                <a16:creationId xmlns:a16="http://schemas.microsoft.com/office/drawing/2014/main" id="{DE9AA6BD-97AA-1394-0031-83EA31254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6363" y="1838326"/>
            <a:ext cx="150813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8" name="Line 990">
            <a:extLst>
              <a:ext uri="{FF2B5EF4-FFF2-40B4-BE49-F238E27FC236}">
                <a16:creationId xmlns:a16="http://schemas.microsoft.com/office/drawing/2014/main" id="{0A026903-E60B-D98A-5E63-23322FD5B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4263" y="525463"/>
            <a:ext cx="185738" cy="204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9" name="Line 991">
            <a:extLst>
              <a:ext uri="{FF2B5EF4-FFF2-40B4-BE49-F238E27FC236}">
                <a16:creationId xmlns:a16="http://schemas.microsoft.com/office/drawing/2014/main" id="{A30A5039-E879-5810-69BA-5078E74374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2375" y="661988"/>
            <a:ext cx="239713" cy="254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0" name="Line 992">
            <a:extLst>
              <a:ext uri="{FF2B5EF4-FFF2-40B4-BE49-F238E27FC236}">
                <a16:creationId xmlns:a16="http://schemas.microsoft.com/office/drawing/2014/main" id="{56B57AB0-EFD0-7CB6-1BAE-1965A93DF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3400" y="1693863"/>
            <a:ext cx="104775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1" name="Line 993">
            <a:extLst>
              <a:ext uri="{FF2B5EF4-FFF2-40B4-BE49-F238E27FC236}">
                <a16:creationId xmlns:a16="http://schemas.microsoft.com/office/drawing/2014/main" id="{5B86A57B-07DE-377C-367A-53547C644E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4750" y="1171576"/>
            <a:ext cx="55563" cy="1428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2" name="Freeform 994">
            <a:extLst>
              <a:ext uri="{FF2B5EF4-FFF2-40B4-BE49-F238E27FC236}">
                <a16:creationId xmlns:a16="http://schemas.microsoft.com/office/drawing/2014/main" id="{C1E4DC43-0025-C41E-3218-CCFB9049F6F5}"/>
              </a:ext>
            </a:extLst>
          </p:cNvPr>
          <p:cNvSpPr>
            <a:spLocks noEditPoints="1"/>
          </p:cNvSpPr>
          <p:nvPr/>
        </p:nvSpPr>
        <p:spPr bwMode="auto">
          <a:xfrm>
            <a:off x="3473450" y="3116263"/>
            <a:ext cx="131763" cy="44450"/>
          </a:xfrm>
          <a:custGeom>
            <a:avLst/>
            <a:gdLst>
              <a:gd name="T0" fmla="*/ 166 w 166"/>
              <a:gd name="T1" fmla="*/ 0 h 56"/>
              <a:gd name="T2" fmla="*/ 99 w 166"/>
              <a:gd name="T3" fmla="*/ 23 h 56"/>
              <a:gd name="T4" fmla="*/ 67 w 166"/>
              <a:gd name="T5" fmla="*/ 34 h 56"/>
              <a:gd name="T6" fmla="*/ 0 w 166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6" h="56">
                <a:moveTo>
                  <a:pt x="166" y="0"/>
                </a:moveTo>
                <a:lnTo>
                  <a:pt x="99" y="23"/>
                </a:lnTo>
                <a:moveTo>
                  <a:pt x="67" y="34"/>
                </a:moveTo>
                <a:lnTo>
                  <a:pt x="0" y="5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3" name="Line 995">
            <a:extLst>
              <a:ext uri="{FF2B5EF4-FFF2-40B4-BE49-F238E27FC236}">
                <a16:creationId xmlns:a16="http://schemas.microsoft.com/office/drawing/2014/main" id="{29C3ABAC-9C6C-AB24-951A-C37E70D0B0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2725" y="2281238"/>
            <a:ext cx="33338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4" name="Freeform 996">
            <a:extLst>
              <a:ext uri="{FF2B5EF4-FFF2-40B4-BE49-F238E27FC236}">
                <a16:creationId xmlns:a16="http://schemas.microsoft.com/office/drawing/2014/main" id="{683628B4-7F82-95B1-BA83-A4DA2F540AE4}"/>
              </a:ext>
            </a:extLst>
          </p:cNvPr>
          <p:cNvSpPr>
            <a:spLocks noEditPoints="1"/>
          </p:cNvSpPr>
          <p:nvPr/>
        </p:nvSpPr>
        <p:spPr bwMode="auto">
          <a:xfrm>
            <a:off x="2703513" y="2497138"/>
            <a:ext cx="304800" cy="11113"/>
          </a:xfrm>
          <a:custGeom>
            <a:avLst/>
            <a:gdLst>
              <a:gd name="T0" fmla="*/ 0 w 385"/>
              <a:gd name="T1" fmla="*/ 0 h 13"/>
              <a:gd name="T2" fmla="*/ 71 w 385"/>
              <a:gd name="T3" fmla="*/ 3 h 13"/>
              <a:gd name="T4" fmla="*/ 105 w 385"/>
              <a:gd name="T5" fmla="*/ 4 h 13"/>
              <a:gd name="T6" fmla="*/ 176 w 385"/>
              <a:gd name="T7" fmla="*/ 6 h 13"/>
              <a:gd name="T8" fmla="*/ 210 w 385"/>
              <a:gd name="T9" fmla="*/ 7 h 13"/>
              <a:gd name="T10" fmla="*/ 280 w 385"/>
              <a:gd name="T11" fmla="*/ 10 h 13"/>
              <a:gd name="T12" fmla="*/ 314 w 385"/>
              <a:gd name="T13" fmla="*/ 11 h 13"/>
              <a:gd name="T14" fmla="*/ 385 w 385"/>
              <a:gd name="T1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85" h="13">
                <a:moveTo>
                  <a:pt x="0" y="0"/>
                </a:moveTo>
                <a:lnTo>
                  <a:pt x="71" y="3"/>
                </a:lnTo>
                <a:moveTo>
                  <a:pt x="105" y="4"/>
                </a:moveTo>
                <a:lnTo>
                  <a:pt x="176" y="6"/>
                </a:lnTo>
                <a:moveTo>
                  <a:pt x="210" y="7"/>
                </a:moveTo>
                <a:lnTo>
                  <a:pt x="280" y="10"/>
                </a:lnTo>
                <a:moveTo>
                  <a:pt x="314" y="11"/>
                </a:moveTo>
                <a:lnTo>
                  <a:pt x="385" y="1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5" name="Freeform 997">
            <a:extLst>
              <a:ext uri="{FF2B5EF4-FFF2-40B4-BE49-F238E27FC236}">
                <a16:creationId xmlns:a16="http://schemas.microsoft.com/office/drawing/2014/main" id="{6FBC2B6E-ECDA-318E-C516-3549762008B8}"/>
              </a:ext>
            </a:extLst>
          </p:cNvPr>
          <p:cNvSpPr>
            <a:spLocks noEditPoints="1"/>
          </p:cNvSpPr>
          <p:nvPr/>
        </p:nvSpPr>
        <p:spPr bwMode="auto">
          <a:xfrm>
            <a:off x="2841625" y="1054101"/>
            <a:ext cx="201613" cy="96838"/>
          </a:xfrm>
          <a:custGeom>
            <a:avLst/>
            <a:gdLst>
              <a:gd name="T0" fmla="*/ 253 w 253"/>
              <a:gd name="T1" fmla="*/ 0 h 122"/>
              <a:gd name="T2" fmla="*/ 189 w 253"/>
              <a:gd name="T3" fmla="*/ 31 h 122"/>
              <a:gd name="T4" fmla="*/ 158 w 253"/>
              <a:gd name="T5" fmla="*/ 46 h 122"/>
              <a:gd name="T6" fmla="*/ 95 w 253"/>
              <a:gd name="T7" fmla="*/ 77 h 122"/>
              <a:gd name="T8" fmla="*/ 64 w 253"/>
              <a:gd name="T9" fmla="*/ 91 h 122"/>
              <a:gd name="T10" fmla="*/ 0 w 253"/>
              <a:gd name="T11" fmla="*/ 122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" h="122">
                <a:moveTo>
                  <a:pt x="253" y="0"/>
                </a:moveTo>
                <a:lnTo>
                  <a:pt x="189" y="31"/>
                </a:lnTo>
                <a:moveTo>
                  <a:pt x="158" y="46"/>
                </a:moveTo>
                <a:lnTo>
                  <a:pt x="95" y="77"/>
                </a:lnTo>
                <a:moveTo>
                  <a:pt x="64" y="91"/>
                </a:moveTo>
                <a:lnTo>
                  <a:pt x="0" y="12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6" name="Freeform 998">
            <a:extLst>
              <a:ext uri="{FF2B5EF4-FFF2-40B4-BE49-F238E27FC236}">
                <a16:creationId xmlns:a16="http://schemas.microsoft.com/office/drawing/2014/main" id="{8FCF7236-4ED8-8722-0FA5-D4F84945432C}"/>
              </a:ext>
            </a:extLst>
          </p:cNvPr>
          <p:cNvSpPr>
            <a:spLocks noEditPoints="1"/>
          </p:cNvSpPr>
          <p:nvPr/>
        </p:nvSpPr>
        <p:spPr bwMode="auto">
          <a:xfrm>
            <a:off x="3254375" y="1760538"/>
            <a:ext cx="377825" cy="3175"/>
          </a:xfrm>
          <a:custGeom>
            <a:avLst/>
            <a:gdLst>
              <a:gd name="T0" fmla="*/ 477 w 477"/>
              <a:gd name="T1" fmla="*/ 0 h 4"/>
              <a:gd name="T2" fmla="*/ 406 w 477"/>
              <a:gd name="T3" fmla="*/ 0 h 4"/>
              <a:gd name="T4" fmla="*/ 372 w 477"/>
              <a:gd name="T5" fmla="*/ 1 h 4"/>
              <a:gd name="T6" fmla="*/ 302 w 477"/>
              <a:gd name="T7" fmla="*/ 1 h 4"/>
              <a:gd name="T8" fmla="*/ 268 w 477"/>
              <a:gd name="T9" fmla="*/ 1 h 4"/>
              <a:gd name="T10" fmla="*/ 197 w 477"/>
              <a:gd name="T11" fmla="*/ 2 h 4"/>
              <a:gd name="T12" fmla="*/ 163 w 477"/>
              <a:gd name="T13" fmla="*/ 2 h 4"/>
              <a:gd name="T14" fmla="*/ 92 w 477"/>
              <a:gd name="T15" fmla="*/ 3 h 4"/>
              <a:gd name="T16" fmla="*/ 58 w 477"/>
              <a:gd name="T17" fmla="*/ 3 h 4"/>
              <a:gd name="T18" fmla="*/ 0 w 477"/>
              <a:gd name="T19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77" h="4">
                <a:moveTo>
                  <a:pt x="477" y="0"/>
                </a:moveTo>
                <a:lnTo>
                  <a:pt x="406" y="0"/>
                </a:lnTo>
                <a:moveTo>
                  <a:pt x="372" y="1"/>
                </a:moveTo>
                <a:lnTo>
                  <a:pt x="302" y="1"/>
                </a:lnTo>
                <a:moveTo>
                  <a:pt x="268" y="1"/>
                </a:moveTo>
                <a:lnTo>
                  <a:pt x="197" y="2"/>
                </a:lnTo>
                <a:moveTo>
                  <a:pt x="163" y="2"/>
                </a:moveTo>
                <a:lnTo>
                  <a:pt x="92" y="3"/>
                </a:lnTo>
                <a:moveTo>
                  <a:pt x="58" y="3"/>
                </a:moveTo>
                <a:lnTo>
                  <a:pt x="0" y="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7" name="Freeform 999">
            <a:extLst>
              <a:ext uri="{FF2B5EF4-FFF2-40B4-BE49-F238E27FC236}">
                <a16:creationId xmlns:a16="http://schemas.microsoft.com/office/drawing/2014/main" id="{AF661661-6B98-5CC4-8F14-678790453CD6}"/>
              </a:ext>
            </a:extLst>
          </p:cNvPr>
          <p:cNvSpPr>
            <a:spLocks noEditPoints="1"/>
          </p:cNvSpPr>
          <p:nvPr/>
        </p:nvSpPr>
        <p:spPr bwMode="auto">
          <a:xfrm>
            <a:off x="2684463" y="3232151"/>
            <a:ext cx="98425" cy="26988"/>
          </a:xfrm>
          <a:custGeom>
            <a:avLst/>
            <a:gdLst>
              <a:gd name="T0" fmla="*/ 124 w 124"/>
              <a:gd name="T1" fmla="*/ 0 h 34"/>
              <a:gd name="T2" fmla="*/ 56 w 124"/>
              <a:gd name="T3" fmla="*/ 19 h 34"/>
              <a:gd name="T4" fmla="*/ 23 w 124"/>
              <a:gd name="T5" fmla="*/ 28 h 34"/>
              <a:gd name="T6" fmla="*/ 0 w 124"/>
              <a:gd name="T7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4">
                <a:moveTo>
                  <a:pt x="124" y="0"/>
                </a:moveTo>
                <a:lnTo>
                  <a:pt x="56" y="19"/>
                </a:lnTo>
                <a:moveTo>
                  <a:pt x="23" y="28"/>
                </a:moveTo>
                <a:lnTo>
                  <a:pt x="0" y="3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8" name="Freeform 1000">
            <a:extLst>
              <a:ext uri="{FF2B5EF4-FFF2-40B4-BE49-F238E27FC236}">
                <a16:creationId xmlns:a16="http://schemas.microsoft.com/office/drawing/2014/main" id="{16FFF8C8-F2C6-BD7C-4F76-C31E23E371C5}"/>
              </a:ext>
            </a:extLst>
          </p:cNvPr>
          <p:cNvSpPr>
            <a:spLocks noEditPoints="1"/>
          </p:cNvSpPr>
          <p:nvPr/>
        </p:nvSpPr>
        <p:spPr bwMode="auto">
          <a:xfrm>
            <a:off x="3286125" y="623888"/>
            <a:ext cx="255588" cy="80963"/>
          </a:xfrm>
          <a:custGeom>
            <a:avLst/>
            <a:gdLst>
              <a:gd name="T0" fmla="*/ 321 w 321"/>
              <a:gd name="T1" fmla="*/ 0 h 103"/>
              <a:gd name="T2" fmla="*/ 253 w 321"/>
              <a:gd name="T3" fmla="*/ 21 h 103"/>
              <a:gd name="T4" fmla="*/ 221 w 321"/>
              <a:gd name="T5" fmla="*/ 32 h 103"/>
              <a:gd name="T6" fmla="*/ 154 w 321"/>
              <a:gd name="T7" fmla="*/ 53 h 103"/>
              <a:gd name="T8" fmla="*/ 121 w 321"/>
              <a:gd name="T9" fmla="*/ 64 h 103"/>
              <a:gd name="T10" fmla="*/ 54 w 321"/>
              <a:gd name="T11" fmla="*/ 86 h 103"/>
              <a:gd name="T12" fmla="*/ 22 w 321"/>
              <a:gd name="T13" fmla="*/ 96 h 103"/>
              <a:gd name="T14" fmla="*/ 0 w 321"/>
              <a:gd name="T15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21" h="103">
                <a:moveTo>
                  <a:pt x="321" y="0"/>
                </a:moveTo>
                <a:lnTo>
                  <a:pt x="253" y="21"/>
                </a:lnTo>
                <a:moveTo>
                  <a:pt x="221" y="32"/>
                </a:moveTo>
                <a:lnTo>
                  <a:pt x="154" y="53"/>
                </a:lnTo>
                <a:moveTo>
                  <a:pt x="121" y="64"/>
                </a:moveTo>
                <a:lnTo>
                  <a:pt x="54" y="86"/>
                </a:lnTo>
                <a:moveTo>
                  <a:pt x="22" y="96"/>
                </a:moveTo>
                <a:lnTo>
                  <a:pt x="0" y="10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9" name="Freeform 1001">
            <a:extLst>
              <a:ext uri="{FF2B5EF4-FFF2-40B4-BE49-F238E27FC236}">
                <a16:creationId xmlns:a16="http://schemas.microsoft.com/office/drawing/2014/main" id="{642ECEAA-3BE3-2B37-0E4F-6FA02819A592}"/>
              </a:ext>
            </a:extLst>
          </p:cNvPr>
          <p:cNvSpPr>
            <a:spLocks noEditPoints="1"/>
          </p:cNvSpPr>
          <p:nvPr/>
        </p:nvSpPr>
        <p:spPr bwMode="auto">
          <a:xfrm>
            <a:off x="2106613" y="1552576"/>
            <a:ext cx="138113" cy="1588"/>
          </a:xfrm>
          <a:custGeom>
            <a:avLst/>
            <a:gdLst>
              <a:gd name="T0" fmla="*/ 175 w 175"/>
              <a:gd name="T1" fmla="*/ 0 h 1"/>
              <a:gd name="T2" fmla="*/ 104 w 175"/>
              <a:gd name="T3" fmla="*/ 0 h 1"/>
              <a:gd name="T4" fmla="*/ 70 w 175"/>
              <a:gd name="T5" fmla="*/ 0 h 1"/>
              <a:gd name="T6" fmla="*/ 0 w 175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" h="1">
                <a:moveTo>
                  <a:pt x="175" y="0"/>
                </a:moveTo>
                <a:lnTo>
                  <a:pt x="104" y="0"/>
                </a:lnTo>
                <a:moveTo>
                  <a:pt x="70" y="0"/>
                </a:moveTo>
                <a:lnTo>
                  <a:pt x="0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0" name="Freeform 1002">
            <a:extLst>
              <a:ext uri="{FF2B5EF4-FFF2-40B4-BE49-F238E27FC236}">
                <a16:creationId xmlns:a16="http://schemas.microsoft.com/office/drawing/2014/main" id="{CB6BD576-DEE8-8778-0DD7-AAE9A719C2B1}"/>
              </a:ext>
            </a:extLst>
          </p:cNvPr>
          <p:cNvSpPr>
            <a:spLocks noEditPoints="1"/>
          </p:cNvSpPr>
          <p:nvPr/>
        </p:nvSpPr>
        <p:spPr bwMode="auto">
          <a:xfrm>
            <a:off x="3625850" y="1243013"/>
            <a:ext cx="92075" cy="6350"/>
          </a:xfrm>
          <a:custGeom>
            <a:avLst/>
            <a:gdLst>
              <a:gd name="T0" fmla="*/ 117 w 117"/>
              <a:gd name="T1" fmla="*/ 0 h 7"/>
              <a:gd name="T2" fmla="*/ 46 w 117"/>
              <a:gd name="T3" fmla="*/ 4 h 7"/>
              <a:gd name="T4" fmla="*/ 12 w 117"/>
              <a:gd name="T5" fmla="*/ 6 h 7"/>
              <a:gd name="T6" fmla="*/ 0 w 117"/>
              <a:gd name="T7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7" h="7">
                <a:moveTo>
                  <a:pt x="117" y="0"/>
                </a:moveTo>
                <a:lnTo>
                  <a:pt x="46" y="4"/>
                </a:lnTo>
                <a:moveTo>
                  <a:pt x="12" y="6"/>
                </a:moveTo>
                <a:lnTo>
                  <a:pt x="0" y="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1" name="Line 1003">
            <a:extLst>
              <a:ext uri="{FF2B5EF4-FFF2-40B4-BE49-F238E27FC236}">
                <a16:creationId xmlns:a16="http://schemas.microsoft.com/office/drawing/2014/main" id="{96EF9350-99C5-DA5D-6A87-6DA436E192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33588" y="2606676"/>
            <a:ext cx="50800" cy="238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2" name="Freeform 1004">
            <a:extLst>
              <a:ext uri="{FF2B5EF4-FFF2-40B4-BE49-F238E27FC236}">
                <a16:creationId xmlns:a16="http://schemas.microsoft.com/office/drawing/2014/main" id="{89229669-99E3-E27A-D23E-41846AEB64D1}"/>
              </a:ext>
            </a:extLst>
          </p:cNvPr>
          <p:cNvSpPr>
            <a:spLocks noEditPoints="1"/>
          </p:cNvSpPr>
          <p:nvPr/>
        </p:nvSpPr>
        <p:spPr bwMode="auto">
          <a:xfrm>
            <a:off x="2190750" y="2905126"/>
            <a:ext cx="136525" cy="3175"/>
          </a:xfrm>
          <a:custGeom>
            <a:avLst/>
            <a:gdLst>
              <a:gd name="T0" fmla="*/ 171 w 171"/>
              <a:gd name="T1" fmla="*/ 0 h 3"/>
              <a:gd name="T2" fmla="*/ 100 w 171"/>
              <a:gd name="T3" fmla="*/ 1 h 3"/>
              <a:gd name="T4" fmla="*/ 66 w 171"/>
              <a:gd name="T5" fmla="*/ 2 h 3"/>
              <a:gd name="T6" fmla="*/ 0 w 171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1" h="3">
                <a:moveTo>
                  <a:pt x="171" y="0"/>
                </a:moveTo>
                <a:lnTo>
                  <a:pt x="100" y="1"/>
                </a:lnTo>
                <a:moveTo>
                  <a:pt x="66" y="2"/>
                </a:moveTo>
                <a:lnTo>
                  <a:pt x="0" y="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3" name="Line 1005">
            <a:extLst>
              <a:ext uri="{FF2B5EF4-FFF2-40B4-BE49-F238E27FC236}">
                <a16:creationId xmlns:a16="http://schemas.microsoft.com/office/drawing/2014/main" id="{B1F0A573-7732-DC00-BD72-3B5BDC3969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2387601"/>
            <a:ext cx="55563" cy="95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4" name="Freeform 1006">
            <a:extLst>
              <a:ext uri="{FF2B5EF4-FFF2-40B4-BE49-F238E27FC236}">
                <a16:creationId xmlns:a16="http://schemas.microsoft.com/office/drawing/2014/main" id="{85AE7A3B-20BA-77F7-1D37-5F43275E0753}"/>
              </a:ext>
            </a:extLst>
          </p:cNvPr>
          <p:cNvSpPr>
            <a:spLocks noEditPoints="1"/>
          </p:cNvSpPr>
          <p:nvPr/>
        </p:nvSpPr>
        <p:spPr bwMode="auto">
          <a:xfrm>
            <a:off x="2601913" y="2157413"/>
            <a:ext cx="134938" cy="0"/>
          </a:xfrm>
          <a:custGeom>
            <a:avLst/>
            <a:gdLst>
              <a:gd name="T0" fmla="*/ 0 w 170"/>
              <a:gd name="T1" fmla="*/ 71 w 170"/>
              <a:gd name="T2" fmla="*/ 105 w 170"/>
              <a:gd name="T3" fmla="*/ 170 w 17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170">
                <a:moveTo>
                  <a:pt x="0" y="0"/>
                </a:moveTo>
                <a:lnTo>
                  <a:pt x="71" y="0"/>
                </a:lnTo>
                <a:moveTo>
                  <a:pt x="105" y="0"/>
                </a:moveTo>
                <a:lnTo>
                  <a:pt x="170" y="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5" name="Line 1007">
            <a:extLst>
              <a:ext uri="{FF2B5EF4-FFF2-40B4-BE49-F238E27FC236}">
                <a16:creationId xmlns:a16="http://schemas.microsoft.com/office/drawing/2014/main" id="{6A9E0AEB-32CB-9961-229F-62AC41388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2109788"/>
            <a:ext cx="55563" cy="31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6" name="Freeform 1008">
            <a:extLst>
              <a:ext uri="{FF2B5EF4-FFF2-40B4-BE49-F238E27FC236}">
                <a16:creationId xmlns:a16="http://schemas.microsoft.com/office/drawing/2014/main" id="{15D56C79-95A1-526F-0397-40FF098D24B0}"/>
              </a:ext>
            </a:extLst>
          </p:cNvPr>
          <p:cNvSpPr>
            <a:spLocks noEditPoints="1"/>
          </p:cNvSpPr>
          <p:nvPr/>
        </p:nvSpPr>
        <p:spPr bwMode="auto">
          <a:xfrm>
            <a:off x="2436813" y="1482726"/>
            <a:ext cx="168275" cy="38100"/>
          </a:xfrm>
          <a:custGeom>
            <a:avLst/>
            <a:gdLst>
              <a:gd name="T0" fmla="*/ 212 w 212"/>
              <a:gd name="T1" fmla="*/ 0 h 48"/>
              <a:gd name="T2" fmla="*/ 143 w 212"/>
              <a:gd name="T3" fmla="*/ 16 h 48"/>
              <a:gd name="T4" fmla="*/ 110 w 212"/>
              <a:gd name="T5" fmla="*/ 23 h 48"/>
              <a:gd name="T6" fmla="*/ 41 w 212"/>
              <a:gd name="T7" fmla="*/ 39 h 48"/>
              <a:gd name="T8" fmla="*/ 8 w 212"/>
              <a:gd name="T9" fmla="*/ 46 h 48"/>
              <a:gd name="T10" fmla="*/ 0 w 212"/>
              <a:gd name="T11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2" h="48">
                <a:moveTo>
                  <a:pt x="212" y="0"/>
                </a:moveTo>
                <a:lnTo>
                  <a:pt x="143" y="16"/>
                </a:lnTo>
                <a:moveTo>
                  <a:pt x="110" y="23"/>
                </a:moveTo>
                <a:lnTo>
                  <a:pt x="41" y="39"/>
                </a:lnTo>
                <a:moveTo>
                  <a:pt x="8" y="46"/>
                </a:moveTo>
                <a:lnTo>
                  <a:pt x="0" y="4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7" name="Freeform 1010">
            <a:extLst>
              <a:ext uri="{FF2B5EF4-FFF2-40B4-BE49-F238E27FC236}">
                <a16:creationId xmlns:a16="http://schemas.microsoft.com/office/drawing/2014/main" id="{6709E7BE-015A-54ED-4443-37C54438BB1C}"/>
              </a:ext>
            </a:extLst>
          </p:cNvPr>
          <p:cNvSpPr>
            <a:spLocks noEditPoints="1"/>
          </p:cNvSpPr>
          <p:nvPr/>
        </p:nvSpPr>
        <p:spPr bwMode="auto">
          <a:xfrm>
            <a:off x="2276475" y="903288"/>
            <a:ext cx="123825" cy="63500"/>
          </a:xfrm>
          <a:custGeom>
            <a:avLst/>
            <a:gdLst>
              <a:gd name="T0" fmla="*/ 156 w 156"/>
              <a:gd name="T1" fmla="*/ 0 h 81"/>
              <a:gd name="T2" fmla="*/ 93 w 156"/>
              <a:gd name="T3" fmla="*/ 33 h 81"/>
              <a:gd name="T4" fmla="*/ 63 w 156"/>
              <a:gd name="T5" fmla="*/ 48 h 81"/>
              <a:gd name="T6" fmla="*/ 0 w 156"/>
              <a:gd name="T7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81">
                <a:moveTo>
                  <a:pt x="156" y="0"/>
                </a:moveTo>
                <a:lnTo>
                  <a:pt x="93" y="33"/>
                </a:lnTo>
                <a:moveTo>
                  <a:pt x="63" y="48"/>
                </a:moveTo>
                <a:lnTo>
                  <a:pt x="0" y="8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8" name="Freeform 1011">
            <a:extLst>
              <a:ext uri="{FF2B5EF4-FFF2-40B4-BE49-F238E27FC236}">
                <a16:creationId xmlns:a16="http://schemas.microsoft.com/office/drawing/2014/main" id="{187CB0EB-4914-56C1-EC99-0B246EF621C1}"/>
              </a:ext>
            </a:extLst>
          </p:cNvPr>
          <p:cNvSpPr>
            <a:spLocks noEditPoints="1"/>
          </p:cNvSpPr>
          <p:nvPr/>
        </p:nvSpPr>
        <p:spPr bwMode="auto">
          <a:xfrm>
            <a:off x="3090863" y="1830388"/>
            <a:ext cx="106363" cy="4763"/>
          </a:xfrm>
          <a:custGeom>
            <a:avLst/>
            <a:gdLst>
              <a:gd name="T0" fmla="*/ 134 w 134"/>
              <a:gd name="T1" fmla="*/ 0 h 7"/>
              <a:gd name="T2" fmla="*/ 64 w 134"/>
              <a:gd name="T3" fmla="*/ 4 h 7"/>
              <a:gd name="T4" fmla="*/ 30 w 134"/>
              <a:gd name="T5" fmla="*/ 5 h 7"/>
              <a:gd name="T6" fmla="*/ 0 w 134"/>
              <a:gd name="T7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4" h="7">
                <a:moveTo>
                  <a:pt x="134" y="0"/>
                </a:moveTo>
                <a:lnTo>
                  <a:pt x="64" y="4"/>
                </a:lnTo>
                <a:moveTo>
                  <a:pt x="30" y="5"/>
                </a:moveTo>
                <a:lnTo>
                  <a:pt x="0" y="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9" name="Freeform 1012">
            <a:extLst>
              <a:ext uri="{FF2B5EF4-FFF2-40B4-BE49-F238E27FC236}">
                <a16:creationId xmlns:a16="http://schemas.microsoft.com/office/drawing/2014/main" id="{ED1A8516-8BB3-3D50-BC7B-147497F8CE2C}"/>
              </a:ext>
            </a:extLst>
          </p:cNvPr>
          <p:cNvSpPr>
            <a:spLocks noEditPoints="1"/>
          </p:cNvSpPr>
          <p:nvPr/>
        </p:nvSpPr>
        <p:spPr bwMode="auto">
          <a:xfrm>
            <a:off x="3114675" y="1552576"/>
            <a:ext cx="96838" cy="0"/>
          </a:xfrm>
          <a:custGeom>
            <a:avLst/>
            <a:gdLst>
              <a:gd name="T0" fmla="*/ 0 w 122"/>
              <a:gd name="T1" fmla="*/ 0 h 1"/>
              <a:gd name="T2" fmla="*/ 70 w 122"/>
              <a:gd name="T3" fmla="*/ 0 h 1"/>
              <a:gd name="T4" fmla="*/ 104 w 122"/>
              <a:gd name="T5" fmla="*/ 0 h 1"/>
              <a:gd name="T6" fmla="*/ 122 w 122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">
                <a:moveTo>
                  <a:pt x="0" y="0"/>
                </a:moveTo>
                <a:lnTo>
                  <a:pt x="70" y="0"/>
                </a:lnTo>
                <a:moveTo>
                  <a:pt x="104" y="0"/>
                </a:moveTo>
                <a:lnTo>
                  <a:pt x="122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0" name="Line 1013">
            <a:extLst>
              <a:ext uri="{FF2B5EF4-FFF2-40B4-BE49-F238E27FC236}">
                <a16:creationId xmlns:a16="http://schemas.microsoft.com/office/drawing/2014/main" id="{96363689-8D2B-34CA-5515-589348C99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8713" y="2220913"/>
            <a:ext cx="4921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1" name="Freeform 1014">
            <a:extLst>
              <a:ext uri="{FF2B5EF4-FFF2-40B4-BE49-F238E27FC236}">
                <a16:creationId xmlns:a16="http://schemas.microsoft.com/office/drawing/2014/main" id="{5A69812F-BEEF-D113-01C4-17A5DEC22750}"/>
              </a:ext>
            </a:extLst>
          </p:cNvPr>
          <p:cNvSpPr>
            <a:spLocks noEditPoints="1"/>
          </p:cNvSpPr>
          <p:nvPr/>
        </p:nvSpPr>
        <p:spPr bwMode="auto">
          <a:xfrm>
            <a:off x="2574925" y="668338"/>
            <a:ext cx="177800" cy="9525"/>
          </a:xfrm>
          <a:custGeom>
            <a:avLst/>
            <a:gdLst>
              <a:gd name="T0" fmla="*/ 0 w 225"/>
              <a:gd name="T1" fmla="*/ 0 h 11"/>
              <a:gd name="T2" fmla="*/ 71 w 225"/>
              <a:gd name="T3" fmla="*/ 3 h 11"/>
              <a:gd name="T4" fmla="*/ 105 w 225"/>
              <a:gd name="T5" fmla="*/ 5 h 11"/>
              <a:gd name="T6" fmla="*/ 176 w 225"/>
              <a:gd name="T7" fmla="*/ 9 h 11"/>
              <a:gd name="T8" fmla="*/ 210 w 225"/>
              <a:gd name="T9" fmla="*/ 11 h 11"/>
              <a:gd name="T10" fmla="*/ 225 w 225"/>
              <a:gd name="T11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5" h="11">
                <a:moveTo>
                  <a:pt x="0" y="0"/>
                </a:moveTo>
                <a:lnTo>
                  <a:pt x="71" y="3"/>
                </a:lnTo>
                <a:moveTo>
                  <a:pt x="105" y="5"/>
                </a:moveTo>
                <a:lnTo>
                  <a:pt x="176" y="9"/>
                </a:lnTo>
                <a:moveTo>
                  <a:pt x="210" y="11"/>
                </a:moveTo>
                <a:lnTo>
                  <a:pt x="225" y="1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2" name="Line 1015">
            <a:extLst>
              <a:ext uri="{FF2B5EF4-FFF2-40B4-BE49-F238E27FC236}">
                <a16:creationId xmlns:a16="http://schemas.microsoft.com/office/drawing/2014/main" id="{35788D7E-EE49-01BA-B5B3-365CA11893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9075" y="1295401"/>
            <a:ext cx="46038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3" name="Freeform 1016">
            <a:extLst>
              <a:ext uri="{FF2B5EF4-FFF2-40B4-BE49-F238E27FC236}">
                <a16:creationId xmlns:a16="http://schemas.microsoft.com/office/drawing/2014/main" id="{42B1DB1D-5060-1758-728B-C86C9A320230}"/>
              </a:ext>
            </a:extLst>
          </p:cNvPr>
          <p:cNvSpPr>
            <a:spLocks noEditPoints="1"/>
          </p:cNvSpPr>
          <p:nvPr/>
        </p:nvSpPr>
        <p:spPr bwMode="auto">
          <a:xfrm>
            <a:off x="3028950" y="3181351"/>
            <a:ext cx="260350" cy="7938"/>
          </a:xfrm>
          <a:custGeom>
            <a:avLst/>
            <a:gdLst>
              <a:gd name="T0" fmla="*/ 0 w 328"/>
              <a:gd name="T1" fmla="*/ 0 h 10"/>
              <a:gd name="T2" fmla="*/ 70 w 328"/>
              <a:gd name="T3" fmla="*/ 3 h 10"/>
              <a:gd name="T4" fmla="*/ 104 w 328"/>
              <a:gd name="T5" fmla="*/ 4 h 10"/>
              <a:gd name="T6" fmla="*/ 175 w 328"/>
              <a:gd name="T7" fmla="*/ 6 h 10"/>
              <a:gd name="T8" fmla="*/ 209 w 328"/>
              <a:gd name="T9" fmla="*/ 7 h 10"/>
              <a:gd name="T10" fmla="*/ 280 w 328"/>
              <a:gd name="T11" fmla="*/ 9 h 10"/>
              <a:gd name="T12" fmla="*/ 314 w 328"/>
              <a:gd name="T13" fmla="*/ 10 h 10"/>
              <a:gd name="T14" fmla="*/ 328 w 328"/>
              <a:gd name="T15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28" h="10">
                <a:moveTo>
                  <a:pt x="0" y="0"/>
                </a:moveTo>
                <a:lnTo>
                  <a:pt x="70" y="3"/>
                </a:lnTo>
                <a:moveTo>
                  <a:pt x="104" y="4"/>
                </a:moveTo>
                <a:lnTo>
                  <a:pt x="175" y="6"/>
                </a:lnTo>
                <a:moveTo>
                  <a:pt x="209" y="7"/>
                </a:moveTo>
                <a:lnTo>
                  <a:pt x="280" y="9"/>
                </a:lnTo>
                <a:moveTo>
                  <a:pt x="314" y="10"/>
                </a:moveTo>
                <a:lnTo>
                  <a:pt x="328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4" name="Freeform 1017">
            <a:extLst>
              <a:ext uri="{FF2B5EF4-FFF2-40B4-BE49-F238E27FC236}">
                <a16:creationId xmlns:a16="http://schemas.microsoft.com/office/drawing/2014/main" id="{FA6302F1-34E5-31BC-CEE6-9BE027420D09}"/>
              </a:ext>
            </a:extLst>
          </p:cNvPr>
          <p:cNvSpPr>
            <a:spLocks noEditPoints="1"/>
          </p:cNvSpPr>
          <p:nvPr/>
        </p:nvSpPr>
        <p:spPr bwMode="auto">
          <a:xfrm>
            <a:off x="3319463" y="2166938"/>
            <a:ext cx="138113" cy="0"/>
          </a:xfrm>
          <a:custGeom>
            <a:avLst/>
            <a:gdLst>
              <a:gd name="T0" fmla="*/ 0 w 175"/>
              <a:gd name="T1" fmla="*/ 0 h 1"/>
              <a:gd name="T2" fmla="*/ 70 w 175"/>
              <a:gd name="T3" fmla="*/ 0 h 1"/>
              <a:gd name="T4" fmla="*/ 104 w 175"/>
              <a:gd name="T5" fmla="*/ 1 h 1"/>
              <a:gd name="T6" fmla="*/ 175 w 175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" h="1">
                <a:moveTo>
                  <a:pt x="0" y="0"/>
                </a:moveTo>
                <a:lnTo>
                  <a:pt x="70" y="0"/>
                </a:lnTo>
                <a:moveTo>
                  <a:pt x="104" y="1"/>
                </a:moveTo>
                <a:lnTo>
                  <a:pt x="175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5" name="Freeform 1018">
            <a:extLst>
              <a:ext uri="{FF2B5EF4-FFF2-40B4-BE49-F238E27FC236}">
                <a16:creationId xmlns:a16="http://schemas.microsoft.com/office/drawing/2014/main" id="{A916D189-BE48-8528-1C93-30E95B6C08CE}"/>
              </a:ext>
            </a:extLst>
          </p:cNvPr>
          <p:cNvSpPr>
            <a:spLocks noEditPoints="1"/>
          </p:cNvSpPr>
          <p:nvPr/>
        </p:nvSpPr>
        <p:spPr bwMode="auto">
          <a:xfrm>
            <a:off x="2024063" y="846138"/>
            <a:ext cx="192088" cy="7938"/>
          </a:xfrm>
          <a:custGeom>
            <a:avLst/>
            <a:gdLst>
              <a:gd name="T0" fmla="*/ 242 w 242"/>
              <a:gd name="T1" fmla="*/ 0 h 10"/>
              <a:gd name="T2" fmla="*/ 171 w 242"/>
              <a:gd name="T3" fmla="*/ 3 h 10"/>
              <a:gd name="T4" fmla="*/ 137 w 242"/>
              <a:gd name="T5" fmla="*/ 5 h 10"/>
              <a:gd name="T6" fmla="*/ 67 w 242"/>
              <a:gd name="T7" fmla="*/ 8 h 10"/>
              <a:gd name="T8" fmla="*/ 33 w 242"/>
              <a:gd name="T9" fmla="*/ 9 h 10"/>
              <a:gd name="T10" fmla="*/ 0 w 242"/>
              <a:gd name="T11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2" h="10">
                <a:moveTo>
                  <a:pt x="242" y="0"/>
                </a:moveTo>
                <a:lnTo>
                  <a:pt x="171" y="3"/>
                </a:lnTo>
                <a:moveTo>
                  <a:pt x="137" y="5"/>
                </a:moveTo>
                <a:lnTo>
                  <a:pt x="67" y="8"/>
                </a:lnTo>
                <a:moveTo>
                  <a:pt x="33" y="9"/>
                </a:moveTo>
                <a:lnTo>
                  <a:pt x="0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6" name="Freeform 1019">
            <a:extLst>
              <a:ext uri="{FF2B5EF4-FFF2-40B4-BE49-F238E27FC236}">
                <a16:creationId xmlns:a16="http://schemas.microsoft.com/office/drawing/2014/main" id="{B9F40FB7-A8B8-AED7-4809-AD7B2A3D73DF}"/>
              </a:ext>
            </a:extLst>
          </p:cNvPr>
          <p:cNvSpPr>
            <a:spLocks noEditPoints="1"/>
          </p:cNvSpPr>
          <p:nvPr/>
        </p:nvSpPr>
        <p:spPr bwMode="auto">
          <a:xfrm>
            <a:off x="2476500" y="3033713"/>
            <a:ext cx="425450" cy="123825"/>
          </a:xfrm>
          <a:custGeom>
            <a:avLst/>
            <a:gdLst>
              <a:gd name="T0" fmla="*/ 536 w 536"/>
              <a:gd name="T1" fmla="*/ 0 h 157"/>
              <a:gd name="T2" fmla="*/ 468 w 536"/>
              <a:gd name="T3" fmla="*/ 20 h 157"/>
              <a:gd name="T4" fmla="*/ 435 w 536"/>
              <a:gd name="T5" fmla="*/ 30 h 157"/>
              <a:gd name="T6" fmla="*/ 367 w 536"/>
              <a:gd name="T7" fmla="*/ 49 h 157"/>
              <a:gd name="T8" fmla="*/ 335 w 536"/>
              <a:gd name="T9" fmla="*/ 59 h 157"/>
              <a:gd name="T10" fmla="*/ 267 w 536"/>
              <a:gd name="T11" fmla="*/ 79 h 157"/>
              <a:gd name="T12" fmla="*/ 234 w 536"/>
              <a:gd name="T13" fmla="*/ 88 h 157"/>
              <a:gd name="T14" fmla="*/ 166 w 536"/>
              <a:gd name="T15" fmla="*/ 108 h 157"/>
              <a:gd name="T16" fmla="*/ 134 w 536"/>
              <a:gd name="T17" fmla="*/ 118 h 157"/>
              <a:gd name="T18" fmla="*/ 66 w 536"/>
              <a:gd name="T19" fmla="*/ 137 h 157"/>
              <a:gd name="T20" fmla="*/ 33 w 536"/>
              <a:gd name="T21" fmla="*/ 147 h 157"/>
              <a:gd name="T22" fmla="*/ 0 w 536"/>
              <a:gd name="T23" fmla="*/ 157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36" h="157">
                <a:moveTo>
                  <a:pt x="536" y="0"/>
                </a:moveTo>
                <a:lnTo>
                  <a:pt x="468" y="20"/>
                </a:lnTo>
                <a:moveTo>
                  <a:pt x="435" y="30"/>
                </a:moveTo>
                <a:lnTo>
                  <a:pt x="367" y="49"/>
                </a:lnTo>
                <a:moveTo>
                  <a:pt x="335" y="59"/>
                </a:moveTo>
                <a:lnTo>
                  <a:pt x="267" y="79"/>
                </a:lnTo>
                <a:moveTo>
                  <a:pt x="234" y="88"/>
                </a:moveTo>
                <a:lnTo>
                  <a:pt x="166" y="108"/>
                </a:lnTo>
                <a:moveTo>
                  <a:pt x="134" y="118"/>
                </a:moveTo>
                <a:lnTo>
                  <a:pt x="66" y="137"/>
                </a:lnTo>
                <a:moveTo>
                  <a:pt x="33" y="147"/>
                </a:moveTo>
                <a:lnTo>
                  <a:pt x="0" y="15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7" name="Freeform 1020">
            <a:extLst>
              <a:ext uri="{FF2B5EF4-FFF2-40B4-BE49-F238E27FC236}">
                <a16:creationId xmlns:a16="http://schemas.microsoft.com/office/drawing/2014/main" id="{24E0E9BD-3742-558F-092E-99D20966FEC6}"/>
              </a:ext>
            </a:extLst>
          </p:cNvPr>
          <p:cNvSpPr>
            <a:spLocks noEditPoints="1"/>
          </p:cNvSpPr>
          <p:nvPr/>
        </p:nvSpPr>
        <p:spPr bwMode="auto">
          <a:xfrm>
            <a:off x="2773363" y="2032001"/>
            <a:ext cx="119063" cy="68263"/>
          </a:xfrm>
          <a:custGeom>
            <a:avLst/>
            <a:gdLst>
              <a:gd name="T0" fmla="*/ 151 w 151"/>
              <a:gd name="T1" fmla="*/ 0 h 88"/>
              <a:gd name="T2" fmla="*/ 90 w 151"/>
              <a:gd name="T3" fmla="*/ 36 h 88"/>
              <a:gd name="T4" fmla="*/ 61 w 151"/>
              <a:gd name="T5" fmla="*/ 53 h 88"/>
              <a:gd name="T6" fmla="*/ 0 w 151"/>
              <a:gd name="T7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1" h="88">
                <a:moveTo>
                  <a:pt x="151" y="0"/>
                </a:moveTo>
                <a:lnTo>
                  <a:pt x="90" y="36"/>
                </a:lnTo>
                <a:moveTo>
                  <a:pt x="61" y="53"/>
                </a:moveTo>
                <a:lnTo>
                  <a:pt x="0" y="8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8" name="Freeform 1021">
            <a:extLst>
              <a:ext uri="{FF2B5EF4-FFF2-40B4-BE49-F238E27FC236}">
                <a16:creationId xmlns:a16="http://schemas.microsoft.com/office/drawing/2014/main" id="{05671208-2BF6-9D92-4805-67F3928E11F8}"/>
              </a:ext>
            </a:extLst>
          </p:cNvPr>
          <p:cNvSpPr>
            <a:spLocks noEditPoints="1"/>
          </p:cNvSpPr>
          <p:nvPr/>
        </p:nvSpPr>
        <p:spPr bwMode="auto">
          <a:xfrm>
            <a:off x="2016125" y="1460501"/>
            <a:ext cx="185738" cy="122238"/>
          </a:xfrm>
          <a:custGeom>
            <a:avLst/>
            <a:gdLst>
              <a:gd name="T0" fmla="*/ 234 w 234"/>
              <a:gd name="T1" fmla="*/ 0 h 154"/>
              <a:gd name="T2" fmla="*/ 175 w 234"/>
              <a:gd name="T3" fmla="*/ 39 h 154"/>
              <a:gd name="T4" fmla="*/ 146 w 234"/>
              <a:gd name="T5" fmla="*/ 57 h 154"/>
              <a:gd name="T6" fmla="*/ 87 w 234"/>
              <a:gd name="T7" fmla="*/ 96 h 154"/>
              <a:gd name="T8" fmla="*/ 59 w 234"/>
              <a:gd name="T9" fmla="*/ 115 h 154"/>
              <a:gd name="T10" fmla="*/ 0 w 234"/>
              <a:gd name="T11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4" h="154">
                <a:moveTo>
                  <a:pt x="234" y="0"/>
                </a:moveTo>
                <a:lnTo>
                  <a:pt x="175" y="39"/>
                </a:lnTo>
                <a:moveTo>
                  <a:pt x="146" y="57"/>
                </a:moveTo>
                <a:lnTo>
                  <a:pt x="87" y="96"/>
                </a:lnTo>
                <a:moveTo>
                  <a:pt x="59" y="115"/>
                </a:moveTo>
                <a:lnTo>
                  <a:pt x="0" y="1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9" name="Freeform 1022">
            <a:extLst>
              <a:ext uri="{FF2B5EF4-FFF2-40B4-BE49-F238E27FC236}">
                <a16:creationId xmlns:a16="http://schemas.microsoft.com/office/drawing/2014/main" id="{D4249C29-CDE1-2BDE-79D6-67125E1034FF}"/>
              </a:ext>
            </a:extLst>
          </p:cNvPr>
          <p:cNvSpPr>
            <a:spLocks noEditPoints="1"/>
          </p:cNvSpPr>
          <p:nvPr/>
        </p:nvSpPr>
        <p:spPr bwMode="auto">
          <a:xfrm>
            <a:off x="3276600" y="2246313"/>
            <a:ext cx="138113" cy="17463"/>
          </a:xfrm>
          <a:custGeom>
            <a:avLst/>
            <a:gdLst>
              <a:gd name="T0" fmla="*/ 0 w 174"/>
              <a:gd name="T1" fmla="*/ 0 h 23"/>
              <a:gd name="T2" fmla="*/ 70 w 174"/>
              <a:gd name="T3" fmla="*/ 9 h 23"/>
              <a:gd name="T4" fmla="*/ 104 w 174"/>
              <a:gd name="T5" fmla="*/ 13 h 23"/>
              <a:gd name="T6" fmla="*/ 174 w 174"/>
              <a:gd name="T7" fmla="*/ 23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4" h="23">
                <a:moveTo>
                  <a:pt x="0" y="0"/>
                </a:moveTo>
                <a:lnTo>
                  <a:pt x="70" y="9"/>
                </a:lnTo>
                <a:moveTo>
                  <a:pt x="104" y="13"/>
                </a:moveTo>
                <a:lnTo>
                  <a:pt x="174" y="2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0" name="Line 1023">
            <a:extLst>
              <a:ext uri="{FF2B5EF4-FFF2-40B4-BE49-F238E27FC236}">
                <a16:creationId xmlns:a16="http://schemas.microsoft.com/office/drawing/2014/main" id="{B735D7C8-3590-9190-2846-01AB7A05F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9038" y="2209801"/>
            <a:ext cx="5556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1" name="Freeform 1024">
            <a:extLst>
              <a:ext uri="{FF2B5EF4-FFF2-40B4-BE49-F238E27FC236}">
                <a16:creationId xmlns:a16="http://schemas.microsoft.com/office/drawing/2014/main" id="{B924925E-E158-60B5-8E0B-B073DBBDADD4}"/>
              </a:ext>
            </a:extLst>
          </p:cNvPr>
          <p:cNvSpPr>
            <a:spLocks noEditPoints="1"/>
          </p:cNvSpPr>
          <p:nvPr/>
        </p:nvSpPr>
        <p:spPr bwMode="auto">
          <a:xfrm>
            <a:off x="2032000" y="820738"/>
            <a:ext cx="185738" cy="0"/>
          </a:xfrm>
          <a:custGeom>
            <a:avLst/>
            <a:gdLst>
              <a:gd name="T0" fmla="*/ 234 w 234"/>
              <a:gd name="T1" fmla="*/ 164 w 234"/>
              <a:gd name="T2" fmla="*/ 130 w 234"/>
              <a:gd name="T3" fmla="*/ 59 w 234"/>
              <a:gd name="T4" fmla="*/ 25 w 234"/>
              <a:gd name="T5" fmla="*/ 0 w 234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</a:cxnLst>
            <a:rect l="0" t="0" r="r" b="b"/>
            <a:pathLst>
              <a:path w="234">
                <a:moveTo>
                  <a:pt x="234" y="0"/>
                </a:moveTo>
                <a:lnTo>
                  <a:pt x="164" y="0"/>
                </a:lnTo>
                <a:moveTo>
                  <a:pt x="130" y="0"/>
                </a:moveTo>
                <a:lnTo>
                  <a:pt x="59" y="0"/>
                </a:lnTo>
                <a:moveTo>
                  <a:pt x="25" y="0"/>
                </a:moveTo>
                <a:lnTo>
                  <a:pt x="0" y="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2" name="Freeform 1025">
            <a:extLst>
              <a:ext uri="{FF2B5EF4-FFF2-40B4-BE49-F238E27FC236}">
                <a16:creationId xmlns:a16="http://schemas.microsoft.com/office/drawing/2014/main" id="{4718610B-2879-7283-C1F3-055E476AFCEC}"/>
              </a:ext>
            </a:extLst>
          </p:cNvPr>
          <p:cNvSpPr>
            <a:spLocks noEditPoints="1"/>
          </p:cNvSpPr>
          <p:nvPr/>
        </p:nvSpPr>
        <p:spPr bwMode="auto">
          <a:xfrm>
            <a:off x="2817813" y="355601"/>
            <a:ext cx="388938" cy="6350"/>
          </a:xfrm>
          <a:custGeom>
            <a:avLst/>
            <a:gdLst>
              <a:gd name="T0" fmla="*/ 490 w 490"/>
              <a:gd name="T1" fmla="*/ 0 h 8"/>
              <a:gd name="T2" fmla="*/ 419 w 490"/>
              <a:gd name="T3" fmla="*/ 1 h 8"/>
              <a:gd name="T4" fmla="*/ 385 w 490"/>
              <a:gd name="T5" fmla="*/ 2 h 8"/>
              <a:gd name="T6" fmla="*/ 314 w 490"/>
              <a:gd name="T7" fmla="*/ 3 h 8"/>
              <a:gd name="T8" fmla="*/ 280 w 490"/>
              <a:gd name="T9" fmla="*/ 3 h 8"/>
              <a:gd name="T10" fmla="*/ 209 w 490"/>
              <a:gd name="T11" fmla="*/ 5 h 8"/>
              <a:gd name="T12" fmla="*/ 175 w 490"/>
              <a:gd name="T13" fmla="*/ 5 h 8"/>
              <a:gd name="T14" fmla="*/ 105 w 490"/>
              <a:gd name="T15" fmla="*/ 6 h 8"/>
              <a:gd name="T16" fmla="*/ 71 w 490"/>
              <a:gd name="T17" fmla="*/ 7 h 8"/>
              <a:gd name="T18" fmla="*/ 0 w 490"/>
              <a:gd name="T1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0" h="8">
                <a:moveTo>
                  <a:pt x="490" y="0"/>
                </a:moveTo>
                <a:lnTo>
                  <a:pt x="419" y="1"/>
                </a:lnTo>
                <a:moveTo>
                  <a:pt x="385" y="2"/>
                </a:moveTo>
                <a:lnTo>
                  <a:pt x="314" y="3"/>
                </a:lnTo>
                <a:moveTo>
                  <a:pt x="280" y="3"/>
                </a:moveTo>
                <a:lnTo>
                  <a:pt x="209" y="5"/>
                </a:lnTo>
                <a:moveTo>
                  <a:pt x="175" y="5"/>
                </a:moveTo>
                <a:lnTo>
                  <a:pt x="105" y="6"/>
                </a:lnTo>
                <a:moveTo>
                  <a:pt x="71" y="7"/>
                </a:moveTo>
                <a:lnTo>
                  <a:pt x="0" y="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3" name="Freeform 1026">
            <a:extLst>
              <a:ext uri="{FF2B5EF4-FFF2-40B4-BE49-F238E27FC236}">
                <a16:creationId xmlns:a16="http://schemas.microsoft.com/office/drawing/2014/main" id="{7A4A982E-271C-C0E7-156E-0DC6A7ECC81A}"/>
              </a:ext>
            </a:extLst>
          </p:cNvPr>
          <p:cNvSpPr>
            <a:spLocks noEditPoints="1"/>
          </p:cNvSpPr>
          <p:nvPr/>
        </p:nvSpPr>
        <p:spPr bwMode="auto">
          <a:xfrm>
            <a:off x="3132138" y="1022351"/>
            <a:ext cx="193675" cy="7938"/>
          </a:xfrm>
          <a:custGeom>
            <a:avLst/>
            <a:gdLst>
              <a:gd name="T0" fmla="*/ 0 w 244"/>
              <a:gd name="T1" fmla="*/ 0 h 10"/>
              <a:gd name="T2" fmla="*/ 71 w 244"/>
              <a:gd name="T3" fmla="*/ 3 h 10"/>
              <a:gd name="T4" fmla="*/ 105 w 244"/>
              <a:gd name="T5" fmla="*/ 4 h 10"/>
              <a:gd name="T6" fmla="*/ 175 w 244"/>
              <a:gd name="T7" fmla="*/ 7 h 10"/>
              <a:gd name="T8" fmla="*/ 209 w 244"/>
              <a:gd name="T9" fmla="*/ 8 h 10"/>
              <a:gd name="T10" fmla="*/ 244 w 244"/>
              <a:gd name="T11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4" h="10">
                <a:moveTo>
                  <a:pt x="0" y="0"/>
                </a:moveTo>
                <a:lnTo>
                  <a:pt x="71" y="3"/>
                </a:lnTo>
                <a:moveTo>
                  <a:pt x="105" y="4"/>
                </a:moveTo>
                <a:lnTo>
                  <a:pt x="175" y="7"/>
                </a:lnTo>
                <a:moveTo>
                  <a:pt x="209" y="8"/>
                </a:moveTo>
                <a:lnTo>
                  <a:pt x="244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4" name="Freeform 1027">
            <a:extLst>
              <a:ext uri="{FF2B5EF4-FFF2-40B4-BE49-F238E27FC236}">
                <a16:creationId xmlns:a16="http://schemas.microsoft.com/office/drawing/2014/main" id="{FFBB1BB4-2880-9E4E-8770-83B26AA79451}"/>
              </a:ext>
            </a:extLst>
          </p:cNvPr>
          <p:cNvSpPr>
            <a:spLocks noEditPoints="1"/>
          </p:cNvSpPr>
          <p:nvPr/>
        </p:nvSpPr>
        <p:spPr bwMode="auto">
          <a:xfrm>
            <a:off x="2070100" y="2844801"/>
            <a:ext cx="168275" cy="49213"/>
          </a:xfrm>
          <a:custGeom>
            <a:avLst/>
            <a:gdLst>
              <a:gd name="T0" fmla="*/ 212 w 212"/>
              <a:gd name="T1" fmla="*/ 0 h 61"/>
              <a:gd name="T2" fmla="*/ 144 w 212"/>
              <a:gd name="T3" fmla="*/ 20 h 61"/>
              <a:gd name="T4" fmla="*/ 111 w 212"/>
              <a:gd name="T5" fmla="*/ 29 h 61"/>
              <a:gd name="T6" fmla="*/ 43 w 212"/>
              <a:gd name="T7" fmla="*/ 49 h 61"/>
              <a:gd name="T8" fmla="*/ 11 w 212"/>
              <a:gd name="T9" fmla="*/ 58 h 61"/>
              <a:gd name="T10" fmla="*/ 0 w 212"/>
              <a:gd name="T11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2" h="61">
                <a:moveTo>
                  <a:pt x="212" y="0"/>
                </a:moveTo>
                <a:lnTo>
                  <a:pt x="144" y="20"/>
                </a:lnTo>
                <a:moveTo>
                  <a:pt x="111" y="29"/>
                </a:moveTo>
                <a:lnTo>
                  <a:pt x="43" y="49"/>
                </a:lnTo>
                <a:moveTo>
                  <a:pt x="11" y="58"/>
                </a:moveTo>
                <a:lnTo>
                  <a:pt x="0" y="6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5" name="Freeform 1028">
            <a:extLst>
              <a:ext uri="{FF2B5EF4-FFF2-40B4-BE49-F238E27FC236}">
                <a16:creationId xmlns:a16="http://schemas.microsoft.com/office/drawing/2014/main" id="{D332ACC4-FDFB-2857-4D08-ABCB7DEA2149}"/>
              </a:ext>
            </a:extLst>
          </p:cNvPr>
          <p:cNvSpPr>
            <a:spLocks noEditPoints="1"/>
          </p:cNvSpPr>
          <p:nvPr/>
        </p:nvSpPr>
        <p:spPr bwMode="auto">
          <a:xfrm>
            <a:off x="2592388" y="3178176"/>
            <a:ext cx="153988" cy="90488"/>
          </a:xfrm>
          <a:custGeom>
            <a:avLst/>
            <a:gdLst>
              <a:gd name="T0" fmla="*/ 193 w 193"/>
              <a:gd name="T1" fmla="*/ 0 h 113"/>
              <a:gd name="T2" fmla="*/ 132 w 193"/>
              <a:gd name="T3" fmla="*/ 36 h 113"/>
              <a:gd name="T4" fmla="*/ 103 w 193"/>
              <a:gd name="T5" fmla="*/ 53 h 113"/>
              <a:gd name="T6" fmla="*/ 42 w 193"/>
              <a:gd name="T7" fmla="*/ 89 h 113"/>
              <a:gd name="T8" fmla="*/ 12 w 193"/>
              <a:gd name="T9" fmla="*/ 106 h 113"/>
              <a:gd name="T10" fmla="*/ 0 w 193"/>
              <a:gd name="T11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3" h="113">
                <a:moveTo>
                  <a:pt x="193" y="0"/>
                </a:moveTo>
                <a:lnTo>
                  <a:pt x="132" y="36"/>
                </a:lnTo>
                <a:moveTo>
                  <a:pt x="103" y="53"/>
                </a:moveTo>
                <a:lnTo>
                  <a:pt x="42" y="89"/>
                </a:lnTo>
                <a:moveTo>
                  <a:pt x="12" y="106"/>
                </a:moveTo>
                <a:lnTo>
                  <a:pt x="0" y="11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6" name="Line 1029">
            <a:extLst>
              <a:ext uri="{FF2B5EF4-FFF2-40B4-BE49-F238E27FC236}">
                <a16:creationId xmlns:a16="http://schemas.microsoft.com/office/drawing/2014/main" id="{6586012C-104B-883F-87A1-21F1879411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3888" y="2243138"/>
            <a:ext cx="46038" cy="158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7" name="Line 1030">
            <a:extLst>
              <a:ext uri="{FF2B5EF4-FFF2-40B4-BE49-F238E27FC236}">
                <a16:creationId xmlns:a16="http://schemas.microsoft.com/office/drawing/2014/main" id="{96D77D4C-324F-6C0D-565F-F3EED13324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9188" y="417513"/>
            <a:ext cx="53975" cy="1746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8" name="Freeform 1031">
            <a:extLst>
              <a:ext uri="{FF2B5EF4-FFF2-40B4-BE49-F238E27FC236}">
                <a16:creationId xmlns:a16="http://schemas.microsoft.com/office/drawing/2014/main" id="{46185BC7-A91E-2411-6CEA-04195CAA4181}"/>
              </a:ext>
            </a:extLst>
          </p:cNvPr>
          <p:cNvSpPr>
            <a:spLocks noEditPoints="1"/>
          </p:cNvSpPr>
          <p:nvPr/>
        </p:nvSpPr>
        <p:spPr bwMode="auto">
          <a:xfrm>
            <a:off x="2636838" y="2449513"/>
            <a:ext cx="303213" cy="11113"/>
          </a:xfrm>
          <a:custGeom>
            <a:avLst/>
            <a:gdLst>
              <a:gd name="T0" fmla="*/ 383 w 383"/>
              <a:gd name="T1" fmla="*/ 0 h 14"/>
              <a:gd name="T2" fmla="*/ 312 w 383"/>
              <a:gd name="T3" fmla="*/ 3 h 14"/>
              <a:gd name="T4" fmla="*/ 278 w 383"/>
              <a:gd name="T5" fmla="*/ 4 h 14"/>
              <a:gd name="T6" fmla="*/ 207 w 383"/>
              <a:gd name="T7" fmla="*/ 7 h 14"/>
              <a:gd name="T8" fmla="*/ 173 w 383"/>
              <a:gd name="T9" fmla="*/ 8 h 14"/>
              <a:gd name="T10" fmla="*/ 103 w 383"/>
              <a:gd name="T11" fmla="*/ 11 h 14"/>
              <a:gd name="T12" fmla="*/ 69 w 383"/>
              <a:gd name="T13" fmla="*/ 12 h 14"/>
              <a:gd name="T14" fmla="*/ 0 w 383"/>
              <a:gd name="T1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83" h="14">
                <a:moveTo>
                  <a:pt x="383" y="0"/>
                </a:moveTo>
                <a:lnTo>
                  <a:pt x="312" y="3"/>
                </a:lnTo>
                <a:moveTo>
                  <a:pt x="278" y="4"/>
                </a:moveTo>
                <a:lnTo>
                  <a:pt x="207" y="7"/>
                </a:lnTo>
                <a:moveTo>
                  <a:pt x="173" y="8"/>
                </a:moveTo>
                <a:lnTo>
                  <a:pt x="103" y="11"/>
                </a:lnTo>
                <a:moveTo>
                  <a:pt x="69" y="12"/>
                </a:moveTo>
                <a:lnTo>
                  <a:pt x="0" y="1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9" name="Freeform 1032">
            <a:extLst>
              <a:ext uri="{FF2B5EF4-FFF2-40B4-BE49-F238E27FC236}">
                <a16:creationId xmlns:a16="http://schemas.microsoft.com/office/drawing/2014/main" id="{9E6EBC27-EF5A-A8BF-2959-7CF918587DC8}"/>
              </a:ext>
            </a:extLst>
          </p:cNvPr>
          <p:cNvSpPr>
            <a:spLocks noEditPoints="1"/>
          </p:cNvSpPr>
          <p:nvPr/>
        </p:nvSpPr>
        <p:spPr bwMode="auto">
          <a:xfrm>
            <a:off x="3175000" y="2628901"/>
            <a:ext cx="241300" cy="84138"/>
          </a:xfrm>
          <a:custGeom>
            <a:avLst/>
            <a:gdLst>
              <a:gd name="T0" fmla="*/ 0 w 305"/>
              <a:gd name="T1" fmla="*/ 0 h 106"/>
              <a:gd name="T2" fmla="*/ 67 w 305"/>
              <a:gd name="T3" fmla="*/ 24 h 106"/>
              <a:gd name="T4" fmla="*/ 99 w 305"/>
              <a:gd name="T5" fmla="*/ 35 h 106"/>
              <a:gd name="T6" fmla="*/ 166 w 305"/>
              <a:gd name="T7" fmla="*/ 58 h 106"/>
              <a:gd name="T8" fmla="*/ 198 w 305"/>
              <a:gd name="T9" fmla="*/ 69 h 106"/>
              <a:gd name="T10" fmla="*/ 264 w 305"/>
              <a:gd name="T11" fmla="*/ 92 h 106"/>
              <a:gd name="T12" fmla="*/ 297 w 305"/>
              <a:gd name="T13" fmla="*/ 103 h 106"/>
              <a:gd name="T14" fmla="*/ 305 w 305"/>
              <a:gd name="T15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5" h="106">
                <a:moveTo>
                  <a:pt x="0" y="0"/>
                </a:moveTo>
                <a:lnTo>
                  <a:pt x="67" y="24"/>
                </a:lnTo>
                <a:moveTo>
                  <a:pt x="99" y="35"/>
                </a:moveTo>
                <a:lnTo>
                  <a:pt x="166" y="58"/>
                </a:lnTo>
                <a:moveTo>
                  <a:pt x="198" y="69"/>
                </a:moveTo>
                <a:lnTo>
                  <a:pt x="264" y="92"/>
                </a:lnTo>
                <a:moveTo>
                  <a:pt x="297" y="103"/>
                </a:moveTo>
                <a:lnTo>
                  <a:pt x="305" y="10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0" name="Freeform 1033">
            <a:extLst>
              <a:ext uri="{FF2B5EF4-FFF2-40B4-BE49-F238E27FC236}">
                <a16:creationId xmlns:a16="http://schemas.microsoft.com/office/drawing/2014/main" id="{16F82311-4579-71DE-92F2-A33F7B679732}"/>
              </a:ext>
            </a:extLst>
          </p:cNvPr>
          <p:cNvSpPr>
            <a:spLocks noEditPoints="1"/>
          </p:cNvSpPr>
          <p:nvPr/>
        </p:nvSpPr>
        <p:spPr bwMode="auto">
          <a:xfrm>
            <a:off x="3016250" y="1108076"/>
            <a:ext cx="133350" cy="36513"/>
          </a:xfrm>
          <a:custGeom>
            <a:avLst/>
            <a:gdLst>
              <a:gd name="T0" fmla="*/ 169 w 169"/>
              <a:gd name="T1" fmla="*/ 0 h 47"/>
              <a:gd name="T2" fmla="*/ 101 w 169"/>
              <a:gd name="T3" fmla="*/ 19 h 47"/>
              <a:gd name="T4" fmla="*/ 68 w 169"/>
              <a:gd name="T5" fmla="*/ 28 h 47"/>
              <a:gd name="T6" fmla="*/ 0 w 169"/>
              <a:gd name="T7" fmla="*/ 4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9" h="47">
                <a:moveTo>
                  <a:pt x="169" y="0"/>
                </a:moveTo>
                <a:lnTo>
                  <a:pt x="101" y="19"/>
                </a:lnTo>
                <a:moveTo>
                  <a:pt x="68" y="28"/>
                </a:moveTo>
                <a:lnTo>
                  <a:pt x="0" y="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1" name="Freeform 1034">
            <a:extLst>
              <a:ext uri="{FF2B5EF4-FFF2-40B4-BE49-F238E27FC236}">
                <a16:creationId xmlns:a16="http://schemas.microsoft.com/office/drawing/2014/main" id="{72324B91-5B31-DDBE-B21F-6ECF8540BCBE}"/>
              </a:ext>
            </a:extLst>
          </p:cNvPr>
          <p:cNvSpPr>
            <a:spLocks noEditPoints="1"/>
          </p:cNvSpPr>
          <p:nvPr/>
        </p:nvSpPr>
        <p:spPr bwMode="auto">
          <a:xfrm>
            <a:off x="3186113" y="2911476"/>
            <a:ext cx="369888" cy="7938"/>
          </a:xfrm>
          <a:custGeom>
            <a:avLst/>
            <a:gdLst>
              <a:gd name="T0" fmla="*/ 466 w 466"/>
              <a:gd name="T1" fmla="*/ 0 h 10"/>
              <a:gd name="T2" fmla="*/ 396 w 466"/>
              <a:gd name="T3" fmla="*/ 1 h 10"/>
              <a:gd name="T4" fmla="*/ 362 w 466"/>
              <a:gd name="T5" fmla="*/ 2 h 10"/>
              <a:gd name="T6" fmla="*/ 291 w 466"/>
              <a:gd name="T7" fmla="*/ 4 h 10"/>
              <a:gd name="T8" fmla="*/ 257 w 466"/>
              <a:gd name="T9" fmla="*/ 4 h 10"/>
              <a:gd name="T10" fmla="*/ 186 w 466"/>
              <a:gd name="T11" fmla="*/ 6 h 10"/>
              <a:gd name="T12" fmla="*/ 152 w 466"/>
              <a:gd name="T13" fmla="*/ 7 h 10"/>
              <a:gd name="T14" fmla="*/ 82 w 466"/>
              <a:gd name="T15" fmla="*/ 8 h 10"/>
              <a:gd name="T16" fmla="*/ 48 w 466"/>
              <a:gd name="T17" fmla="*/ 9 h 10"/>
              <a:gd name="T18" fmla="*/ 0 w 466"/>
              <a:gd name="T19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6" h="10">
                <a:moveTo>
                  <a:pt x="466" y="0"/>
                </a:moveTo>
                <a:lnTo>
                  <a:pt x="396" y="1"/>
                </a:lnTo>
                <a:moveTo>
                  <a:pt x="362" y="2"/>
                </a:moveTo>
                <a:lnTo>
                  <a:pt x="291" y="4"/>
                </a:lnTo>
                <a:moveTo>
                  <a:pt x="257" y="4"/>
                </a:moveTo>
                <a:lnTo>
                  <a:pt x="186" y="6"/>
                </a:lnTo>
                <a:moveTo>
                  <a:pt x="152" y="7"/>
                </a:moveTo>
                <a:lnTo>
                  <a:pt x="82" y="8"/>
                </a:lnTo>
                <a:moveTo>
                  <a:pt x="48" y="9"/>
                </a:moveTo>
                <a:lnTo>
                  <a:pt x="0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2" name="Line 1035">
            <a:extLst>
              <a:ext uri="{FF2B5EF4-FFF2-40B4-BE49-F238E27FC236}">
                <a16:creationId xmlns:a16="http://schemas.microsoft.com/office/drawing/2014/main" id="{E48EA079-6934-72C7-F134-3DFB4A1FE0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950" y="1336676"/>
            <a:ext cx="49213" cy="2698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3" name="Line 1036">
            <a:extLst>
              <a:ext uri="{FF2B5EF4-FFF2-40B4-BE49-F238E27FC236}">
                <a16:creationId xmlns:a16="http://schemas.microsoft.com/office/drawing/2014/main" id="{7C3E88B7-326B-ACE0-5EF4-04EC549F32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9600" y="2401888"/>
            <a:ext cx="55563" cy="31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4" name="Freeform 1037">
            <a:extLst>
              <a:ext uri="{FF2B5EF4-FFF2-40B4-BE49-F238E27FC236}">
                <a16:creationId xmlns:a16="http://schemas.microsoft.com/office/drawing/2014/main" id="{5D5DB6B2-4E0E-1AA1-A53C-55A1032F8C3B}"/>
              </a:ext>
            </a:extLst>
          </p:cNvPr>
          <p:cNvSpPr>
            <a:spLocks noEditPoints="1"/>
          </p:cNvSpPr>
          <p:nvPr/>
        </p:nvSpPr>
        <p:spPr bwMode="auto">
          <a:xfrm>
            <a:off x="3155950" y="1755776"/>
            <a:ext cx="111125" cy="4763"/>
          </a:xfrm>
          <a:custGeom>
            <a:avLst/>
            <a:gdLst>
              <a:gd name="T0" fmla="*/ 140 w 140"/>
              <a:gd name="T1" fmla="*/ 0 h 5"/>
              <a:gd name="T2" fmla="*/ 69 w 140"/>
              <a:gd name="T3" fmla="*/ 3 h 5"/>
              <a:gd name="T4" fmla="*/ 35 w 140"/>
              <a:gd name="T5" fmla="*/ 4 h 5"/>
              <a:gd name="T6" fmla="*/ 0 w 140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5">
                <a:moveTo>
                  <a:pt x="140" y="0"/>
                </a:moveTo>
                <a:lnTo>
                  <a:pt x="69" y="3"/>
                </a:lnTo>
                <a:moveTo>
                  <a:pt x="35" y="4"/>
                </a:moveTo>
                <a:lnTo>
                  <a:pt x="0" y="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5" name="Line 1038">
            <a:extLst>
              <a:ext uri="{FF2B5EF4-FFF2-40B4-BE49-F238E27FC236}">
                <a16:creationId xmlns:a16="http://schemas.microsoft.com/office/drawing/2014/main" id="{C708DF11-CB5C-2F6C-094F-93CC9F214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2525" y="1025526"/>
            <a:ext cx="5556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6" name="Freeform 1039">
            <a:extLst>
              <a:ext uri="{FF2B5EF4-FFF2-40B4-BE49-F238E27FC236}">
                <a16:creationId xmlns:a16="http://schemas.microsoft.com/office/drawing/2014/main" id="{36918ADD-D7B0-C9A8-562A-C5F1C69AE7EF}"/>
              </a:ext>
            </a:extLst>
          </p:cNvPr>
          <p:cNvSpPr>
            <a:spLocks noEditPoints="1"/>
          </p:cNvSpPr>
          <p:nvPr/>
        </p:nvSpPr>
        <p:spPr bwMode="auto">
          <a:xfrm>
            <a:off x="2278063" y="854076"/>
            <a:ext cx="109538" cy="4763"/>
          </a:xfrm>
          <a:custGeom>
            <a:avLst/>
            <a:gdLst>
              <a:gd name="T0" fmla="*/ 139 w 139"/>
              <a:gd name="T1" fmla="*/ 0 h 5"/>
              <a:gd name="T2" fmla="*/ 69 w 139"/>
              <a:gd name="T3" fmla="*/ 2 h 5"/>
              <a:gd name="T4" fmla="*/ 35 w 139"/>
              <a:gd name="T5" fmla="*/ 3 h 5"/>
              <a:gd name="T6" fmla="*/ 0 w 139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9" h="5">
                <a:moveTo>
                  <a:pt x="139" y="0"/>
                </a:moveTo>
                <a:lnTo>
                  <a:pt x="69" y="2"/>
                </a:lnTo>
                <a:moveTo>
                  <a:pt x="35" y="3"/>
                </a:moveTo>
                <a:lnTo>
                  <a:pt x="0" y="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7" name="Freeform 1040">
            <a:extLst>
              <a:ext uri="{FF2B5EF4-FFF2-40B4-BE49-F238E27FC236}">
                <a16:creationId xmlns:a16="http://schemas.microsoft.com/office/drawing/2014/main" id="{B41FDFD8-FB9D-A8F8-BF55-4A5060FEA295}"/>
              </a:ext>
            </a:extLst>
          </p:cNvPr>
          <p:cNvSpPr>
            <a:spLocks noEditPoints="1"/>
          </p:cNvSpPr>
          <p:nvPr/>
        </p:nvSpPr>
        <p:spPr bwMode="auto">
          <a:xfrm>
            <a:off x="3119438" y="882651"/>
            <a:ext cx="174625" cy="30163"/>
          </a:xfrm>
          <a:custGeom>
            <a:avLst/>
            <a:gdLst>
              <a:gd name="T0" fmla="*/ 0 w 221"/>
              <a:gd name="T1" fmla="*/ 0 h 39"/>
              <a:gd name="T2" fmla="*/ 69 w 221"/>
              <a:gd name="T3" fmla="*/ 12 h 39"/>
              <a:gd name="T4" fmla="*/ 103 w 221"/>
              <a:gd name="T5" fmla="*/ 18 h 39"/>
              <a:gd name="T6" fmla="*/ 172 w 221"/>
              <a:gd name="T7" fmla="*/ 31 h 39"/>
              <a:gd name="T8" fmla="*/ 206 w 221"/>
              <a:gd name="T9" fmla="*/ 37 h 39"/>
              <a:gd name="T10" fmla="*/ 221 w 221"/>
              <a:gd name="T11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1" h="39">
                <a:moveTo>
                  <a:pt x="0" y="0"/>
                </a:moveTo>
                <a:lnTo>
                  <a:pt x="69" y="12"/>
                </a:lnTo>
                <a:moveTo>
                  <a:pt x="103" y="18"/>
                </a:moveTo>
                <a:lnTo>
                  <a:pt x="172" y="31"/>
                </a:lnTo>
                <a:moveTo>
                  <a:pt x="206" y="37"/>
                </a:moveTo>
                <a:lnTo>
                  <a:pt x="221" y="3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8" name="Freeform 1041">
            <a:extLst>
              <a:ext uri="{FF2B5EF4-FFF2-40B4-BE49-F238E27FC236}">
                <a16:creationId xmlns:a16="http://schemas.microsoft.com/office/drawing/2014/main" id="{EBF72B60-4002-C68D-5514-170D62AF7BA5}"/>
              </a:ext>
            </a:extLst>
          </p:cNvPr>
          <p:cNvSpPr>
            <a:spLocks noEditPoints="1"/>
          </p:cNvSpPr>
          <p:nvPr/>
        </p:nvSpPr>
        <p:spPr bwMode="auto">
          <a:xfrm>
            <a:off x="2324100" y="1309688"/>
            <a:ext cx="92075" cy="44450"/>
          </a:xfrm>
          <a:custGeom>
            <a:avLst/>
            <a:gdLst>
              <a:gd name="T0" fmla="*/ 117 w 117"/>
              <a:gd name="T1" fmla="*/ 0 h 56"/>
              <a:gd name="T2" fmla="*/ 54 w 117"/>
              <a:gd name="T3" fmla="*/ 31 h 56"/>
              <a:gd name="T4" fmla="*/ 23 w 117"/>
              <a:gd name="T5" fmla="*/ 45 h 56"/>
              <a:gd name="T6" fmla="*/ 0 w 117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7" h="56">
                <a:moveTo>
                  <a:pt x="117" y="0"/>
                </a:moveTo>
                <a:lnTo>
                  <a:pt x="54" y="31"/>
                </a:lnTo>
                <a:moveTo>
                  <a:pt x="23" y="45"/>
                </a:moveTo>
                <a:lnTo>
                  <a:pt x="0" y="5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9" name="Freeform 1042">
            <a:extLst>
              <a:ext uri="{FF2B5EF4-FFF2-40B4-BE49-F238E27FC236}">
                <a16:creationId xmlns:a16="http://schemas.microsoft.com/office/drawing/2014/main" id="{8F1B41E4-7640-183D-B76B-47EA1D646FAA}"/>
              </a:ext>
            </a:extLst>
          </p:cNvPr>
          <p:cNvSpPr>
            <a:spLocks noEditPoints="1"/>
          </p:cNvSpPr>
          <p:nvPr/>
        </p:nvSpPr>
        <p:spPr bwMode="auto">
          <a:xfrm>
            <a:off x="3265488" y="339726"/>
            <a:ext cx="215900" cy="55563"/>
          </a:xfrm>
          <a:custGeom>
            <a:avLst/>
            <a:gdLst>
              <a:gd name="T0" fmla="*/ 272 w 272"/>
              <a:gd name="T1" fmla="*/ 0 h 70"/>
              <a:gd name="T2" fmla="*/ 203 w 272"/>
              <a:gd name="T3" fmla="*/ 18 h 70"/>
              <a:gd name="T4" fmla="*/ 170 w 272"/>
              <a:gd name="T5" fmla="*/ 26 h 70"/>
              <a:gd name="T6" fmla="*/ 102 w 272"/>
              <a:gd name="T7" fmla="*/ 44 h 70"/>
              <a:gd name="T8" fmla="*/ 69 w 272"/>
              <a:gd name="T9" fmla="*/ 52 h 70"/>
              <a:gd name="T10" fmla="*/ 0 w 272"/>
              <a:gd name="T11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2" h="70">
                <a:moveTo>
                  <a:pt x="272" y="0"/>
                </a:moveTo>
                <a:lnTo>
                  <a:pt x="203" y="18"/>
                </a:lnTo>
                <a:moveTo>
                  <a:pt x="170" y="26"/>
                </a:moveTo>
                <a:lnTo>
                  <a:pt x="102" y="44"/>
                </a:lnTo>
                <a:moveTo>
                  <a:pt x="69" y="52"/>
                </a:moveTo>
                <a:lnTo>
                  <a:pt x="0" y="7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0" name="Line 1043">
            <a:extLst>
              <a:ext uri="{FF2B5EF4-FFF2-40B4-BE49-F238E27FC236}">
                <a16:creationId xmlns:a16="http://schemas.microsoft.com/office/drawing/2014/main" id="{D3AE935A-3B1A-45EC-A83B-E91992D60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3119438"/>
            <a:ext cx="53975" cy="127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1" name="Freeform 1044">
            <a:extLst>
              <a:ext uri="{FF2B5EF4-FFF2-40B4-BE49-F238E27FC236}">
                <a16:creationId xmlns:a16="http://schemas.microsoft.com/office/drawing/2014/main" id="{3C9319F4-A03D-8F59-2867-AE8A65B75434}"/>
              </a:ext>
            </a:extLst>
          </p:cNvPr>
          <p:cNvSpPr>
            <a:spLocks noEditPoints="1"/>
          </p:cNvSpPr>
          <p:nvPr/>
        </p:nvSpPr>
        <p:spPr bwMode="auto">
          <a:xfrm>
            <a:off x="2543175" y="1755776"/>
            <a:ext cx="212725" cy="1588"/>
          </a:xfrm>
          <a:custGeom>
            <a:avLst/>
            <a:gdLst>
              <a:gd name="T0" fmla="*/ 268 w 268"/>
              <a:gd name="T1" fmla="*/ 0 h 2"/>
              <a:gd name="T2" fmla="*/ 197 w 268"/>
              <a:gd name="T3" fmla="*/ 1 h 2"/>
              <a:gd name="T4" fmla="*/ 163 w 268"/>
              <a:gd name="T5" fmla="*/ 1 h 2"/>
              <a:gd name="T6" fmla="*/ 92 w 268"/>
              <a:gd name="T7" fmla="*/ 1 h 2"/>
              <a:gd name="T8" fmla="*/ 58 w 268"/>
              <a:gd name="T9" fmla="*/ 1 h 2"/>
              <a:gd name="T10" fmla="*/ 0 w 268"/>
              <a:gd name="T11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8" h="2">
                <a:moveTo>
                  <a:pt x="268" y="0"/>
                </a:moveTo>
                <a:lnTo>
                  <a:pt x="197" y="1"/>
                </a:lnTo>
                <a:moveTo>
                  <a:pt x="163" y="1"/>
                </a:moveTo>
                <a:lnTo>
                  <a:pt x="92" y="1"/>
                </a:lnTo>
                <a:moveTo>
                  <a:pt x="58" y="1"/>
                </a:moveTo>
                <a:lnTo>
                  <a:pt x="0" y="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2" name="Line 1045">
            <a:extLst>
              <a:ext uri="{FF2B5EF4-FFF2-40B4-BE49-F238E27FC236}">
                <a16:creationId xmlns:a16="http://schemas.microsoft.com/office/drawing/2014/main" id="{3CE55187-EF4C-7C99-3911-C5A9872D03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1382713"/>
            <a:ext cx="46038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3" name="Freeform 1046">
            <a:extLst>
              <a:ext uri="{FF2B5EF4-FFF2-40B4-BE49-F238E27FC236}">
                <a16:creationId xmlns:a16="http://schemas.microsoft.com/office/drawing/2014/main" id="{01F954A1-6F76-4125-3AAC-69810E3A9A18}"/>
              </a:ext>
            </a:extLst>
          </p:cNvPr>
          <p:cNvSpPr>
            <a:spLocks noEditPoints="1"/>
          </p:cNvSpPr>
          <p:nvPr/>
        </p:nvSpPr>
        <p:spPr bwMode="auto">
          <a:xfrm>
            <a:off x="3213100" y="1387476"/>
            <a:ext cx="58738" cy="57150"/>
          </a:xfrm>
          <a:custGeom>
            <a:avLst/>
            <a:gdLst>
              <a:gd name="T0" fmla="*/ 74 w 74"/>
              <a:gd name="T1" fmla="*/ 0 h 72"/>
              <a:gd name="T2" fmla="*/ 62 w 74"/>
              <a:gd name="T3" fmla="*/ 12 h 72"/>
              <a:gd name="T4" fmla="*/ 43 w 74"/>
              <a:gd name="T5" fmla="*/ 30 h 72"/>
              <a:gd name="T6" fmla="*/ 31 w 74"/>
              <a:gd name="T7" fmla="*/ 42 h 72"/>
              <a:gd name="T8" fmla="*/ 11 w 74"/>
              <a:gd name="T9" fmla="*/ 61 h 72"/>
              <a:gd name="T10" fmla="*/ 0 w 74"/>
              <a:gd name="T11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4" h="72">
                <a:moveTo>
                  <a:pt x="74" y="0"/>
                </a:moveTo>
                <a:lnTo>
                  <a:pt x="62" y="12"/>
                </a:lnTo>
                <a:moveTo>
                  <a:pt x="43" y="30"/>
                </a:moveTo>
                <a:lnTo>
                  <a:pt x="31" y="42"/>
                </a:lnTo>
                <a:moveTo>
                  <a:pt x="11" y="61"/>
                </a:moveTo>
                <a:lnTo>
                  <a:pt x="0" y="7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4" name="Freeform 1047">
            <a:extLst>
              <a:ext uri="{FF2B5EF4-FFF2-40B4-BE49-F238E27FC236}">
                <a16:creationId xmlns:a16="http://schemas.microsoft.com/office/drawing/2014/main" id="{B93EA343-36C7-DF0E-86BD-7E0A4B5693FE}"/>
              </a:ext>
            </a:extLst>
          </p:cNvPr>
          <p:cNvSpPr>
            <a:spLocks noEditPoints="1"/>
          </p:cNvSpPr>
          <p:nvPr/>
        </p:nvSpPr>
        <p:spPr bwMode="auto">
          <a:xfrm>
            <a:off x="2022475" y="1470026"/>
            <a:ext cx="122238" cy="88900"/>
          </a:xfrm>
          <a:custGeom>
            <a:avLst/>
            <a:gdLst>
              <a:gd name="T0" fmla="*/ 153 w 153"/>
              <a:gd name="T1" fmla="*/ 0 h 113"/>
              <a:gd name="T2" fmla="*/ 139 w 153"/>
              <a:gd name="T3" fmla="*/ 9 h 113"/>
              <a:gd name="T4" fmla="*/ 118 w 153"/>
              <a:gd name="T5" fmla="*/ 26 h 113"/>
              <a:gd name="T6" fmla="*/ 105 w 153"/>
              <a:gd name="T7" fmla="*/ 35 h 113"/>
              <a:gd name="T8" fmla="*/ 83 w 153"/>
              <a:gd name="T9" fmla="*/ 52 h 113"/>
              <a:gd name="T10" fmla="*/ 70 w 153"/>
              <a:gd name="T11" fmla="*/ 61 h 113"/>
              <a:gd name="T12" fmla="*/ 48 w 153"/>
              <a:gd name="T13" fmla="*/ 78 h 113"/>
              <a:gd name="T14" fmla="*/ 35 w 153"/>
              <a:gd name="T15" fmla="*/ 87 h 113"/>
              <a:gd name="T16" fmla="*/ 13 w 153"/>
              <a:gd name="T17" fmla="*/ 104 h 113"/>
              <a:gd name="T18" fmla="*/ 0 w 153"/>
              <a:gd name="T19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113">
                <a:moveTo>
                  <a:pt x="153" y="0"/>
                </a:moveTo>
                <a:lnTo>
                  <a:pt x="139" y="9"/>
                </a:lnTo>
                <a:moveTo>
                  <a:pt x="118" y="26"/>
                </a:moveTo>
                <a:lnTo>
                  <a:pt x="105" y="35"/>
                </a:lnTo>
                <a:moveTo>
                  <a:pt x="83" y="52"/>
                </a:moveTo>
                <a:lnTo>
                  <a:pt x="70" y="61"/>
                </a:lnTo>
                <a:moveTo>
                  <a:pt x="48" y="78"/>
                </a:moveTo>
                <a:lnTo>
                  <a:pt x="35" y="87"/>
                </a:lnTo>
                <a:moveTo>
                  <a:pt x="13" y="104"/>
                </a:moveTo>
                <a:lnTo>
                  <a:pt x="0" y="11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5" name="Freeform 1048">
            <a:extLst>
              <a:ext uri="{FF2B5EF4-FFF2-40B4-BE49-F238E27FC236}">
                <a16:creationId xmlns:a16="http://schemas.microsoft.com/office/drawing/2014/main" id="{E026E122-868B-891B-5A92-50875D949B1B}"/>
              </a:ext>
            </a:extLst>
          </p:cNvPr>
          <p:cNvSpPr>
            <a:spLocks noEditPoints="1"/>
          </p:cNvSpPr>
          <p:nvPr/>
        </p:nvSpPr>
        <p:spPr bwMode="auto">
          <a:xfrm>
            <a:off x="2913063" y="360363"/>
            <a:ext cx="39688" cy="71438"/>
          </a:xfrm>
          <a:custGeom>
            <a:avLst/>
            <a:gdLst>
              <a:gd name="T0" fmla="*/ 49 w 49"/>
              <a:gd name="T1" fmla="*/ 0 h 91"/>
              <a:gd name="T2" fmla="*/ 41 w 49"/>
              <a:gd name="T3" fmla="*/ 15 h 91"/>
              <a:gd name="T4" fmla="*/ 28 w 49"/>
              <a:gd name="T5" fmla="*/ 39 h 91"/>
              <a:gd name="T6" fmla="*/ 20 w 49"/>
              <a:gd name="T7" fmla="*/ 53 h 91"/>
              <a:gd name="T8" fmla="*/ 7 w 49"/>
              <a:gd name="T9" fmla="*/ 77 h 91"/>
              <a:gd name="T10" fmla="*/ 0 w 49"/>
              <a:gd name="T11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91">
                <a:moveTo>
                  <a:pt x="49" y="0"/>
                </a:moveTo>
                <a:lnTo>
                  <a:pt x="41" y="15"/>
                </a:lnTo>
                <a:moveTo>
                  <a:pt x="28" y="39"/>
                </a:moveTo>
                <a:lnTo>
                  <a:pt x="20" y="53"/>
                </a:lnTo>
                <a:moveTo>
                  <a:pt x="7" y="77"/>
                </a:moveTo>
                <a:lnTo>
                  <a:pt x="0" y="9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6" name="Freeform 1049">
            <a:extLst>
              <a:ext uri="{FF2B5EF4-FFF2-40B4-BE49-F238E27FC236}">
                <a16:creationId xmlns:a16="http://schemas.microsoft.com/office/drawing/2014/main" id="{C32F96BE-0B93-D16A-929A-FA0AEB2A5C18}"/>
              </a:ext>
            </a:extLst>
          </p:cNvPr>
          <p:cNvSpPr>
            <a:spLocks noEditPoints="1"/>
          </p:cNvSpPr>
          <p:nvPr/>
        </p:nvSpPr>
        <p:spPr bwMode="auto">
          <a:xfrm>
            <a:off x="3309938" y="3116263"/>
            <a:ext cx="107950" cy="104775"/>
          </a:xfrm>
          <a:custGeom>
            <a:avLst/>
            <a:gdLst>
              <a:gd name="T0" fmla="*/ 137 w 137"/>
              <a:gd name="T1" fmla="*/ 0 h 132"/>
              <a:gd name="T2" fmla="*/ 125 w 137"/>
              <a:gd name="T3" fmla="*/ 11 h 132"/>
              <a:gd name="T4" fmla="*/ 106 w 137"/>
              <a:gd name="T5" fmla="*/ 30 h 132"/>
              <a:gd name="T6" fmla="*/ 94 w 137"/>
              <a:gd name="T7" fmla="*/ 41 h 132"/>
              <a:gd name="T8" fmla="*/ 74 w 137"/>
              <a:gd name="T9" fmla="*/ 60 h 132"/>
              <a:gd name="T10" fmla="*/ 63 w 137"/>
              <a:gd name="T11" fmla="*/ 71 h 132"/>
              <a:gd name="T12" fmla="*/ 43 w 137"/>
              <a:gd name="T13" fmla="*/ 90 h 132"/>
              <a:gd name="T14" fmla="*/ 31 w 137"/>
              <a:gd name="T15" fmla="*/ 102 h 132"/>
              <a:gd name="T16" fmla="*/ 12 w 137"/>
              <a:gd name="T17" fmla="*/ 120 h 132"/>
              <a:gd name="T18" fmla="*/ 0 w 137"/>
              <a:gd name="T1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7" h="132">
                <a:moveTo>
                  <a:pt x="137" y="0"/>
                </a:moveTo>
                <a:lnTo>
                  <a:pt x="125" y="11"/>
                </a:lnTo>
                <a:moveTo>
                  <a:pt x="106" y="30"/>
                </a:moveTo>
                <a:lnTo>
                  <a:pt x="94" y="41"/>
                </a:lnTo>
                <a:moveTo>
                  <a:pt x="74" y="60"/>
                </a:moveTo>
                <a:lnTo>
                  <a:pt x="63" y="71"/>
                </a:lnTo>
                <a:moveTo>
                  <a:pt x="43" y="90"/>
                </a:moveTo>
                <a:lnTo>
                  <a:pt x="31" y="102"/>
                </a:lnTo>
                <a:moveTo>
                  <a:pt x="12" y="120"/>
                </a:moveTo>
                <a:lnTo>
                  <a:pt x="0" y="1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7" name="Freeform 1050">
            <a:extLst>
              <a:ext uri="{FF2B5EF4-FFF2-40B4-BE49-F238E27FC236}">
                <a16:creationId xmlns:a16="http://schemas.microsoft.com/office/drawing/2014/main" id="{6BE7DD0B-34B6-ED27-8C84-2B7E3246575A}"/>
              </a:ext>
            </a:extLst>
          </p:cNvPr>
          <p:cNvSpPr>
            <a:spLocks noEditPoints="1"/>
          </p:cNvSpPr>
          <p:nvPr/>
        </p:nvSpPr>
        <p:spPr bwMode="auto">
          <a:xfrm>
            <a:off x="2833688" y="2979738"/>
            <a:ext cx="31750" cy="73025"/>
          </a:xfrm>
          <a:custGeom>
            <a:avLst/>
            <a:gdLst>
              <a:gd name="T0" fmla="*/ 40 w 40"/>
              <a:gd name="T1" fmla="*/ 0 h 92"/>
              <a:gd name="T2" fmla="*/ 33 w 40"/>
              <a:gd name="T3" fmla="*/ 15 h 92"/>
              <a:gd name="T4" fmla="*/ 23 w 40"/>
              <a:gd name="T5" fmla="*/ 40 h 92"/>
              <a:gd name="T6" fmla="*/ 16 w 40"/>
              <a:gd name="T7" fmla="*/ 55 h 92"/>
              <a:gd name="T8" fmla="*/ 5 w 40"/>
              <a:gd name="T9" fmla="*/ 80 h 92"/>
              <a:gd name="T10" fmla="*/ 0 w 40"/>
              <a:gd name="T11" fmla="*/ 9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92">
                <a:moveTo>
                  <a:pt x="40" y="0"/>
                </a:moveTo>
                <a:lnTo>
                  <a:pt x="33" y="15"/>
                </a:lnTo>
                <a:moveTo>
                  <a:pt x="23" y="40"/>
                </a:moveTo>
                <a:lnTo>
                  <a:pt x="16" y="55"/>
                </a:lnTo>
                <a:moveTo>
                  <a:pt x="5" y="80"/>
                </a:moveTo>
                <a:lnTo>
                  <a:pt x="0" y="9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8" name="Line 1051">
            <a:extLst>
              <a:ext uri="{FF2B5EF4-FFF2-40B4-BE49-F238E27FC236}">
                <a16:creationId xmlns:a16="http://schemas.microsoft.com/office/drawing/2014/main" id="{9AEF36E8-2874-E4B6-DD6B-AD80738775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500" y="679451"/>
            <a:ext cx="7938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9" name="Freeform 1052">
            <a:extLst>
              <a:ext uri="{FF2B5EF4-FFF2-40B4-BE49-F238E27FC236}">
                <a16:creationId xmlns:a16="http://schemas.microsoft.com/office/drawing/2014/main" id="{C95F3A26-F9EC-1290-0C29-EA7DDA6D2617}"/>
              </a:ext>
            </a:extLst>
          </p:cNvPr>
          <p:cNvSpPr>
            <a:spLocks noEditPoints="1"/>
          </p:cNvSpPr>
          <p:nvPr/>
        </p:nvSpPr>
        <p:spPr bwMode="auto">
          <a:xfrm>
            <a:off x="2178050" y="320676"/>
            <a:ext cx="33338" cy="63500"/>
          </a:xfrm>
          <a:custGeom>
            <a:avLst/>
            <a:gdLst>
              <a:gd name="T0" fmla="*/ 42 w 42"/>
              <a:gd name="T1" fmla="*/ 0 h 80"/>
              <a:gd name="T2" fmla="*/ 34 w 42"/>
              <a:gd name="T3" fmla="*/ 15 h 80"/>
              <a:gd name="T4" fmla="*/ 22 w 42"/>
              <a:gd name="T5" fmla="*/ 39 h 80"/>
              <a:gd name="T6" fmla="*/ 14 w 42"/>
              <a:gd name="T7" fmla="*/ 53 h 80"/>
              <a:gd name="T8" fmla="*/ 1 w 42"/>
              <a:gd name="T9" fmla="*/ 77 h 80"/>
              <a:gd name="T10" fmla="*/ 0 w 42"/>
              <a:gd name="T11" fmla="*/ 8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" h="80">
                <a:moveTo>
                  <a:pt x="42" y="0"/>
                </a:moveTo>
                <a:lnTo>
                  <a:pt x="34" y="15"/>
                </a:lnTo>
                <a:moveTo>
                  <a:pt x="22" y="39"/>
                </a:moveTo>
                <a:lnTo>
                  <a:pt x="14" y="53"/>
                </a:lnTo>
                <a:moveTo>
                  <a:pt x="1" y="77"/>
                </a:moveTo>
                <a:lnTo>
                  <a:pt x="0" y="8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0" name="Freeform 1053">
            <a:extLst>
              <a:ext uri="{FF2B5EF4-FFF2-40B4-BE49-F238E27FC236}">
                <a16:creationId xmlns:a16="http://schemas.microsoft.com/office/drawing/2014/main" id="{5A090957-D163-0453-F8A3-AAD4B4A2D9FB}"/>
              </a:ext>
            </a:extLst>
          </p:cNvPr>
          <p:cNvSpPr>
            <a:spLocks noEditPoints="1"/>
          </p:cNvSpPr>
          <p:nvPr/>
        </p:nvSpPr>
        <p:spPr bwMode="auto">
          <a:xfrm>
            <a:off x="2573338" y="1992313"/>
            <a:ext cx="3175" cy="80963"/>
          </a:xfrm>
          <a:custGeom>
            <a:avLst/>
            <a:gdLst>
              <a:gd name="T0" fmla="*/ 5 w 5"/>
              <a:gd name="T1" fmla="*/ 0 h 103"/>
              <a:gd name="T2" fmla="*/ 4 w 5"/>
              <a:gd name="T3" fmla="*/ 16 h 103"/>
              <a:gd name="T4" fmla="*/ 3 w 5"/>
              <a:gd name="T5" fmla="*/ 43 h 103"/>
              <a:gd name="T6" fmla="*/ 2 w 5"/>
              <a:gd name="T7" fmla="*/ 60 h 103"/>
              <a:gd name="T8" fmla="*/ 1 w 5"/>
              <a:gd name="T9" fmla="*/ 87 h 103"/>
              <a:gd name="T10" fmla="*/ 0 w 5"/>
              <a:gd name="T11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103">
                <a:moveTo>
                  <a:pt x="5" y="0"/>
                </a:moveTo>
                <a:lnTo>
                  <a:pt x="4" y="16"/>
                </a:lnTo>
                <a:moveTo>
                  <a:pt x="3" y="43"/>
                </a:moveTo>
                <a:lnTo>
                  <a:pt x="2" y="60"/>
                </a:lnTo>
                <a:moveTo>
                  <a:pt x="1" y="87"/>
                </a:moveTo>
                <a:lnTo>
                  <a:pt x="0" y="10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1" name="Freeform 1054">
            <a:extLst>
              <a:ext uri="{FF2B5EF4-FFF2-40B4-BE49-F238E27FC236}">
                <a16:creationId xmlns:a16="http://schemas.microsoft.com/office/drawing/2014/main" id="{5DFBAC87-7526-8C89-93A6-ABA84594FA01}"/>
              </a:ext>
            </a:extLst>
          </p:cNvPr>
          <p:cNvSpPr>
            <a:spLocks noEditPoints="1"/>
          </p:cNvSpPr>
          <p:nvPr/>
        </p:nvSpPr>
        <p:spPr bwMode="auto">
          <a:xfrm>
            <a:off x="2111375" y="3165476"/>
            <a:ext cx="107950" cy="106363"/>
          </a:xfrm>
          <a:custGeom>
            <a:avLst/>
            <a:gdLst>
              <a:gd name="T0" fmla="*/ 136 w 136"/>
              <a:gd name="T1" fmla="*/ 0 h 133"/>
              <a:gd name="T2" fmla="*/ 124 w 136"/>
              <a:gd name="T3" fmla="*/ 11 h 133"/>
              <a:gd name="T4" fmla="*/ 105 w 136"/>
              <a:gd name="T5" fmla="*/ 30 h 133"/>
              <a:gd name="T6" fmla="*/ 93 w 136"/>
              <a:gd name="T7" fmla="*/ 41 h 133"/>
              <a:gd name="T8" fmla="*/ 74 w 136"/>
              <a:gd name="T9" fmla="*/ 60 h 133"/>
              <a:gd name="T10" fmla="*/ 62 w 136"/>
              <a:gd name="T11" fmla="*/ 72 h 133"/>
              <a:gd name="T12" fmla="*/ 43 w 136"/>
              <a:gd name="T13" fmla="*/ 91 h 133"/>
              <a:gd name="T14" fmla="*/ 31 w 136"/>
              <a:gd name="T15" fmla="*/ 102 h 133"/>
              <a:gd name="T16" fmla="*/ 12 w 136"/>
              <a:gd name="T17" fmla="*/ 121 h 133"/>
              <a:gd name="T18" fmla="*/ 0 w 136"/>
              <a:gd name="T19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6" h="133">
                <a:moveTo>
                  <a:pt x="136" y="0"/>
                </a:moveTo>
                <a:lnTo>
                  <a:pt x="124" y="11"/>
                </a:lnTo>
                <a:moveTo>
                  <a:pt x="105" y="30"/>
                </a:moveTo>
                <a:lnTo>
                  <a:pt x="93" y="41"/>
                </a:lnTo>
                <a:moveTo>
                  <a:pt x="74" y="60"/>
                </a:moveTo>
                <a:lnTo>
                  <a:pt x="62" y="72"/>
                </a:lnTo>
                <a:moveTo>
                  <a:pt x="43" y="91"/>
                </a:moveTo>
                <a:lnTo>
                  <a:pt x="31" y="102"/>
                </a:lnTo>
                <a:moveTo>
                  <a:pt x="12" y="121"/>
                </a:moveTo>
                <a:lnTo>
                  <a:pt x="0" y="13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2" name="Freeform 1055">
            <a:extLst>
              <a:ext uri="{FF2B5EF4-FFF2-40B4-BE49-F238E27FC236}">
                <a16:creationId xmlns:a16="http://schemas.microsoft.com/office/drawing/2014/main" id="{58AEC6EC-317E-27B4-6ACF-D447C8F789A3}"/>
              </a:ext>
            </a:extLst>
          </p:cNvPr>
          <p:cNvSpPr>
            <a:spLocks noEditPoints="1"/>
          </p:cNvSpPr>
          <p:nvPr/>
        </p:nvSpPr>
        <p:spPr bwMode="auto">
          <a:xfrm>
            <a:off x="2171700" y="3006726"/>
            <a:ext cx="49213" cy="66675"/>
          </a:xfrm>
          <a:custGeom>
            <a:avLst/>
            <a:gdLst>
              <a:gd name="T0" fmla="*/ 61 w 61"/>
              <a:gd name="T1" fmla="*/ 0 h 84"/>
              <a:gd name="T2" fmla="*/ 51 w 61"/>
              <a:gd name="T3" fmla="*/ 13 h 84"/>
              <a:gd name="T4" fmla="*/ 35 w 61"/>
              <a:gd name="T5" fmla="*/ 35 h 84"/>
              <a:gd name="T6" fmla="*/ 26 w 61"/>
              <a:gd name="T7" fmla="*/ 48 h 84"/>
              <a:gd name="T8" fmla="*/ 10 w 61"/>
              <a:gd name="T9" fmla="*/ 71 h 84"/>
              <a:gd name="T10" fmla="*/ 0 w 61"/>
              <a:gd name="T11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84">
                <a:moveTo>
                  <a:pt x="61" y="0"/>
                </a:moveTo>
                <a:lnTo>
                  <a:pt x="51" y="13"/>
                </a:lnTo>
                <a:moveTo>
                  <a:pt x="35" y="35"/>
                </a:moveTo>
                <a:lnTo>
                  <a:pt x="26" y="48"/>
                </a:lnTo>
                <a:moveTo>
                  <a:pt x="10" y="71"/>
                </a:moveTo>
                <a:lnTo>
                  <a:pt x="0" y="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3" name="Line 1056">
            <a:extLst>
              <a:ext uri="{FF2B5EF4-FFF2-40B4-BE49-F238E27FC236}">
                <a16:creationId xmlns:a16="http://schemas.microsoft.com/office/drawing/2014/main" id="{D0F135BE-BE7C-7535-BBEF-9150CC7692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1575" y="1377951"/>
            <a:ext cx="6350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4" name="Freeform 1057">
            <a:extLst>
              <a:ext uri="{FF2B5EF4-FFF2-40B4-BE49-F238E27FC236}">
                <a16:creationId xmlns:a16="http://schemas.microsoft.com/office/drawing/2014/main" id="{8BF75910-4863-E90A-CC17-0402E573C125}"/>
              </a:ext>
            </a:extLst>
          </p:cNvPr>
          <p:cNvSpPr>
            <a:spLocks noEditPoints="1"/>
          </p:cNvSpPr>
          <p:nvPr/>
        </p:nvSpPr>
        <p:spPr bwMode="auto">
          <a:xfrm>
            <a:off x="3683000" y="1081088"/>
            <a:ext cx="22225" cy="42863"/>
          </a:xfrm>
          <a:custGeom>
            <a:avLst/>
            <a:gdLst>
              <a:gd name="T0" fmla="*/ 28 w 28"/>
              <a:gd name="T1" fmla="*/ 0 h 53"/>
              <a:gd name="T2" fmla="*/ 20 w 28"/>
              <a:gd name="T3" fmla="*/ 14 h 53"/>
              <a:gd name="T4" fmla="*/ 8 w 28"/>
              <a:gd name="T5" fmla="*/ 38 h 53"/>
              <a:gd name="T6" fmla="*/ 0 w 28"/>
              <a:gd name="T7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" h="53">
                <a:moveTo>
                  <a:pt x="28" y="0"/>
                </a:moveTo>
                <a:lnTo>
                  <a:pt x="20" y="14"/>
                </a:lnTo>
                <a:moveTo>
                  <a:pt x="8" y="38"/>
                </a:moveTo>
                <a:lnTo>
                  <a:pt x="0" y="5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5" name="Freeform 1058">
            <a:extLst>
              <a:ext uri="{FF2B5EF4-FFF2-40B4-BE49-F238E27FC236}">
                <a16:creationId xmlns:a16="http://schemas.microsoft.com/office/drawing/2014/main" id="{3EC2BB36-D17F-77B1-7E52-1C9C703F5E7E}"/>
              </a:ext>
            </a:extLst>
          </p:cNvPr>
          <p:cNvSpPr>
            <a:spLocks noEditPoints="1"/>
          </p:cNvSpPr>
          <p:nvPr/>
        </p:nvSpPr>
        <p:spPr bwMode="auto">
          <a:xfrm>
            <a:off x="2514600" y="214313"/>
            <a:ext cx="28575" cy="38100"/>
          </a:xfrm>
          <a:custGeom>
            <a:avLst/>
            <a:gdLst>
              <a:gd name="T0" fmla="*/ 36 w 36"/>
              <a:gd name="T1" fmla="*/ 0 h 47"/>
              <a:gd name="T2" fmla="*/ 26 w 36"/>
              <a:gd name="T3" fmla="*/ 13 h 47"/>
              <a:gd name="T4" fmla="*/ 10 w 36"/>
              <a:gd name="T5" fmla="*/ 34 h 47"/>
              <a:gd name="T6" fmla="*/ 0 w 36"/>
              <a:gd name="T7" fmla="*/ 4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" h="47">
                <a:moveTo>
                  <a:pt x="36" y="0"/>
                </a:moveTo>
                <a:lnTo>
                  <a:pt x="26" y="13"/>
                </a:lnTo>
                <a:moveTo>
                  <a:pt x="10" y="34"/>
                </a:moveTo>
                <a:lnTo>
                  <a:pt x="0" y="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6" name="Freeform 1059">
            <a:extLst>
              <a:ext uri="{FF2B5EF4-FFF2-40B4-BE49-F238E27FC236}">
                <a16:creationId xmlns:a16="http://schemas.microsoft.com/office/drawing/2014/main" id="{BDCA9806-95A7-CE9F-253F-5BE27EFFB623}"/>
              </a:ext>
            </a:extLst>
          </p:cNvPr>
          <p:cNvSpPr>
            <a:spLocks noEditPoints="1"/>
          </p:cNvSpPr>
          <p:nvPr/>
        </p:nvSpPr>
        <p:spPr bwMode="auto">
          <a:xfrm>
            <a:off x="2043113" y="527051"/>
            <a:ext cx="57150" cy="60325"/>
          </a:xfrm>
          <a:custGeom>
            <a:avLst/>
            <a:gdLst>
              <a:gd name="T0" fmla="*/ 71 w 71"/>
              <a:gd name="T1" fmla="*/ 0 h 75"/>
              <a:gd name="T2" fmla="*/ 60 w 71"/>
              <a:gd name="T3" fmla="*/ 12 h 75"/>
              <a:gd name="T4" fmla="*/ 41 w 71"/>
              <a:gd name="T5" fmla="*/ 32 h 75"/>
              <a:gd name="T6" fmla="*/ 30 w 71"/>
              <a:gd name="T7" fmla="*/ 43 h 75"/>
              <a:gd name="T8" fmla="*/ 11 w 71"/>
              <a:gd name="T9" fmla="*/ 63 h 75"/>
              <a:gd name="T10" fmla="*/ 0 w 71"/>
              <a:gd name="T11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1" h="75">
                <a:moveTo>
                  <a:pt x="71" y="0"/>
                </a:moveTo>
                <a:lnTo>
                  <a:pt x="60" y="12"/>
                </a:lnTo>
                <a:moveTo>
                  <a:pt x="41" y="32"/>
                </a:moveTo>
                <a:lnTo>
                  <a:pt x="30" y="43"/>
                </a:lnTo>
                <a:moveTo>
                  <a:pt x="11" y="63"/>
                </a:moveTo>
                <a:lnTo>
                  <a:pt x="0" y="7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7" name="Freeform 1060">
            <a:extLst>
              <a:ext uri="{FF2B5EF4-FFF2-40B4-BE49-F238E27FC236}">
                <a16:creationId xmlns:a16="http://schemas.microsoft.com/office/drawing/2014/main" id="{70CC393C-C25F-471D-B452-367683248647}"/>
              </a:ext>
            </a:extLst>
          </p:cNvPr>
          <p:cNvSpPr>
            <a:spLocks noEditPoints="1"/>
          </p:cNvSpPr>
          <p:nvPr/>
        </p:nvSpPr>
        <p:spPr bwMode="auto">
          <a:xfrm>
            <a:off x="3590925" y="1160463"/>
            <a:ext cx="0" cy="115888"/>
          </a:xfrm>
          <a:custGeom>
            <a:avLst/>
            <a:gdLst>
              <a:gd name="T0" fmla="*/ 0 w 1"/>
              <a:gd name="T1" fmla="*/ 0 h 147"/>
              <a:gd name="T2" fmla="*/ 0 w 1"/>
              <a:gd name="T3" fmla="*/ 16 h 147"/>
              <a:gd name="T4" fmla="*/ 0 w 1"/>
              <a:gd name="T5" fmla="*/ 43 h 147"/>
              <a:gd name="T6" fmla="*/ 0 w 1"/>
              <a:gd name="T7" fmla="*/ 60 h 147"/>
              <a:gd name="T8" fmla="*/ 0 w 1"/>
              <a:gd name="T9" fmla="*/ 87 h 147"/>
              <a:gd name="T10" fmla="*/ 0 w 1"/>
              <a:gd name="T11" fmla="*/ 103 h 147"/>
              <a:gd name="T12" fmla="*/ 1 w 1"/>
              <a:gd name="T13" fmla="*/ 130 h 147"/>
              <a:gd name="T14" fmla="*/ 1 w 1"/>
              <a:gd name="T15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47">
                <a:moveTo>
                  <a:pt x="0" y="0"/>
                </a:moveTo>
                <a:lnTo>
                  <a:pt x="0" y="16"/>
                </a:lnTo>
                <a:moveTo>
                  <a:pt x="0" y="43"/>
                </a:moveTo>
                <a:lnTo>
                  <a:pt x="0" y="60"/>
                </a:lnTo>
                <a:moveTo>
                  <a:pt x="0" y="87"/>
                </a:moveTo>
                <a:lnTo>
                  <a:pt x="0" y="103"/>
                </a:lnTo>
                <a:moveTo>
                  <a:pt x="1" y="130"/>
                </a:moveTo>
                <a:lnTo>
                  <a:pt x="1" y="1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8" name="Freeform 1061">
            <a:extLst>
              <a:ext uri="{FF2B5EF4-FFF2-40B4-BE49-F238E27FC236}">
                <a16:creationId xmlns:a16="http://schemas.microsoft.com/office/drawing/2014/main" id="{9E7E780C-D341-1052-D9FD-F09F2D1F108A}"/>
              </a:ext>
            </a:extLst>
          </p:cNvPr>
          <p:cNvSpPr>
            <a:spLocks noEditPoints="1"/>
          </p:cNvSpPr>
          <p:nvPr/>
        </p:nvSpPr>
        <p:spPr bwMode="auto">
          <a:xfrm>
            <a:off x="3294063" y="2208213"/>
            <a:ext cx="34925" cy="31750"/>
          </a:xfrm>
          <a:custGeom>
            <a:avLst/>
            <a:gdLst>
              <a:gd name="T0" fmla="*/ 43 w 43"/>
              <a:gd name="T1" fmla="*/ 0 h 41"/>
              <a:gd name="T2" fmla="*/ 31 w 43"/>
              <a:gd name="T3" fmla="*/ 11 h 41"/>
              <a:gd name="T4" fmla="*/ 12 w 43"/>
              <a:gd name="T5" fmla="*/ 30 h 41"/>
              <a:gd name="T6" fmla="*/ 0 w 43"/>
              <a:gd name="T7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" h="41">
                <a:moveTo>
                  <a:pt x="43" y="0"/>
                </a:moveTo>
                <a:lnTo>
                  <a:pt x="31" y="11"/>
                </a:lnTo>
                <a:moveTo>
                  <a:pt x="12" y="30"/>
                </a:moveTo>
                <a:lnTo>
                  <a:pt x="0" y="4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9" name="Freeform 1062">
            <a:extLst>
              <a:ext uri="{FF2B5EF4-FFF2-40B4-BE49-F238E27FC236}">
                <a16:creationId xmlns:a16="http://schemas.microsoft.com/office/drawing/2014/main" id="{0AC71580-4324-D430-F312-7C0A3C0DF732}"/>
              </a:ext>
            </a:extLst>
          </p:cNvPr>
          <p:cNvSpPr>
            <a:spLocks noEditPoints="1"/>
          </p:cNvSpPr>
          <p:nvPr/>
        </p:nvSpPr>
        <p:spPr bwMode="auto">
          <a:xfrm>
            <a:off x="2009775" y="3105151"/>
            <a:ext cx="19050" cy="31750"/>
          </a:xfrm>
          <a:custGeom>
            <a:avLst/>
            <a:gdLst>
              <a:gd name="T0" fmla="*/ 23 w 23"/>
              <a:gd name="T1" fmla="*/ 0 h 40"/>
              <a:gd name="T2" fmla="*/ 15 w 23"/>
              <a:gd name="T3" fmla="*/ 14 h 40"/>
              <a:gd name="T4" fmla="*/ 1 w 23"/>
              <a:gd name="T5" fmla="*/ 38 h 40"/>
              <a:gd name="T6" fmla="*/ 0 w 23"/>
              <a:gd name="T7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" h="40">
                <a:moveTo>
                  <a:pt x="23" y="0"/>
                </a:moveTo>
                <a:lnTo>
                  <a:pt x="15" y="14"/>
                </a:lnTo>
                <a:moveTo>
                  <a:pt x="1" y="38"/>
                </a:moveTo>
                <a:lnTo>
                  <a:pt x="0" y="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0" name="Freeform 1063">
            <a:extLst>
              <a:ext uri="{FF2B5EF4-FFF2-40B4-BE49-F238E27FC236}">
                <a16:creationId xmlns:a16="http://schemas.microsoft.com/office/drawing/2014/main" id="{4194D463-A0A3-9D1B-37EB-6E150A74329F}"/>
              </a:ext>
            </a:extLst>
          </p:cNvPr>
          <p:cNvSpPr>
            <a:spLocks noEditPoints="1"/>
          </p:cNvSpPr>
          <p:nvPr/>
        </p:nvSpPr>
        <p:spPr bwMode="auto">
          <a:xfrm>
            <a:off x="2138363" y="3165476"/>
            <a:ext cx="80963" cy="84138"/>
          </a:xfrm>
          <a:custGeom>
            <a:avLst/>
            <a:gdLst>
              <a:gd name="T0" fmla="*/ 102 w 102"/>
              <a:gd name="T1" fmla="*/ 0 h 105"/>
              <a:gd name="T2" fmla="*/ 91 w 102"/>
              <a:gd name="T3" fmla="*/ 11 h 105"/>
              <a:gd name="T4" fmla="*/ 72 w 102"/>
              <a:gd name="T5" fmla="*/ 31 h 105"/>
              <a:gd name="T6" fmla="*/ 60 w 102"/>
              <a:gd name="T7" fmla="*/ 43 h 105"/>
              <a:gd name="T8" fmla="*/ 42 w 102"/>
              <a:gd name="T9" fmla="*/ 62 h 105"/>
              <a:gd name="T10" fmla="*/ 30 w 102"/>
              <a:gd name="T11" fmla="*/ 74 h 105"/>
              <a:gd name="T12" fmla="*/ 11 w 102"/>
              <a:gd name="T13" fmla="*/ 93 h 105"/>
              <a:gd name="T14" fmla="*/ 0 w 102"/>
              <a:gd name="T15" fmla="*/ 105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" h="105">
                <a:moveTo>
                  <a:pt x="102" y="0"/>
                </a:moveTo>
                <a:lnTo>
                  <a:pt x="91" y="11"/>
                </a:lnTo>
                <a:moveTo>
                  <a:pt x="72" y="31"/>
                </a:moveTo>
                <a:lnTo>
                  <a:pt x="60" y="43"/>
                </a:lnTo>
                <a:moveTo>
                  <a:pt x="42" y="62"/>
                </a:moveTo>
                <a:lnTo>
                  <a:pt x="30" y="74"/>
                </a:lnTo>
                <a:moveTo>
                  <a:pt x="11" y="93"/>
                </a:moveTo>
                <a:lnTo>
                  <a:pt x="0" y="10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1" name="Freeform 1064">
            <a:extLst>
              <a:ext uri="{FF2B5EF4-FFF2-40B4-BE49-F238E27FC236}">
                <a16:creationId xmlns:a16="http://schemas.microsoft.com/office/drawing/2014/main" id="{53114163-C569-B357-5C3C-DEB6D0837D4D}"/>
              </a:ext>
            </a:extLst>
          </p:cNvPr>
          <p:cNvSpPr>
            <a:spLocks noEditPoints="1"/>
          </p:cNvSpPr>
          <p:nvPr/>
        </p:nvSpPr>
        <p:spPr bwMode="auto">
          <a:xfrm>
            <a:off x="3001963" y="849313"/>
            <a:ext cx="23813" cy="184150"/>
          </a:xfrm>
          <a:custGeom>
            <a:avLst/>
            <a:gdLst>
              <a:gd name="T0" fmla="*/ 30 w 30"/>
              <a:gd name="T1" fmla="*/ 0 h 232"/>
              <a:gd name="T2" fmla="*/ 28 w 30"/>
              <a:gd name="T3" fmla="*/ 16 h 232"/>
              <a:gd name="T4" fmla="*/ 25 w 30"/>
              <a:gd name="T5" fmla="*/ 43 h 232"/>
              <a:gd name="T6" fmla="*/ 23 w 30"/>
              <a:gd name="T7" fmla="*/ 59 h 232"/>
              <a:gd name="T8" fmla="*/ 19 w 30"/>
              <a:gd name="T9" fmla="*/ 86 h 232"/>
              <a:gd name="T10" fmla="*/ 17 w 30"/>
              <a:gd name="T11" fmla="*/ 102 h 232"/>
              <a:gd name="T12" fmla="*/ 14 w 30"/>
              <a:gd name="T13" fmla="*/ 129 h 232"/>
              <a:gd name="T14" fmla="*/ 11 w 30"/>
              <a:gd name="T15" fmla="*/ 146 h 232"/>
              <a:gd name="T16" fmla="*/ 8 w 30"/>
              <a:gd name="T17" fmla="*/ 172 h 232"/>
              <a:gd name="T18" fmla="*/ 6 w 30"/>
              <a:gd name="T19" fmla="*/ 189 h 232"/>
              <a:gd name="T20" fmla="*/ 3 w 30"/>
              <a:gd name="T21" fmla="*/ 216 h 232"/>
              <a:gd name="T22" fmla="*/ 0 w 30"/>
              <a:gd name="T23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0" h="232">
                <a:moveTo>
                  <a:pt x="30" y="0"/>
                </a:moveTo>
                <a:lnTo>
                  <a:pt x="28" y="16"/>
                </a:lnTo>
                <a:moveTo>
                  <a:pt x="25" y="43"/>
                </a:moveTo>
                <a:lnTo>
                  <a:pt x="23" y="59"/>
                </a:lnTo>
                <a:moveTo>
                  <a:pt x="19" y="86"/>
                </a:moveTo>
                <a:lnTo>
                  <a:pt x="17" y="102"/>
                </a:lnTo>
                <a:moveTo>
                  <a:pt x="14" y="129"/>
                </a:moveTo>
                <a:lnTo>
                  <a:pt x="11" y="146"/>
                </a:lnTo>
                <a:moveTo>
                  <a:pt x="8" y="172"/>
                </a:moveTo>
                <a:lnTo>
                  <a:pt x="6" y="189"/>
                </a:lnTo>
                <a:moveTo>
                  <a:pt x="3" y="216"/>
                </a:moveTo>
                <a:lnTo>
                  <a:pt x="0" y="2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2" name="Freeform 1065">
            <a:extLst>
              <a:ext uri="{FF2B5EF4-FFF2-40B4-BE49-F238E27FC236}">
                <a16:creationId xmlns:a16="http://schemas.microsoft.com/office/drawing/2014/main" id="{1E1934D0-1BAD-5280-81C3-A872E9EBFB4F}"/>
              </a:ext>
            </a:extLst>
          </p:cNvPr>
          <p:cNvSpPr>
            <a:spLocks noEditPoints="1"/>
          </p:cNvSpPr>
          <p:nvPr/>
        </p:nvSpPr>
        <p:spPr bwMode="auto">
          <a:xfrm>
            <a:off x="3251200" y="3240088"/>
            <a:ext cx="73025" cy="84138"/>
          </a:xfrm>
          <a:custGeom>
            <a:avLst/>
            <a:gdLst>
              <a:gd name="T0" fmla="*/ 92 w 92"/>
              <a:gd name="T1" fmla="*/ 0 h 106"/>
              <a:gd name="T2" fmla="*/ 82 w 92"/>
              <a:gd name="T3" fmla="*/ 12 h 106"/>
              <a:gd name="T4" fmla="*/ 64 w 92"/>
              <a:gd name="T5" fmla="*/ 33 h 106"/>
              <a:gd name="T6" fmla="*/ 53 w 92"/>
              <a:gd name="T7" fmla="*/ 45 h 106"/>
              <a:gd name="T8" fmla="*/ 35 w 92"/>
              <a:gd name="T9" fmla="*/ 66 h 106"/>
              <a:gd name="T10" fmla="*/ 25 w 92"/>
              <a:gd name="T11" fmla="*/ 78 h 106"/>
              <a:gd name="T12" fmla="*/ 7 w 92"/>
              <a:gd name="T13" fmla="*/ 98 h 106"/>
              <a:gd name="T14" fmla="*/ 0 w 92"/>
              <a:gd name="T15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2" h="106">
                <a:moveTo>
                  <a:pt x="92" y="0"/>
                </a:moveTo>
                <a:lnTo>
                  <a:pt x="82" y="12"/>
                </a:lnTo>
                <a:moveTo>
                  <a:pt x="64" y="33"/>
                </a:moveTo>
                <a:lnTo>
                  <a:pt x="53" y="45"/>
                </a:lnTo>
                <a:moveTo>
                  <a:pt x="35" y="66"/>
                </a:moveTo>
                <a:lnTo>
                  <a:pt x="25" y="78"/>
                </a:lnTo>
                <a:moveTo>
                  <a:pt x="7" y="98"/>
                </a:moveTo>
                <a:lnTo>
                  <a:pt x="0" y="10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3" name="Freeform 1066">
            <a:extLst>
              <a:ext uri="{FF2B5EF4-FFF2-40B4-BE49-F238E27FC236}">
                <a16:creationId xmlns:a16="http://schemas.microsoft.com/office/drawing/2014/main" id="{98CFFA4A-D1A5-38B7-75D3-8551B8BE01E1}"/>
              </a:ext>
            </a:extLst>
          </p:cNvPr>
          <p:cNvSpPr>
            <a:spLocks noEditPoints="1"/>
          </p:cNvSpPr>
          <p:nvPr/>
        </p:nvSpPr>
        <p:spPr bwMode="auto">
          <a:xfrm>
            <a:off x="2070100" y="2508251"/>
            <a:ext cx="96838" cy="236538"/>
          </a:xfrm>
          <a:custGeom>
            <a:avLst/>
            <a:gdLst>
              <a:gd name="T0" fmla="*/ 122 w 122"/>
              <a:gd name="T1" fmla="*/ 0 h 297"/>
              <a:gd name="T2" fmla="*/ 116 w 122"/>
              <a:gd name="T3" fmla="*/ 15 h 297"/>
              <a:gd name="T4" fmla="*/ 106 w 122"/>
              <a:gd name="T5" fmla="*/ 40 h 297"/>
              <a:gd name="T6" fmla="*/ 99 w 122"/>
              <a:gd name="T7" fmla="*/ 56 h 297"/>
              <a:gd name="T8" fmla="*/ 89 w 122"/>
              <a:gd name="T9" fmla="*/ 81 h 297"/>
              <a:gd name="T10" fmla="*/ 83 w 122"/>
              <a:gd name="T11" fmla="*/ 96 h 297"/>
              <a:gd name="T12" fmla="*/ 72 w 122"/>
              <a:gd name="T13" fmla="*/ 121 h 297"/>
              <a:gd name="T14" fmla="*/ 66 w 122"/>
              <a:gd name="T15" fmla="*/ 136 h 297"/>
              <a:gd name="T16" fmla="*/ 56 w 122"/>
              <a:gd name="T17" fmla="*/ 161 h 297"/>
              <a:gd name="T18" fmla="*/ 50 w 122"/>
              <a:gd name="T19" fmla="*/ 176 h 297"/>
              <a:gd name="T20" fmla="*/ 39 w 122"/>
              <a:gd name="T21" fmla="*/ 201 h 297"/>
              <a:gd name="T22" fmla="*/ 33 w 122"/>
              <a:gd name="T23" fmla="*/ 216 h 297"/>
              <a:gd name="T24" fmla="*/ 22 w 122"/>
              <a:gd name="T25" fmla="*/ 241 h 297"/>
              <a:gd name="T26" fmla="*/ 16 w 122"/>
              <a:gd name="T27" fmla="*/ 257 h 297"/>
              <a:gd name="T28" fmla="*/ 6 w 122"/>
              <a:gd name="T29" fmla="*/ 282 h 297"/>
              <a:gd name="T30" fmla="*/ 0 w 122"/>
              <a:gd name="T3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2" h="297">
                <a:moveTo>
                  <a:pt x="122" y="0"/>
                </a:moveTo>
                <a:lnTo>
                  <a:pt x="116" y="15"/>
                </a:lnTo>
                <a:moveTo>
                  <a:pt x="106" y="40"/>
                </a:moveTo>
                <a:lnTo>
                  <a:pt x="99" y="56"/>
                </a:lnTo>
                <a:moveTo>
                  <a:pt x="89" y="81"/>
                </a:moveTo>
                <a:lnTo>
                  <a:pt x="83" y="96"/>
                </a:lnTo>
                <a:moveTo>
                  <a:pt x="72" y="121"/>
                </a:moveTo>
                <a:lnTo>
                  <a:pt x="66" y="136"/>
                </a:lnTo>
                <a:moveTo>
                  <a:pt x="56" y="161"/>
                </a:moveTo>
                <a:lnTo>
                  <a:pt x="50" y="176"/>
                </a:lnTo>
                <a:moveTo>
                  <a:pt x="39" y="201"/>
                </a:moveTo>
                <a:lnTo>
                  <a:pt x="33" y="216"/>
                </a:lnTo>
                <a:moveTo>
                  <a:pt x="22" y="241"/>
                </a:moveTo>
                <a:lnTo>
                  <a:pt x="16" y="257"/>
                </a:lnTo>
                <a:moveTo>
                  <a:pt x="6" y="282"/>
                </a:moveTo>
                <a:lnTo>
                  <a:pt x="0" y="2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4" name="Freeform 1067">
            <a:extLst>
              <a:ext uri="{FF2B5EF4-FFF2-40B4-BE49-F238E27FC236}">
                <a16:creationId xmlns:a16="http://schemas.microsoft.com/office/drawing/2014/main" id="{72CFD347-EB99-120F-A762-D23A5B54AE98}"/>
              </a:ext>
            </a:extLst>
          </p:cNvPr>
          <p:cNvSpPr>
            <a:spLocks noEditPoints="1"/>
          </p:cNvSpPr>
          <p:nvPr/>
        </p:nvSpPr>
        <p:spPr bwMode="auto">
          <a:xfrm>
            <a:off x="2128838" y="1577976"/>
            <a:ext cx="134938" cy="127000"/>
          </a:xfrm>
          <a:custGeom>
            <a:avLst/>
            <a:gdLst>
              <a:gd name="T0" fmla="*/ 171 w 171"/>
              <a:gd name="T1" fmla="*/ 0 h 160"/>
              <a:gd name="T2" fmla="*/ 159 w 171"/>
              <a:gd name="T3" fmla="*/ 11 h 160"/>
              <a:gd name="T4" fmla="*/ 139 w 171"/>
              <a:gd name="T5" fmla="*/ 30 h 160"/>
              <a:gd name="T6" fmla="*/ 127 w 171"/>
              <a:gd name="T7" fmla="*/ 41 h 160"/>
              <a:gd name="T8" fmla="*/ 107 w 171"/>
              <a:gd name="T9" fmla="*/ 59 h 160"/>
              <a:gd name="T10" fmla="*/ 95 w 171"/>
              <a:gd name="T11" fmla="*/ 70 h 160"/>
              <a:gd name="T12" fmla="*/ 75 w 171"/>
              <a:gd name="T13" fmla="*/ 89 h 160"/>
              <a:gd name="T14" fmla="*/ 63 w 171"/>
              <a:gd name="T15" fmla="*/ 100 h 160"/>
              <a:gd name="T16" fmla="*/ 44 w 171"/>
              <a:gd name="T17" fmla="*/ 119 h 160"/>
              <a:gd name="T18" fmla="*/ 32 w 171"/>
              <a:gd name="T19" fmla="*/ 130 h 160"/>
              <a:gd name="T20" fmla="*/ 12 w 171"/>
              <a:gd name="T21" fmla="*/ 149 h 160"/>
              <a:gd name="T22" fmla="*/ 0 w 171"/>
              <a:gd name="T23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71" h="160">
                <a:moveTo>
                  <a:pt x="171" y="0"/>
                </a:moveTo>
                <a:lnTo>
                  <a:pt x="159" y="11"/>
                </a:lnTo>
                <a:moveTo>
                  <a:pt x="139" y="30"/>
                </a:moveTo>
                <a:lnTo>
                  <a:pt x="127" y="41"/>
                </a:lnTo>
                <a:moveTo>
                  <a:pt x="107" y="59"/>
                </a:moveTo>
                <a:lnTo>
                  <a:pt x="95" y="70"/>
                </a:lnTo>
                <a:moveTo>
                  <a:pt x="75" y="89"/>
                </a:moveTo>
                <a:lnTo>
                  <a:pt x="63" y="100"/>
                </a:lnTo>
                <a:moveTo>
                  <a:pt x="44" y="119"/>
                </a:moveTo>
                <a:lnTo>
                  <a:pt x="32" y="130"/>
                </a:lnTo>
                <a:moveTo>
                  <a:pt x="12" y="149"/>
                </a:moveTo>
                <a:lnTo>
                  <a:pt x="0" y="1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5" name="Freeform 1068">
            <a:extLst>
              <a:ext uri="{FF2B5EF4-FFF2-40B4-BE49-F238E27FC236}">
                <a16:creationId xmlns:a16="http://schemas.microsoft.com/office/drawing/2014/main" id="{4ED04393-09D4-66B0-92EF-542EE9EFFF04}"/>
              </a:ext>
            </a:extLst>
          </p:cNvPr>
          <p:cNvSpPr>
            <a:spLocks noEditPoints="1"/>
          </p:cNvSpPr>
          <p:nvPr/>
        </p:nvSpPr>
        <p:spPr bwMode="auto">
          <a:xfrm>
            <a:off x="2173288" y="846138"/>
            <a:ext cx="88900" cy="112713"/>
          </a:xfrm>
          <a:custGeom>
            <a:avLst/>
            <a:gdLst>
              <a:gd name="T0" fmla="*/ 112 w 112"/>
              <a:gd name="T1" fmla="*/ 0 h 143"/>
              <a:gd name="T2" fmla="*/ 102 w 112"/>
              <a:gd name="T3" fmla="*/ 13 h 143"/>
              <a:gd name="T4" fmla="*/ 85 w 112"/>
              <a:gd name="T5" fmla="*/ 34 h 143"/>
              <a:gd name="T6" fmla="*/ 75 w 112"/>
              <a:gd name="T7" fmla="*/ 47 h 143"/>
              <a:gd name="T8" fmla="*/ 58 w 112"/>
              <a:gd name="T9" fmla="*/ 68 h 143"/>
              <a:gd name="T10" fmla="*/ 48 w 112"/>
              <a:gd name="T11" fmla="*/ 81 h 143"/>
              <a:gd name="T12" fmla="*/ 31 w 112"/>
              <a:gd name="T13" fmla="*/ 103 h 143"/>
              <a:gd name="T14" fmla="*/ 21 w 112"/>
              <a:gd name="T15" fmla="*/ 115 h 143"/>
              <a:gd name="T16" fmla="*/ 5 w 112"/>
              <a:gd name="T17" fmla="*/ 137 h 143"/>
              <a:gd name="T18" fmla="*/ 0 w 112"/>
              <a:gd name="T19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2" h="143">
                <a:moveTo>
                  <a:pt x="112" y="0"/>
                </a:moveTo>
                <a:lnTo>
                  <a:pt x="102" y="13"/>
                </a:lnTo>
                <a:moveTo>
                  <a:pt x="85" y="34"/>
                </a:moveTo>
                <a:lnTo>
                  <a:pt x="75" y="47"/>
                </a:lnTo>
                <a:moveTo>
                  <a:pt x="58" y="68"/>
                </a:moveTo>
                <a:lnTo>
                  <a:pt x="48" y="81"/>
                </a:lnTo>
                <a:moveTo>
                  <a:pt x="31" y="103"/>
                </a:moveTo>
                <a:lnTo>
                  <a:pt x="21" y="115"/>
                </a:lnTo>
                <a:moveTo>
                  <a:pt x="5" y="137"/>
                </a:moveTo>
                <a:lnTo>
                  <a:pt x="0" y="14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6" name="Line 1069">
            <a:extLst>
              <a:ext uri="{FF2B5EF4-FFF2-40B4-BE49-F238E27FC236}">
                <a16:creationId xmlns:a16="http://schemas.microsoft.com/office/drawing/2014/main" id="{44DB1D02-39D1-D3A8-30AA-A968B28B1E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9988" y="1671638"/>
            <a:ext cx="7938" cy="95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7" name="Freeform 1070">
            <a:extLst>
              <a:ext uri="{FF2B5EF4-FFF2-40B4-BE49-F238E27FC236}">
                <a16:creationId xmlns:a16="http://schemas.microsoft.com/office/drawing/2014/main" id="{6D4AF089-97FD-30E7-6919-2F92C2B7EDE9}"/>
              </a:ext>
            </a:extLst>
          </p:cNvPr>
          <p:cNvSpPr>
            <a:spLocks noEditPoints="1"/>
          </p:cNvSpPr>
          <p:nvPr/>
        </p:nvSpPr>
        <p:spPr bwMode="auto">
          <a:xfrm>
            <a:off x="2011363" y="719138"/>
            <a:ext cx="79375" cy="85725"/>
          </a:xfrm>
          <a:custGeom>
            <a:avLst/>
            <a:gdLst>
              <a:gd name="T0" fmla="*/ 100 w 100"/>
              <a:gd name="T1" fmla="*/ 0 h 108"/>
              <a:gd name="T2" fmla="*/ 89 w 100"/>
              <a:gd name="T3" fmla="*/ 12 h 108"/>
              <a:gd name="T4" fmla="*/ 71 w 100"/>
              <a:gd name="T5" fmla="*/ 32 h 108"/>
              <a:gd name="T6" fmla="*/ 60 w 100"/>
              <a:gd name="T7" fmla="*/ 44 h 108"/>
              <a:gd name="T8" fmla="*/ 41 w 100"/>
              <a:gd name="T9" fmla="*/ 64 h 108"/>
              <a:gd name="T10" fmla="*/ 30 w 100"/>
              <a:gd name="T11" fmla="*/ 76 h 108"/>
              <a:gd name="T12" fmla="*/ 11 w 100"/>
              <a:gd name="T13" fmla="*/ 96 h 108"/>
              <a:gd name="T14" fmla="*/ 0 w 100"/>
              <a:gd name="T15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0" h="108">
                <a:moveTo>
                  <a:pt x="100" y="0"/>
                </a:moveTo>
                <a:lnTo>
                  <a:pt x="89" y="12"/>
                </a:lnTo>
                <a:moveTo>
                  <a:pt x="71" y="32"/>
                </a:moveTo>
                <a:lnTo>
                  <a:pt x="60" y="44"/>
                </a:lnTo>
                <a:moveTo>
                  <a:pt x="41" y="64"/>
                </a:moveTo>
                <a:lnTo>
                  <a:pt x="30" y="76"/>
                </a:lnTo>
                <a:moveTo>
                  <a:pt x="11" y="96"/>
                </a:moveTo>
                <a:lnTo>
                  <a:pt x="0" y="10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8" name="Freeform 1071">
            <a:extLst>
              <a:ext uri="{FF2B5EF4-FFF2-40B4-BE49-F238E27FC236}">
                <a16:creationId xmlns:a16="http://schemas.microsoft.com/office/drawing/2014/main" id="{E94C80E1-1AE3-D3E3-D499-37EF8EE59FF4}"/>
              </a:ext>
            </a:extLst>
          </p:cNvPr>
          <p:cNvSpPr>
            <a:spLocks noEditPoints="1"/>
          </p:cNvSpPr>
          <p:nvPr/>
        </p:nvSpPr>
        <p:spPr bwMode="auto">
          <a:xfrm>
            <a:off x="3498850" y="280988"/>
            <a:ext cx="6350" cy="290513"/>
          </a:xfrm>
          <a:custGeom>
            <a:avLst/>
            <a:gdLst>
              <a:gd name="T0" fmla="*/ 8 w 8"/>
              <a:gd name="T1" fmla="*/ 0 h 365"/>
              <a:gd name="T2" fmla="*/ 8 w 8"/>
              <a:gd name="T3" fmla="*/ 16 h 365"/>
              <a:gd name="T4" fmla="*/ 7 w 8"/>
              <a:gd name="T5" fmla="*/ 44 h 365"/>
              <a:gd name="T6" fmla="*/ 7 w 8"/>
              <a:gd name="T7" fmla="*/ 60 h 365"/>
              <a:gd name="T8" fmla="*/ 6 w 8"/>
              <a:gd name="T9" fmla="*/ 87 h 365"/>
              <a:gd name="T10" fmla="*/ 6 w 8"/>
              <a:gd name="T11" fmla="*/ 104 h 365"/>
              <a:gd name="T12" fmla="*/ 5 w 8"/>
              <a:gd name="T13" fmla="*/ 131 h 365"/>
              <a:gd name="T14" fmla="*/ 5 w 8"/>
              <a:gd name="T15" fmla="*/ 147 h 365"/>
              <a:gd name="T16" fmla="*/ 4 w 8"/>
              <a:gd name="T17" fmla="*/ 174 h 365"/>
              <a:gd name="T18" fmla="*/ 4 w 8"/>
              <a:gd name="T19" fmla="*/ 191 h 365"/>
              <a:gd name="T20" fmla="*/ 3 w 8"/>
              <a:gd name="T21" fmla="*/ 218 h 365"/>
              <a:gd name="T22" fmla="*/ 3 w 8"/>
              <a:gd name="T23" fmla="*/ 234 h 365"/>
              <a:gd name="T24" fmla="*/ 2 w 8"/>
              <a:gd name="T25" fmla="*/ 261 h 365"/>
              <a:gd name="T26" fmla="*/ 2 w 8"/>
              <a:gd name="T27" fmla="*/ 278 h 365"/>
              <a:gd name="T28" fmla="*/ 1 w 8"/>
              <a:gd name="T29" fmla="*/ 305 h 365"/>
              <a:gd name="T30" fmla="*/ 1 w 8"/>
              <a:gd name="T31" fmla="*/ 321 h 365"/>
              <a:gd name="T32" fmla="*/ 1 w 8"/>
              <a:gd name="T33" fmla="*/ 348 h 365"/>
              <a:gd name="T34" fmla="*/ 0 w 8"/>
              <a:gd name="T35" fmla="*/ 36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" h="365">
                <a:moveTo>
                  <a:pt x="8" y="0"/>
                </a:moveTo>
                <a:lnTo>
                  <a:pt x="8" y="16"/>
                </a:lnTo>
                <a:moveTo>
                  <a:pt x="7" y="44"/>
                </a:moveTo>
                <a:lnTo>
                  <a:pt x="7" y="60"/>
                </a:lnTo>
                <a:moveTo>
                  <a:pt x="6" y="87"/>
                </a:moveTo>
                <a:lnTo>
                  <a:pt x="6" y="104"/>
                </a:lnTo>
                <a:moveTo>
                  <a:pt x="5" y="131"/>
                </a:moveTo>
                <a:lnTo>
                  <a:pt x="5" y="147"/>
                </a:lnTo>
                <a:moveTo>
                  <a:pt x="4" y="174"/>
                </a:moveTo>
                <a:lnTo>
                  <a:pt x="4" y="191"/>
                </a:lnTo>
                <a:moveTo>
                  <a:pt x="3" y="218"/>
                </a:moveTo>
                <a:lnTo>
                  <a:pt x="3" y="234"/>
                </a:lnTo>
                <a:moveTo>
                  <a:pt x="2" y="261"/>
                </a:moveTo>
                <a:lnTo>
                  <a:pt x="2" y="278"/>
                </a:lnTo>
                <a:moveTo>
                  <a:pt x="1" y="305"/>
                </a:moveTo>
                <a:lnTo>
                  <a:pt x="1" y="321"/>
                </a:lnTo>
                <a:moveTo>
                  <a:pt x="1" y="348"/>
                </a:moveTo>
                <a:lnTo>
                  <a:pt x="0" y="36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9" name="Freeform 1072">
            <a:extLst>
              <a:ext uri="{FF2B5EF4-FFF2-40B4-BE49-F238E27FC236}">
                <a16:creationId xmlns:a16="http://schemas.microsoft.com/office/drawing/2014/main" id="{07D0B419-D5CE-A6FE-01AA-6BE470129F88}"/>
              </a:ext>
            </a:extLst>
          </p:cNvPr>
          <p:cNvSpPr>
            <a:spLocks noEditPoints="1"/>
          </p:cNvSpPr>
          <p:nvPr/>
        </p:nvSpPr>
        <p:spPr bwMode="auto">
          <a:xfrm>
            <a:off x="2997200" y="2625726"/>
            <a:ext cx="0" cy="117475"/>
          </a:xfrm>
          <a:custGeom>
            <a:avLst/>
            <a:gdLst>
              <a:gd name="T0" fmla="*/ 0 h 147"/>
              <a:gd name="T1" fmla="*/ 16 h 147"/>
              <a:gd name="T2" fmla="*/ 44 h 147"/>
              <a:gd name="T3" fmla="*/ 60 h 147"/>
              <a:gd name="T4" fmla="*/ 87 h 147"/>
              <a:gd name="T5" fmla="*/ 103 h 147"/>
              <a:gd name="T6" fmla="*/ 131 h 147"/>
              <a:gd name="T7" fmla="*/ 147 h 147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47">
                <a:moveTo>
                  <a:pt x="0" y="0"/>
                </a:moveTo>
                <a:lnTo>
                  <a:pt x="0" y="16"/>
                </a:lnTo>
                <a:moveTo>
                  <a:pt x="0" y="44"/>
                </a:moveTo>
                <a:lnTo>
                  <a:pt x="0" y="60"/>
                </a:lnTo>
                <a:moveTo>
                  <a:pt x="0" y="87"/>
                </a:moveTo>
                <a:lnTo>
                  <a:pt x="0" y="103"/>
                </a:lnTo>
                <a:moveTo>
                  <a:pt x="0" y="131"/>
                </a:moveTo>
                <a:lnTo>
                  <a:pt x="0" y="1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0" name="Freeform 1073">
            <a:extLst>
              <a:ext uri="{FF2B5EF4-FFF2-40B4-BE49-F238E27FC236}">
                <a16:creationId xmlns:a16="http://schemas.microsoft.com/office/drawing/2014/main" id="{F85B066F-E134-8EB7-5A5D-89274B8FCE7D}"/>
              </a:ext>
            </a:extLst>
          </p:cNvPr>
          <p:cNvSpPr>
            <a:spLocks noEditPoints="1"/>
          </p:cNvSpPr>
          <p:nvPr/>
        </p:nvSpPr>
        <p:spPr bwMode="auto">
          <a:xfrm>
            <a:off x="3473450" y="2112963"/>
            <a:ext cx="55563" cy="61913"/>
          </a:xfrm>
          <a:custGeom>
            <a:avLst/>
            <a:gdLst>
              <a:gd name="T0" fmla="*/ 70 w 70"/>
              <a:gd name="T1" fmla="*/ 0 h 77"/>
              <a:gd name="T2" fmla="*/ 59 w 70"/>
              <a:gd name="T3" fmla="*/ 13 h 77"/>
              <a:gd name="T4" fmla="*/ 40 w 70"/>
              <a:gd name="T5" fmla="*/ 33 h 77"/>
              <a:gd name="T6" fmla="*/ 29 w 70"/>
              <a:gd name="T7" fmla="*/ 45 h 77"/>
              <a:gd name="T8" fmla="*/ 11 w 70"/>
              <a:gd name="T9" fmla="*/ 65 h 77"/>
              <a:gd name="T10" fmla="*/ 0 w 70"/>
              <a:gd name="T11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0" h="77">
                <a:moveTo>
                  <a:pt x="70" y="0"/>
                </a:moveTo>
                <a:lnTo>
                  <a:pt x="59" y="13"/>
                </a:lnTo>
                <a:moveTo>
                  <a:pt x="40" y="33"/>
                </a:moveTo>
                <a:lnTo>
                  <a:pt x="29" y="45"/>
                </a:lnTo>
                <a:moveTo>
                  <a:pt x="11" y="65"/>
                </a:moveTo>
                <a:lnTo>
                  <a:pt x="0" y="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1" name="Freeform 1074">
            <a:extLst>
              <a:ext uri="{FF2B5EF4-FFF2-40B4-BE49-F238E27FC236}">
                <a16:creationId xmlns:a16="http://schemas.microsoft.com/office/drawing/2014/main" id="{0784C9FE-EC92-DD06-CAB7-4F498474E3E0}"/>
              </a:ext>
            </a:extLst>
          </p:cNvPr>
          <p:cNvSpPr>
            <a:spLocks noEditPoints="1"/>
          </p:cNvSpPr>
          <p:nvPr/>
        </p:nvSpPr>
        <p:spPr bwMode="auto">
          <a:xfrm>
            <a:off x="3556000" y="571501"/>
            <a:ext cx="38100" cy="65088"/>
          </a:xfrm>
          <a:custGeom>
            <a:avLst/>
            <a:gdLst>
              <a:gd name="T0" fmla="*/ 47 w 47"/>
              <a:gd name="T1" fmla="*/ 0 h 81"/>
              <a:gd name="T2" fmla="*/ 39 w 47"/>
              <a:gd name="T3" fmla="*/ 14 h 81"/>
              <a:gd name="T4" fmla="*/ 25 w 47"/>
              <a:gd name="T5" fmla="*/ 38 h 81"/>
              <a:gd name="T6" fmla="*/ 17 w 47"/>
              <a:gd name="T7" fmla="*/ 52 h 81"/>
              <a:gd name="T8" fmla="*/ 3 w 47"/>
              <a:gd name="T9" fmla="*/ 75 h 81"/>
              <a:gd name="T10" fmla="*/ 0 w 47"/>
              <a:gd name="T11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81">
                <a:moveTo>
                  <a:pt x="47" y="0"/>
                </a:moveTo>
                <a:lnTo>
                  <a:pt x="39" y="14"/>
                </a:lnTo>
                <a:moveTo>
                  <a:pt x="25" y="38"/>
                </a:moveTo>
                <a:lnTo>
                  <a:pt x="17" y="52"/>
                </a:lnTo>
                <a:moveTo>
                  <a:pt x="3" y="75"/>
                </a:moveTo>
                <a:lnTo>
                  <a:pt x="0" y="8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2" name="Line 1075">
            <a:extLst>
              <a:ext uri="{FF2B5EF4-FFF2-40B4-BE49-F238E27FC236}">
                <a16:creationId xmlns:a16="http://schemas.microsoft.com/office/drawing/2014/main" id="{783F110A-5FAF-76F3-C103-34DBB1FD08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875" y="2838451"/>
            <a:ext cx="3175" cy="127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3" name="Freeform 1076">
            <a:extLst>
              <a:ext uri="{FF2B5EF4-FFF2-40B4-BE49-F238E27FC236}">
                <a16:creationId xmlns:a16="http://schemas.microsoft.com/office/drawing/2014/main" id="{6E359871-9A44-12AF-B2F7-676647CFD115}"/>
              </a:ext>
            </a:extLst>
          </p:cNvPr>
          <p:cNvSpPr>
            <a:spLocks noEditPoints="1"/>
          </p:cNvSpPr>
          <p:nvPr/>
        </p:nvSpPr>
        <p:spPr bwMode="auto">
          <a:xfrm>
            <a:off x="2613025" y="1595438"/>
            <a:ext cx="87313" cy="111125"/>
          </a:xfrm>
          <a:custGeom>
            <a:avLst/>
            <a:gdLst>
              <a:gd name="T0" fmla="*/ 111 w 111"/>
              <a:gd name="T1" fmla="*/ 0 h 140"/>
              <a:gd name="T2" fmla="*/ 101 w 111"/>
              <a:gd name="T3" fmla="*/ 12 h 140"/>
              <a:gd name="T4" fmla="*/ 84 w 111"/>
              <a:gd name="T5" fmla="*/ 34 h 140"/>
              <a:gd name="T6" fmla="*/ 74 w 111"/>
              <a:gd name="T7" fmla="*/ 47 h 140"/>
              <a:gd name="T8" fmla="*/ 57 w 111"/>
              <a:gd name="T9" fmla="*/ 68 h 140"/>
              <a:gd name="T10" fmla="*/ 47 w 111"/>
              <a:gd name="T11" fmla="*/ 81 h 140"/>
              <a:gd name="T12" fmla="*/ 30 w 111"/>
              <a:gd name="T13" fmla="*/ 102 h 140"/>
              <a:gd name="T14" fmla="*/ 20 w 111"/>
              <a:gd name="T15" fmla="*/ 115 h 140"/>
              <a:gd name="T16" fmla="*/ 3 w 111"/>
              <a:gd name="T17" fmla="*/ 136 h 140"/>
              <a:gd name="T18" fmla="*/ 0 w 111"/>
              <a:gd name="T19" fmla="*/ 14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1" h="140">
                <a:moveTo>
                  <a:pt x="111" y="0"/>
                </a:moveTo>
                <a:lnTo>
                  <a:pt x="101" y="12"/>
                </a:lnTo>
                <a:moveTo>
                  <a:pt x="84" y="34"/>
                </a:moveTo>
                <a:lnTo>
                  <a:pt x="74" y="47"/>
                </a:lnTo>
                <a:moveTo>
                  <a:pt x="57" y="68"/>
                </a:moveTo>
                <a:lnTo>
                  <a:pt x="47" y="81"/>
                </a:lnTo>
                <a:moveTo>
                  <a:pt x="30" y="102"/>
                </a:moveTo>
                <a:lnTo>
                  <a:pt x="20" y="115"/>
                </a:lnTo>
                <a:moveTo>
                  <a:pt x="3" y="136"/>
                </a:moveTo>
                <a:lnTo>
                  <a:pt x="0" y="1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4" name="Freeform 1077">
            <a:extLst>
              <a:ext uri="{FF2B5EF4-FFF2-40B4-BE49-F238E27FC236}">
                <a16:creationId xmlns:a16="http://schemas.microsoft.com/office/drawing/2014/main" id="{49789410-45C6-9438-54DB-4552A650BEA0}"/>
              </a:ext>
            </a:extLst>
          </p:cNvPr>
          <p:cNvSpPr>
            <a:spLocks noEditPoints="1"/>
          </p:cNvSpPr>
          <p:nvPr/>
        </p:nvSpPr>
        <p:spPr bwMode="auto">
          <a:xfrm>
            <a:off x="2940050" y="2994026"/>
            <a:ext cx="60325" cy="57150"/>
          </a:xfrm>
          <a:custGeom>
            <a:avLst/>
            <a:gdLst>
              <a:gd name="T0" fmla="*/ 75 w 75"/>
              <a:gd name="T1" fmla="*/ 0 h 72"/>
              <a:gd name="T2" fmla="*/ 63 w 75"/>
              <a:gd name="T3" fmla="*/ 12 h 72"/>
              <a:gd name="T4" fmla="*/ 44 w 75"/>
              <a:gd name="T5" fmla="*/ 30 h 72"/>
              <a:gd name="T6" fmla="*/ 32 w 75"/>
              <a:gd name="T7" fmla="*/ 42 h 72"/>
              <a:gd name="T8" fmla="*/ 12 w 75"/>
              <a:gd name="T9" fmla="*/ 61 h 72"/>
              <a:gd name="T10" fmla="*/ 0 w 75"/>
              <a:gd name="T11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" h="72">
                <a:moveTo>
                  <a:pt x="75" y="0"/>
                </a:moveTo>
                <a:lnTo>
                  <a:pt x="63" y="12"/>
                </a:lnTo>
                <a:moveTo>
                  <a:pt x="44" y="30"/>
                </a:moveTo>
                <a:lnTo>
                  <a:pt x="32" y="42"/>
                </a:lnTo>
                <a:moveTo>
                  <a:pt x="12" y="61"/>
                </a:moveTo>
                <a:lnTo>
                  <a:pt x="0" y="7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5" name="Line 1078">
            <a:extLst>
              <a:ext uri="{FF2B5EF4-FFF2-40B4-BE49-F238E27FC236}">
                <a16:creationId xmlns:a16="http://schemas.microsoft.com/office/drawing/2014/main" id="{83CF0BDC-99EC-BD71-A3C8-B33E7AAAF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0075" y="2030413"/>
            <a:ext cx="7938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6" name="Freeform 1079">
            <a:extLst>
              <a:ext uri="{FF2B5EF4-FFF2-40B4-BE49-F238E27FC236}">
                <a16:creationId xmlns:a16="http://schemas.microsoft.com/office/drawing/2014/main" id="{354CB444-ED23-C0C4-CE67-2EBE2DCC1006}"/>
              </a:ext>
            </a:extLst>
          </p:cNvPr>
          <p:cNvSpPr>
            <a:spLocks noEditPoints="1"/>
          </p:cNvSpPr>
          <p:nvPr/>
        </p:nvSpPr>
        <p:spPr bwMode="auto">
          <a:xfrm>
            <a:off x="2009775" y="1398588"/>
            <a:ext cx="49213" cy="55563"/>
          </a:xfrm>
          <a:custGeom>
            <a:avLst/>
            <a:gdLst>
              <a:gd name="T0" fmla="*/ 61 w 61"/>
              <a:gd name="T1" fmla="*/ 0 h 70"/>
              <a:gd name="T2" fmla="*/ 50 w 61"/>
              <a:gd name="T3" fmla="*/ 12 h 70"/>
              <a:gd name="T4" fmla="*/ 33 w 61"/>
              <a:gd name="T5" fmla="*/ 33 h 70"/>
              <a:gd name="T6" fmla="*/ 22 w 61"/>
              <a:gd name="T7" fmla="*/ 45 h 70"/>
              <a:gd name="T8" fmla="*/ 4 w 61"/>
              <a:gd name="T9" fmla="*/ 65 h 70"/>
              <a:gd name="T10" fmla="*/ 0 w 61"/>
              <a:gd name="T11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70">
                <a:moveTo>
                  <a:pt x="61" y="0"/>
                </a:moveTo>
                <a:lnTo>
                  <a:pt x="50" y="12"/>
                </a:lnTo>
                <a:moveTo>
                  <a:pt x="33" y="33"/>
                </a:moveTo>
                <a:lnTo>
                  <a:pt x="22" y="45"/>
                </a:lnTo>
                <a:moveTo>
                  <a:pt x="4" y="65"/>
                </a:moveTo>
                <a:lnTo>
                  <a:pt x="0" y="7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7" name="Freeform 1080">
            <a:extLst>
              <a:ext uri="{FF2B5EF4-FFF2-40B4-BE49-F238E27FC236}">
                <a16:creationId xmlns:a16="http://schemas.microsoft.com/office/drawing/2014/main" id="{9729783C-6AFF-0FBE-34F7-47DCE51F5B6A}"/>
              </a:ext>
            </a:extLst>
          </p:cNvPr>
          <p:cNvSpPr>
            <a:spLocks noEditPoints="1"/>
          </p:cNvSpPr>
          <p:nvPr/>
        </p:nvSpPr>
        <p:spPr bwMode="auto">
          <a:xfrm>
            <a:off x="2278063" y="2559051"/>
            <a:ext cx="100013" cy="112713"/>
          </a:xfrm>
          <a:custGeom>
            <a:avLst/>
            <a:gdLst>
              <a:gd name="T0" fmla="*/ 127 w 127"/>
              <a:gd name="T1" fmla="*/ 0 h 142"/>
              <a:gd name="T2" fmla="*/ 116 w 127"/>
              <a:gd name="T3" fmla="*/ 12 h 142"/>
              <a:gd name="T4" fmla="*/ 98 w 127"/>
              <a:gd name="T5" fmla="*/ 32 h 142"/>
              <a:gd name="T6" fmla="*/ 87 w 127"/>
              <a:gd name="T7" fmla="*/ 44 h 142"/>
              <a:gd name="T8" fmla="*/ 69 w 127"/>
              <a:gd name="T9" fmla="*/ 64 h 142"/>
              <a:gd name="T10" fmla="*/ 58 w 127"/>
              <a:gd name="T11" fmla="*/ 77 h 142"/>
              <a:gd name="T12" fmla="*/ 40 w 127"/>
              <a:gd name="T13" fmla="*/ 97 h 142"/>
              <a:gd name="T14" fmla="*/ 29 w 127"/>
              <a:gd name="T15" fmla="*/ 109 h 142"/>
              <a:gd name="T16" fmla="*/ 11 w 127"/>
              <a:gd name="T17" fmla="*/ 129 h 142"/>
              <a:gd name="T18" fmla="*/ 0 w 127"/>
              <a:gd name="T1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" h="142">
                <a:moveTo>
                  <a:pt x="127" y="0"/>
                </a:moveTo>
                <a:lnTo>
                  <a:pt x="116" y="12"/>
                </a:lnTo>
                <a:moveTo>
                  <a:pt x="98" y="32"/>
                </a:moveTo>
                <a:lnTo>
                  <a:pt x="87" y="44"/>
                </a:lnTo>
                <a:moveTo>
                  <a:pt x="69" y="64"/>
                </a:moveTo>
                <a:lnTo>
                  <a:pt x="58" y="77"/>
                </a:lnTo>
                <a:moveTo>
                  <a:pt x="40" y="97"/>
                </a:moveTo>
                <a:lnTo>
                  <a:pt x="29" y="109"/>
                </a:lnTo>
                <a:moveTo>
                  <a:pt x="11" y="129"/>
                </a:moveTo>
                <a:lnTo>
                  <a:pt x="0" y="14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8" name="Freeform 1081">
            <a:extLst>
              <a:ext uri="{FF2B5EF4-FFF2-40B4-BE49-F238E27FC236}">
                <a16:creationId xmlns:a16="http://schemas.microsoft.com/office/drawing/2014/main" id="{7376CDB9-8F5F-ED5C-F129-0E0C8C99FCAB}"/>
              </a:ext>
            </a:extLst>
          </p:cNvPr>
          <p:cNvSpPr>
            <a:spLocks noEditPoints="1"/>
          </p:cNvSpPr>
          <p:nvPr/>
        </p:nvSpPr>
        <p:spPr bwMode="auto">
          <a:xfrm>
            <a:off x="2754313" y="3000376"/>
            <a:ext cx="42863" cy="69850"/>
          </a:xfrm>
          <a:custGeom>
            <a:avLst/>
            <a:gdLst>
              <a:gd name="T0" fmla="*/ 54 w 54"/>
              <a:gd name="T1" fmla="*/ 0 h 88"/>
              <a:gd name="T2" fmla="*/ 46 w 54"/>
              <a:gd name="T3" fmla="*/ 14 h 88"/>
              <a:gd name="T4" fmla="*/ 31 w 54"/>
              <a:gd name="T5" fmla="*/ 37 h 88"/>
              <a:gd name="T6" fmla="*/ 23 w 54"/>
              <a:gd name="T7" fmla="*/ 51 h 88"/>
              <a:gd name="T8" fmla="*/ 8 w 54"/>
              <a:gd name="T9" fmla="*/ 74 h 88"/>
              <a:gd name="T10" fmla="*/ 0 w 54"/>
              <a:gd name="T11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4" h="88">
                <a:moveTo>
                  <a:pt x="54" y="0"/>
                </a:moveTo>
                <a:lnTo>
                  <a:pt x="46" y="14"/>
                </a:lnTo>
                <a:moveTo>
                  <a:pt x="31" y="37"/>
                </a:moveTo>
                <a:lnTo>
                  <a:pt x="23" y="51"/>
                </a:lnTo>
                <a:moveTo>
                  <a:pt x="8" y="74"/>
                </a:moveTo>
                <a:lnTo>
                  <a:pt x="0" y="8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9" name="Freeform 1082">
            <a:extLst>
              <a:ext uri="{FF2B5EF4-FFF2-40B4-BE49-F238E27FC236}">
                <a16:creationId xmlns:a16="http://schemas.microsoft.com/office/drawing/2014/main" id="{19A2930B-D598-CA7F-9ADE-8756CA60DA32}"/>
              </a:ext>
            </a:extLst>
          </p:cNvPr>
          <p:cNvSpPr>
            <a:spLocks noEditPoints="1"/>
          </p:cNvSpPr>
          <p:nvPr/>
        </p:nvSpPr>
        <p:spPr bwMode="auto">
          <a:xfrm>
            <a:off x="2836863" y="1985963"/>
            <a:ext cx="4763" cy="219075"/>
          </a:xfrm>
          <a:custGeom>
            <a:avLst/>
            <a:gdLst>
              <a:gd name="T0" fmla="*/ 6 w 6"/>
              <a:gd name="T1" fmla="*/ 0 h 277"/>
              <a:gd name="T2" fmla="*/ 6 w 6"/>
              <a:gd name="T3" fmla="*/ 16 h 277"/>
              <a:gd name="T4" fmla="*/ 5 w 6"/>
              <a:gd name="T5" fmla="*/ 43 h 277"/>
              <a:gd name="T6" fmla="*/ 5 w 6"/>
              <a:gd name="T7" fmla="*/ 59 h 277"/>
              <a:gd name="T8" fmla="*/ 4 w 6"/>
              <a:gd name="T9" fmla="*/ 87 h 277"/>
              <a:gd name="T10" fmla="*/ 4 w 6"/>
              <a:gd name="T11" fmla="*/ 103 h 277"/>
              <a:gd name="T12" fmla="*/ 3 w 6"/>
              <a:gd name="T13" fmla="*/ 130 h 277"/>
              <a:gd name="T14" fmla="*/ 3 w 6"/>
              <a:gd name="T15" fmla="*/ 146 h 277"/>
              <a:gd name="T16" fmla="*/ 2 w 6"/>
              <a:gd name="T17" fmla="*/ 174 h 277"/>
              <a:gd name="T18" fmla="*/ 2 w 6"/>
              <a:gd name="T19" fmla="*/ 190 h 277"/>
              <a:gd name="T20" fmla="*/ 1 w 6"/>
              <a:gd name="T21" fmla="*/ 217 h 277"/>
              <a:gd name="T22" fmla="*/ 1 w 6"/>
              <a:gd name="T23" fmla="*/ 233 h 277"/>
              <a:gd name="T24" fmla="*/ 0 w 6"/>
              <a:gd name="T25" fmla="*/ 261 h 277"/>
              <a:gd name="T26" fmla="*/ 0 w 6"/>
              <a:gd name="T27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" h="277">
                <a:moveTo>
                  <a:pt x="6" y="0"/>
                </a:moveTo>
                <a:lnTo>
                  <a:pt x="6" y="16"/>
                </a:lnTo>
                <a:moveTo>
                  <a:pt x="5" y="43"/>
                </a:moveTo>
                <a:lnTo>
                  <a:pt x="5" y="59"/>
                </a:lnTo>
                <a:moveTo>
                  <a:pt x="4" y="87"/>
                </a:moveTo>
                <a:lnTo>
                  <a:pt x="4" y="103"/>
                </a:lnTo>
                <a:moveTo>
                  <a:pt x="3" y="130"/>
                </a:moveTo>
                <a:lnTo>
                  <a:pt x="3" y="146"/>
                </a:lnTo>
                <a:moveTo>
                  <a:pt x="2" y="174"/>
                </a:moveTo>
                <a:lnTo>
                  <a:pt x="2" y="190"/>
                </a:lnTo>
                <a:moveTo>
                  <a:pt x="1" y="217"/>
                </a:moveTo>
                <a:lnTo>
                  <a:pt x="1" y="233"/>
                </a:lnTo>
                <a:moveTo>
                  <a:pt x="0" y="261"/>
                </a:moveTo>
                <a:lnTo>
                  <a:pt x="0" y="2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0" name="Freeform 1083">
            <a:extLst>
              <a:ext uri="{FF2B5EF4-FFF2-40B4-BE49-F238E27FC236}">
                <a16:creationId xmlns:a16="http://schemas.microsoft.com/office/drawing/2014/main" id="{9705ECAC-ED2E-1509-8CE9-DE2639BFF6BF}"/>
              </a:ext>
            </a:extLst>
          </p:cNvPr>
          <p:cNvSpPr>
            <a:spLocks noEditPoints="1"/>
          </p:cNvSpPr>
          <p:nvPr/>
        </p:nvSpPr>
        <p:spPr bwMode="auto">
          <a:xfrm>
            <a:off x="2552700" y="492126"/>
            <a:ext cx="88900" cy="122238"/>
          </a:xfrm>
          <a:custGeom>
            <a:avLst/>
            <a:gdLst>
              <a:gd name="T0" fmla="*/ 112 w 112"/>
              <a:gd name="T1" fmla="*/ 0 h 154"/>
              <a:gd name="T2" fmla="*/ 102 w 112"/>
              <a:gd name="T3" fmla="*/ 13 h 154"/>
              <a:gd name="T4" fmla="*/ 87 w 112"/>
              <a:gd name="T5" fmla="*/ 35 h 154"/>
              <a:gd name="T6" fmla="*/ 77 w 112"/>
              <a:gd name="T7" fmla="*/ 48 h 154"/>
              <a:gd name="T8" fmla="*/ 61 w 112"/>
              <a:gd name="T9" fmla="*/ 70 h 154"/>
              <a:gd name="T10" fmla="*/ 51 w 112"/>
              <a:gd name="T11" fmla="*/ 84 h 154"/>
              <a:gd name="T12" fmla="*/ 36 w 112"/>
              <a:gd name="T13" fmla="*/ 106 h 154"/>
              <a:gd name="T14" fmla="*/ 26 w 112"/>
              <a:gd name="T15" fmla="*/ 119 h 154"/>
              <a:gd name="T16" fmla="*/ 10 w 112"/>
              <a:gd name="T17" fmla="*/ 141 h 154"/>
              <a:gd name="T18" fmla="*/ 0 w 112"/>
              <a:gd name="T19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2" h="154">
                <a:moveTo>
                  <a:pt x="112" y="0"/>
                </a:moveTo>
                <a:lnTo>
                  <a:pt x="102" y="13"/>
                </a:lnTo>
                <a:moveTo>
                  <a:pt x="87" y="35"/>
                </a:moveTo>
                <a:lnTo>
                  <a:pt x="77" y="48"/>
                </a:lnTo>
                <a:moveTo>
                  <a:pt x="61" y="70"/>
                </a:moveTo>
                <a:lnTo>
                  <a:pt x="51" y="84"/>
                </a:lnTo>
                <a:moveTo>
                  <a:pt x="36" y="106"/>
                </a:moveTo>
                <a:lnTo>
                  <a:pt x="26" y="119"/>
                </a:lnTo>
                <a:moveTo>
                  <a:pt x="10" y="141"/>
                </a:moveTo>
                <a:lnTo>
                  <a:pt x="0" y="1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1" name="Freeform 1084">
            <a:extLst>
              <a:ext uri="{FF2B5EF4-FFF2-40B4-BE49-F238E27FC236}">
                <a16:creationId xmlns:a16="http://schemas.microsoft.com/office/drawing/2014/main" id="{CE82B269-2802-A368-E60A-A8ECEECE9E1C}"/>
              </a:ext>
            </a:extLst>
          </p:cNvPr>
          <p:cNvSpPr>
            <a:spLocks noEditPoints="1"/>
          </p:cNvSpPr>
          <p:nvPr/>
        </p:nvSpPr>
        <p:spPr bwMode="auto">
          <a:xfrm>
            <a:off x="2136775" y="2408238"/>
            <a:ext cx="63500" cy="93663"/>
          </a:xfrm>
          <a:custGeom>
            <a:avLst/>
            <a:gdLst>
              <a:gd name="T0" fmla="*/ 81 w 81"/>
              <a:gd name="T1" fmla="*/ 0 h 118"/>
              <a:gd name="T2" fmla="*/ 71 w 81"/>
              <a:gd name="T3" fmla="*/ 13 h 118"/>
              <a:gd name="T4" fmla="*/ 56 w 81"/>
              <a:gd name="T5" fmla="*/ 36 h 118"/>
              <a:gd name="T6" fmla="*/ 47 w 81"/>
              <a:gd name="T7" fmla="*/ 49 h 118"/>
              <a:gd name="T8" fmla="*/ 31 w 81"/>
              <a:gd name="T9" fmla="*/ 72 h 118"/>
              <a:gd name="T10" fmla="*/ 22 w 81"/>
              <a:gd name="T11" fmla="*/ 85 h 118"/>
              <a:gd name="T12" fmla="*/ 7 w 81"/>
              <a:gd name="T13" fmla="*/ 108 h 118"/>
              <a:gd name="T14" fmla="*/ 0 w 81"/>
              <a:gd name="T15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" h="118">
                <a:moveTo>
                  <a:pt x="81" y="0"/>
                </a:moveTo>
                <a:lnTo>
                  <a:pt x="71" y="13"/>
                </a:lnTo>
                <a:moveTo>
                  <a:pt x="56" y="36"/>
                </a:moveTo>
                <a:lnTo>
                  <a:pt x="47" y="49"/>
                </a:lnTo>
                <a:moveTo>
                  <a:pt x="31" y="72"/>
                </a:moveTo>
                <a:lnTo>
                  <a:pt x="22" y="85"/>
                </a:lnTo>
                <a:moveTo>
                  <a:pt x="7" y="108"/>
                </a:moveTo>
                <a:lnTo>
                  <a:pt x="0" y="11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2" name="Freeform 1085">
            <a:extLst>
              <a:ext uri="{FF2B5EF4-FFF2-40B4-BE49-F238E27FC236}">
                <a16:creationId xmlns:a16="http://schemas.microsoft.com/office/drawing/2014/main" id="{CB745C06-8FC2-4BB3-CEE0-5D8DFD9095EC}"/>
              </a:ext>
            </a:extLst>
          </p:cNvPr>
          <p:cNvSpPr>
            <a:spLocks noEditPoints="1"/>
          </p:cNvSpPr>
          <p:nvPr/>
        </p:nvSpPr>
        <p:spPr bwMode="auto">
          <a:xfrm>
            <a:off x="2230438" y="893763"/>
            <a:ext cx="55563" cy="60325"/>
          </a:xfrm>
          <a:custGeom>
            <a:avLst/>
            <a:gdLst>
              <a:gd name="T0" fmla="*/ 69 w 69"/>
              <a:gd name="T1" fmla="*/ 0 h 77"/>
              <a:gd name="T2" fmla="*/ 58 w 69"/>
              <a:gd name="T3" fmla="*/ 12 h 77"/>
              <a:gd name="T4" fmla="*/ 40 w 69"/>
              <a:gd name="T5" fmla="*/ 32 h 77"/>
              <a:gd name="T6" fmla="*/ 29 w 69"/>
              <a:gd name="T7" fmla="*/ 44 h 77"/>
              <a:gd name="T8" fmla="*/ 11 w 69"/>
              <a:gd name="T9" fmla="*/ 65 h 77"/>
              <a:gd name="T10" fmla="*/ 0 w 69"/>
              <a:gd name="T11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" h="77">
                <a:moveTo>
                  <a:pt x="69" y="0"/>
                </a:moveTo>
                <a:lnTo>
                  <a:pt x="58" y="12"/>
                </a:lnTo>
                <a:moveTo>
                  <a:pt x="40" y="32"/>
                </a:moveTo>
                <a:lnTo>
                  <a:pt x="29" y="44"/>
                </a:lnTo>
                <a:moveTo>
                  <a:pt x="11" y="65"/>
                </a:moveTo>
                <a:lnTo>
                  <a:pt x="0" y="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3" name="Freeform 1086">
            <a:extLst>
              <a:ext uri="{FF2B5EF4-FFF2-40B4-BE49-F238E27FC236}">
                <a16:creationId xmlns:a16="http://schemas.microsoft.com/office/drawing/2014/main" id="{FB93E27F-2AFA-C6D1-BD52-45B88C3C467D}"/>
              </a:ext>
            </a:extLst>
          </p:cNvPr>
          <p:cNvSpPr>
            <a:spLocks noEditPoints="1"/>
          </p:cNvSpPr>
          <p:nvPr/>
        </p:nvSpPr>
        <p:spPr bwMode="auto">
          <a:xfrm>
            <a:off x="2289175" y="1898651"/>
            <a:ext cx="57150" cy="58738"/>
          </a:xfrm>
          <a:custGeom>
            <a:avLst/>
            <a:gdLst>
              <a:gd name="T0" fmla="*/ 72 w 72"/>
              <a:gd name="T1" fmla="*/ 0 h 74"/>
              <a:gd name="T2" fmla="*/ 61 w 72"/>
              <a:gd name="T3" fmla="*/ 12 h 74"/>
              <a:gd name="T4" fmla="*/ 42 w 72"/>
              <a:gd name="T5" fmla="*/ 31 h 74"/>
              <a:gd name="T6" fmla="*/ 30 w 72"/>
              <a:gd name="T7" fmla="*/ 43 h 74"/>
              <a:gd name="T8" fmla="*/ 12 w 72"/>
              <a:gd name="T9" fmla="*/ 62 h 74"/>
              <a:gd name="T10" fmla="*/ 0 w 72"/>
              <a:gd name="T11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2" h="74">
                <a:moveTo>
                  <a:pt x="72" y="0"/>
                </a:moveTo>
                <a:lnTo>
                  <a:pt x="61" y="12"/>
                </a:lnTo>
                <a:moveTo>
                  <a:pt x="42" y="31"/>
                </a:moveTo>
                <a:lnTo>
                  <a:pt x="30" y="43"/>
                </a:lnTo>
                <a:moveTo>
                  <a:pt x="12" y="62"/>
                </a:moveTo>
                <a:lnTo>
                  <a:pt x="0" y="7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4" name="Freeform 1087">
            <a:extLst>
              <a:ext uri="{FF2B5EF4-FFF2-40B4-BE49-F238E27FC236}">
                <a16:creationId xmlns:a16="http://schemas.microsoft.com/office/drawing/2014/main" id="{E705C732-F5F5-0C15-2BAD-14B69EC1B8E9}"/>
              </a:ext>
            </a:extLst>
          </p:cNvPr>
          <p:cNvSpPr>
            <a:spLocks noEditPoints="1"/>
          </p:cNvSpPr>
          <p:nvPr/>
        </p:nvSpPr>
        <p:spPr bwMode="auto">
          <a:xfrm>
            <a:off x="3044825" y="1403351"/>
            <a:ext cx="3175" cy="117475"/>
          </a:xfrm>
          <a:custGeom>
            <a:avLst/>
            <a:gdLst>
              <a:gd name="T0" fmla="*/ 5 w 5"/>
              <a:gd name="T1" fmla="*/ 0 h 147"/>
              <a:gd name="T2" fmla="*/ 5 w 5"/>
              <a:gd name="T3" fmla="*/ 16 h 147"/>
              <a:gd name="T4" fmla="*/ 4 w 5"/>
              <a:gd name="T5" fmla="*/ 43 h 147"/>
              <a:gd name="T6" fmla="*/ 3 w 5"/>
              <a:gd name="T7" fmla="*/ 60 h 147"/>
              <a:gd name="T8" fmla="*/ 2 w 5"/>
              <a:gd name="T9" fmla="*/ 87 h 147"/>
              <a:gd name="T10" fmla="*/ 1 w 5"/>
              <a:gd name="T11" fmla="*/ 103 h 147"/>
              <a:gd name="T12" fmla="*/ 0 w 5"/>
              <a:gd name="T13" fmla="*/ 130 h 147"/>
              <a:gd name="T14" fmla="*/ 0 w 5"/>
              <a:gd name="T15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" h="147">
                <a:moveTo>
                  <a:pt x="5" y="0"/>
                </a:moveTo>
                <a:lnTo>
                  <a:pt x="5" y="16"/>
                </a:lnTo>
                <a:moveTo>
                  <a:pt x="4" y="43"/>
                </a:moveTo>
                <a:lnTo>
                  <a:pt x="3" y="60"/>
                </a:lnTo>
                <a:moveTo>
                  <a:pt x="2" y="87"/>
                </a:moveTo>
                <a:lnTo>
                  <a:pt x="1" y="103"/>
                </a:lnTo>
                <a:moveTo>
                  <a:pt x="0" y="130"/>
                </a:moveTo>
                <a:lnTo>
                  <a:pt x="0" y="1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5" name="Freeform 1088">
            <a:extLst>
              <a:ext uri="{FF2B5EF4-FFF2-40B4-BE49-F238E27FC236}">
                <a16:creationId xmlns:a16="http://schemas.microsoft.com/office/drawing/2014/main" id="{07E4EB8D-FE02-13E6-5138-384DB70A700F}"/>
              </a:ext>
            </a:extLst>
          </p:cNvPr>
          <p:cNvSpPr>
            <a:spLocks noEditPoints="1"/>
          </p:cNvSpPr>
          <p:nvPr/>
        </p:nvSpPr>
        <p:spPr bwMode="auto">
          <a:xfrm>
            <a:off x="3214688" y="250826"/>
            <a:ext cx="49213" cy="142875"/>
          </a:xfrm>
          <a:custGeom>
            <a:avLst/>
            <a:gdLst>
              <a:gd name="T0" fmla="*/ 62 w 62"/>
              <a:gd name="T1" fmla="*/ 0 h 180"/>
              <a:gd name="T2" fmla="*/ 57 w 62"/>
              <a:gd name="T3" fmla="*/ 16 h 180"/>
              <a:gd name="T4" fmla="*/ 48 w 62"/>
              <a:gd name="T5" fmla="*/ 41 h 180"/>
              <a:gd name="T6" fmla="*/ 43 w 62"/>
              <a:gd name="T7" fmla="*/ 57 h 180"/>
              <a:gd name="T8" fmla="*/ 34 w 62"/>
              <a:gd name="T9" fmla="*/ 83 h 180"/>
              <a:gd name="T10" fmla="*/ 28 w 62"/>
              <a:gd name="T11" fmla="*/ 98 h 180"/>
              <a:gd name="T12" fmla="*/ 20 w 62"/>
              <a:gd name="T13" fmla="*/ 124 h 180"/>
              <a:gd name="T14" fmla="*/ 14 w 62"/>
              <a:gd name="T15" fmla="*/ 139 h 180"/>
              <a:gd name="T16" fmla="*/ 5 w 62"/>
              <a:gd name="T17" fmla="*/ 165 h 180"/>
              <a:gd name="T18" fmla="*/ 0 w 62"/>
              <a:gd name="T19" fmla="*/ 18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2" h="180">
                <a:moveTo>
                  <a:pt x="62" y="0"/>
                </a:moveTo>
                <a:lnTo>
                  <a:pt x="57" y="16"/>
                </a:lnTo>
                <a:moveTo>
                  <a:pt x="48" y="41"/>
                </a:moveTo>
                <a:lnTo>
                  <a:pt x="43" y="57"/>
                </a:lnTo>
                <a:moveTo>
                  <a:pt x="34" y="83"/>
                </a:moveTo>
                <a:lnTo>
                  <a:pt x="28" y="98"/>
                </a:lnTo>
                <a:moveTo>
                  <a:pt x="20" y="124"/>
                </a:moveTo>
                <a:lnTo>
                  <a:pt x="14" y="139"/>
                </a:lnTo>
                <a:moveTo>
                  <a:pt x="5" y="165"/>
                </a:moveTo>
                <a:lnTo>
                  <a:pt x="0" y="18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6" name="Freeform 1089">
            <a:extLst>
              <a:ext uri="{FF2B5EF4-FFF2-40B4-BE49-F238E27FC236}">
                <a16:creationId xmlns:a16="http://schemas.microsoft.com/office/drawing/2014/main" id="{31DD58C3-62AB-A5CB-C4F8-360F057D1EDF}"/>
              </a:ext>
            </a:extLst>
          </p:cNvPr>
          <p:cNvSpPr>
            <a:spLocks noEditPoints="1"/>
          </p:cNvSpPr>
          <p:nvPr/>
        </p:nvSpPr>
        <p:spPr bwMode="auto">
          <a:xfrm>
            <a:off x="3449638" y="1922463"/>
            <a:ext cx="82550" cy="127000"/>
          </a:xfrm>
          <a:custGeom>
            <a:avLst/>
            <a:gdLst>
              <a:gd name="T0" fmla="*/ 103 w 103"/>
              <a:gd name="T1" fmla="*/ 0 h 160"/>
              <a:gd name="T2" fmla="*/ 94 w 103"/>
              <a:gd name="T3" fmla="*/ 14 h 160"/>
              <a:gd name="T4" fmla="*/ 80 w 103"/>
              <a:gd name="T5" fmla="*/ 37 h 160"/>
              <a:gd name="T6" fmla="*/ 71 w 103"/>
              <a:gd name="T7" fmla="*/ 50 h 160"/>
              <a:gd name="T8" fmla="*/ 56 w 103"/>
              <a:gd name="T9" fmla="*/ 73 h 160"/>
              <a:gd name="T10" fmla="*/ 47 w 103"/>
              <a:gd name="T11" fmla="*/ 87 h 160"/>
              <a:gd name="T12" fmla="*/ 32 w 103"/>
              <a:gd name="T13" fmla="*/ 110 h 160"/>
              <a:gd name="T14" fmla="*/ 23 w 103"/>
              <a:gd name="T15" fmla="*/ 123 h 160"/>
              <a:gd name="T16" fmla="*/ 9 w 103"/>
              <a:gd name="T17" fmla="*/ 146 h 160"/>
              <a:gd name="T18" fmla="*/ 0 w 103"/>
              <a:gd name="T19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3" h="160">
                <a:moveTo>
                  <a:pt x="103" y="0"/>
                </a:moveTo>
                <a:lnTo>
                  <a:pt x="94" y="14"/>
                </a:lnTo>
                <a:moveTo>
                  <a:pt x="80" y="37"/>
                </a:moveTo>
                <a:lnTo>
                  <a:pt x="71" y="50"/>
                </a:lnTo>
                <a:moveTo>
                  <a:pt x="56" y="73"/>
                </a:moveTo>
                <a:lnTo>
                  <a:pt x="47" y="87"/>
                </a:lnTo>
                <a:moveTo>
                  <a:pt x="32" y="110"/>
                </a:moveTo>
                <a:lnTo>
                  <a:pt x="23" y="123"/>
                </a:lnTo>
                <a:moveTo>
                  <a:pt x="9" y="146"/>
                </a:moveTo>
                <a:lnTo>
                  <a:pt x="0" y="1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7" name="Freeform 1090">
            <a:extLst>
              <a:ext uri="{FF2B5EF4-FFF2-40B4-BE49-F238E27FC236}">
                <a16:creationId xmlns:a16="http://schemas.microsoft.com/office/drawing/2014/main" id="{9EA13CD9-5583-4BB5-E6F3-161EF75C46B8}"/>
              </a:ext>
            </a:extLst>
          </p:cNvPr>
          <p:cNvSpPr>
            <a:spLocks noEditPoints="1"/>
          </p:cNvSpPr>
          <p:nvPr/>
        </p:nvSpPr>
        <p:spPr bwMode="auto">
          <a:xfrm>
            <a:off x="3252788" y="3116263"/>
            <a:ext cx="42863" cy="69850"/>
          </a:xfrm>
          <a:custGeom>
            <a:avLst/>
            <a:gdLst>
              <a:gd name="T0" fmla="*/ 54 w 54"/>
              <a:gd name="T1" fmla="*/ 0 h 89"/>
              <a:gd name="T2" fmla="*/ 45 w 54"/>
              <a:gd name="T3" fmla="*/ 14 h 89"/>
              <a:gd name="T4" fmla="*/ 31 w 54"/>
              <a:gd name="T5" fmla="*/ 38 h 89"/>
              <a:gd name="T6" fmla="*/ 23 w 54"/>
              <a:gd name="T7" fmla="*/ 51 h 89"/>
              <a:gd name="T8" fmla="*/ 9 w 54"/>
              <a:gd name="T9" fmla="*/ 75 h 89"/>
              <a:gd name="T10" fmla="*/ 0 w 54"/>
              <a:gd name="T11" fmla="*/ 8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4" h="89">
                <a:moveTo>
                  <a:pt x="54" y="0"/>
                </a:moveTo>
                <a:lnTo>
                  <a:pt x="45" y="14"/>
                </a:lnTo>
                <a:moveTo>
                  <a:pt x="31" y="38"/>
                </a:moveTo>
                <a:lnTo>
                  <a:pt x="23" y="51"/>
                </a:lnTo>
                <a:moveTo>
                  <a:pt x="9" y="75"/>
                </a:moveTo>
                <a:lnTo>
                  <a:pt x="0" y="8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8" name="Freeform 1091">
            <a:extLst>
              <a:ext uri="{FF2B5EF4-FFF2-40B4-BE49-F238E27FC236}">
                <a16:creationId xmlns:a16="http://schemas.microsoft.com/office/drawing/2014/main" id="{4EFCDD7D-5EF7-0F62-7A54-FAA22038334D}"/>
              </a:ext>
            </a:extLst>
          </p:cNvPr>
          <p:cNvSpPr>
            <a:spLocks noEditPoints="1"/>
          </p:cNvSpPr>
          <p:nvPr/>
        </p:nvSpPr>
        <p:spPr bwMode="auto">
          <a:xfrm>
            <a:off x="2322513" y="2817813"/>
            <a:ext cx="6350" cy="82550"/>
          </a:xfrm>
          <a:custGeom>
            <a:avLst/>
            <a:gdLst>
              <a:gd name="T0" fmla="*/ 9 w 9"/>
              <a:gd name="T1" fmla="*/ 0 h 103"/>
              <a:gd name="T2" fmla="*/ 7 w 9"/>
              <a:gd name="T3" fmla="*/ 16 h 103"/>
              <a:gd name="T4" fmla="*/ 5 w 9"/>
              <a:gd name="T5" fmla="*/ 43 h 103"/>
              <a:gd name="T6" fmla="*/ 4 w 9"/>
              <a:gd name="T7" fmla="*/ 60 h 103"/>
              <a:gd name="T8" fmla="*/ 2 w 9"/>
              <a:gd name="T9" fmla="*/ 87 h 103"/>
              <a:gd name="T10" fmla="*/ 0 w 9"/>
              <a:gd name="T11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" h="103">
                <a:moveTo>
                  <a:pt x="9" y="0"/>
                </a:moveTo>
                <a:lnTo>
                  <a:pt x="7" y="16"/>
                </a:lnTo>
                <a:moveTo>
                  <a:pt x="5" y="43"/>
                </a:moveTo>
                <a:lnTo>
                  <a:pt x="4" y="60"/>
                </a:lnTo>
                <a:moveTo>
                  <a:pt x="2" y="87"/>
                </a:moveTo>
                <a:lnTo>
                  <a:pt x="0" y="10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9" name="Freeform 1092">
            <a:extLst>
              <a:ext uri="{FF2B5EF4-FFF2-40B4-BE49-F238E27FC236}">
                <a16:creationId xmlns:a16="http://schemas.microsoft.com/office/drawing/2014/main" id="{A101C2A6-761C-E43C-6716-FC2DD106DF33}"/>
              </a:ext>
            </a:extLst>
          </p:cNvPr>
          <p:cNvSpPr>
            <a:spLocks noEditPoints="1"/>
          </p:cNvSpPr>
          <p:nvPr/>
        </p:nvSpPr>
        <p:spPr bwMode="auto">
          <a:xfrm>
            <a:off x="2292350" y="2595563"/>
            <a:ext cx="103188" cy="96838"/>
          </a:xfrm>
          <a:custGeom>
            <a:avLst/>
            <a:gdLst>
              <a:gd name="T0" fmla="*/ 131 w 131"/>
              <a:gd name="T1" fmla="*/ 0 h 121"/>
              <a:gd name="T2" fmla="*/ 119 w 131"/>
              <a:gd name="T3" fmla="*/ 11 h 121"/>
              <a:gd name="T4" fmla="*/ 99 w 131"/>
              <a:gd name="T5" fmla="*/ 30 h 121"/>
              <a:gd name="T6" fmla="*/ 87 w 131"/>
              <a:gd name="T7" fmla="*/ 41 h 121"/>
              <a:gd name="T8" fmla="*/ 67 w 131"/>
              <a:gd name="T9" fmla="*/ 59 h 121"/>
              <a:gd name="T10" fmla="*/ 55 w 131"/>
              <a:gd name="T11" fmla="*/ 70 h 121"/>
              <a:gd name="T12" fmla="*/ 35 w 131"/>
              <a:gd name="T13" fmla="*/ 89 h 121"/>
              <a:gd name="T14" fmla="*/ 23 w 131"/>
              <a:gd name="T15" fmla="*/ 100 h 121"/>
              <a:gd name="T16" fmla="*/ 3 w 131"/>
              <a:gd name="T17" fmla="*/ 118 h 121"/>
              <a:gd name="T18" fmla="*/ 0 w 131"/>
              <a:gd name="T19" fmla="*/ 121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1" h="121">
                <a:moveTo>
                  <a:pt x="131" y="0"/>
                </a:moveTo>
                <a:lnTo>
                  <a:pt x="119" y="11"/>
                </a:lnTo>
                <a:moveTo>
                  <a:pt x="99" y="30"/>
                </a:moveTo>
                <a:lnTo>
                  <a:pt x="87" y="41"/>
                </a:lnTo>
                <a:moveTo>
                  <a:pt x="67" y="59"/>
                </a:moveTo>
                <a:lnTo>
                  <a:pt x="55" y="70"/>
                </a:lnTo>
                <a:moveTo>
                  <a:pt x="35" y="89"/>
                </a:moveTo>
                <a:lnTo>
                  <a:pt x="23" y="100"/>
                </a:lnTo>
                <a:moveTo>
                  <a:pt x="3" y="118"/>
                </a:moveTo>
                <a:lnTo>
                  <a:pt x="0" y="12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0" name="Freeform 1093">
            <a:extLst>
              <a:ext uri="{FF2B5EF4-FFF2-40B4-BE49-F238E27FC236}">
                <a16:creationId xmlns:a16="http://schemas.microsoft.com/office/drawing/2014/main" id="{9C364972-9DFC-61FD-B674-B2F30E165492}"/>
              </a:ext>
            </a:extLst>
          </p:cNvPr>
          <p:cNvSpPr>
            <a:spLocks noEditPoints="1"/>
          </p:cNvSpPr>
          <p:nvPr/>
        </p:nvSpPr>
        <p:spPr bwMode="auto">
          <a:xfrm>
            <a:off x="3676650" y="3097213"/>
            <a:ext cx="3175" cy="254000"/>
          </a:xfrm>
          <a:custGeom>
            <a:avLst/>
            <a:gdLst>
              <a:gd name="T0" fmla="*/ 4 w 4"/>
              <a:gd name="T1" fmla="*/ 0 h 321"/>
              <a:gd name="T2" fmla="*/ 4 w 4"/>
              <a:gd name="T3" fmla="*/ 16 h 321"/>
              <a:gd name="T4" fmla="*/ 4 w 4"/>
              <a:gd name="T5" fmla="*/ 44 h 321"/>
              <a:gd name="T6" fmla="*/ 3 w 4"/>
              <a:gd name="T7" fmla="*/ 60 h 321"/>
              <a:gd name="T8" fmla="*/ 3 w 4"/>
              <a:gd name="T9" fmla="*/ 87 h 321"/>
              <a:gd name="T10" fmla="*/ 3 w 4"/>
              <a:gd name="T11" fmla="*/ 103 h 321"/>
              <a:gd name="T12" fmla="*/ 2 w 4"/>
              <a:gd name="T13" fmla="*/ 131 h 321"/>
              <a:gd name="T14" fmla="*/ 2 w 4"/>
              <a:gd name="T15" fmla="*/ 147 h 321"/>
              <a:gd name="T16" fmla="*/ 2 w 4"/>
              <a:gd name="T17" fmla="*/ 174 h 321"/>
              <a:gd name="T18" fmla="*/ 2 w 4"/>
              <a:gd name="T19" fmla="*/ 190 h 321"/>
              <a:gd name="T20" fmla="*/ 1 w 4"/>
              <a:gd name="T21" fmla="*/ 218 h 321"/>
              <a:gd name="T22" fmla="*/ 1 w 4"/>
              <a:gd name="T23" fmla="*/ 234 h 321"/>
              <a:gd name="T24" fmla="*/ 1 w 4"/>
              <a:gd name="T25" fmla="*/ 261 h 321"/>
              <a:gd name="T26" fmla="*/ 0 w 4"/>
              <a:gd name="T27" fmla="*/ 278 h 321"/>
              <a:gd name="T28" fmla="*/ 0 w 4"/>
              <a:gd name="T29" fmla="*/ 305 h 321"/>
              <a:gd name="T30" fmla="*/ 0 w 4"/>
              <a:gd name="T31" fmla="*/ 321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321">
                <a:moveTo>
                  <a:pt x="4" y="0"/>
                </a:moveTo>
                <a:lnTo>
                  <a:pt x="4" y="16"/>
                </a:lnTo>
                <a:moveTo>
                  <a:pt x="4" y="44"/>
                </a:moveTo>
                <a:lnTo>
                  <a:pt x="3" y="60"/>
                </a:lnTo>
                <a:moveTo>
                  <a:pt x="3" y="87"/>
                </a:moveTo>
                <a:lnTo>
                  <a:pt x="3" y="103"/>
                </a:lnTo>
                <a:moveTo>
                  <a:pt x="2" y="131"/>
                </a:moveTo>
                <a:lnTo>
                  <a:pt x="2" y="147"/>
                </a:lnTo>
                <a:moveTo>
                  <a:pt x="2" y="174"/>
                </a:moveTo>
                <a:lnTo>
                  <a:pt x="2" y="190"/>
                </a:lnTo>
                <a:moveTo>
                  <a:pt x="1" y="218"/>
                </a:moveTo>
                <a:lnTo>
                  <a:pt x="1" y="234"/>
                </a:lnTo>
                <a:moveTo>
                  <a:pt x="1" y="261"/>
                </a:moveTo>
                <a:lnTo>
                  <a:pt x="0" y="278"/>
                </a:lnTo>
                <a:moveTo>
                  <a:pt x="0" y="305"/>
                </a:moveTo>
                <a:lnTo>
                  <a:pt x="0" y="32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1" name="Freeform 1094">
            <a:extLst>
              <a:ext uri="{FF2B5EF4-FFF2-40B4-BE49-F238E27FC236}">
                <a16:creationId xmlns:a16="http://schemas.microsoft.com/office/drawing/2014/main" id="{4B860194-44A2-8C09-1392-E34004A2D523}"/>
              </a:ext>
            </a:extLst>
          </p:cNvPr>
          <p:cNvSpPr>
            <a:spLocks noEditPoints="1"/>
          </p:cNvSpPr>
          <p:nvPr/>
        </p:nvSpPr>
        <p:spPr bwMode="auto">
          <a:xfrm>
            <a:off x="2084388" y="2078038"/>
            <a:ext cx="31750" cy="34925"/>
          </a:xfrm>
          <a:custGeom>
            <a:avLst/>
            <a:gdLst>
              <a:gd name="T0" fmla="*/ 41 w 41"/>
              <a:gd name="T1" fmla="*/ 0 h 44"/>
              <a:gd name="T2" fmla="*/ 30 w 41"/>
              <a:gd name="T3" fmla="*/ 12 h 44"/>
              <a:gd name="T4" fmla="*/ 12 w 41"/>
              <a:gd name="T5" fmla="*/ 32 h 44"/>
              <a:gd name="T6" fmla="*/ 0 w 41"/>
              <a:gd name="T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" h="44">
                <a:moveTo>
                  <a:pt x="41" y="0"/>
                </a:moveTo>
                <a:lnTo>
                  <a:pt x="30" y="12"/>
                </a:lnTo>
                <a:moveTo>
                  <a:pt x="12" y="32"/>
                </a:moveTo>
                <a:lnTo>
                  <a:pt x="0" y="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2" name="Freeform 1095">
            <a:extLst>
              <a:ext uri="{FF2B5EF4-FFF2-40B4-BE49-F238E27FC236}">
                <a16:creationId xmlns:a16="http://schemas.microsoft.com/office/drawing/2014/main" id="{1325E1D3-1DEE-C045-FFD7-0A17276346F5}"/>
              </a:ext>
            </a:extLst>
          </p:cNvPr>
          <p:cNvSpPr>
            <a:spLocks noEditPoints="1"/>
          </p:cNvSpPr>
          <p:nvPr/>
        </p:nvSpPr>
        <p:spPr bwMode="auto">
          <a:xfrm>
            <a:off x="2990850" y="593726"/>
            <a:ext cx="100013" cy="60325"/>
          </a:xfrm>
          <a:custGeom>
            <a:avLst/>
            <a:gdLst>
              <a:gd name="T0" fmla="*/ 126 w 126"/>
              <a:gd name="T1" fmla="*/ 0 h 75"/>
              <a:gd name="T2" fmla="*/ 112 w 126"/>
              <a:gd name="T3" fmla="*/ 8 h 75"/>
              <a:gd name="T4" fmla="*/ 89 w 126"/>
              <a:gd name="T5" fmla="*/ 22 h 75"/>
              <a:gd name="T6" fmla="*/ 75 w 126"/>
              <a:gd name="T7" fmla="*/ 31 h 75"/>
              <a:gd name="T8" fmla="*/ 51 w 126"/>
              <a:gd name="T9" fmla="*/ 45 h 75"/>
              <a:gd name="T10" fmla="*/ 37 w 126"/>
              <a:gd name="T11" fmla="*/ 53 h 75"/>
              <a:gd name="T12" fmla="*/ 14 w 126"/>
              <a:gd name="T13" fmla="*/ 67 h 75"/>
              <a:gd name="T14" fmla="*/ 0 w 126"/>
              <a:gd name="T15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6" h="75">
                <a:moveTo>
                  <a:pt x="126" y="0"/>
                </a:moveTo>
                <a:lnTo>
                  <a:pt x="112" y="8"/>
                </a:lnTo>
                <a:moveTo>
                  <a:pt x="89" y="22"/>
                </a:moveTo>
                <a:lnTo>
                  <a:pt x="75" y="31"/>
                </a:lnTo>
                <a:moveTo>
                  <a:pt x="51" y="45"/>
                </a:moveTo>
                <a:lnTo>
                  <a:pt x="37" y="53"/>
                </a:lnTo>
                <a:moveTo>
                  <a:pt x="14" y="67"/>
                </a:moveTo>
                <a:lnTo>
                  <a:pt x="0" y="7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3" name="Freeform 1096">
            <a:extLst>
              <a:ext uri="{FF2B5EF4-FFF2-40B4-BE49-F238E27FC236}">
                <a16:creationId xmlns:a16="http://schemas.microsoft.com/office/drawing/2014/main" id="{7DB4047B-4055-7EE0-1D4E-3A29EF35811B}"/>
              </a:ext>
            </a:extLst>
          </p:cNvPr>
          <p:cNvSpPr>
            <a:spLocks noEditPoints="1"/>
          </p:cNvSpPr>
          <p:nvPr/>
        </p:nvSpPr>
        <p:spPr bwMode="auto">
          <a:xfrm>
            <a:off x="2609850" y="3052763"/>
            <a:ext cx="1588" cy="47625"/>
          </a:xfrm>
          <a:custGeom>
            <a:avLst/>
            <a:gdLst>
              <a:gd name="T0" fmla="*/ 0 w 2"/>
              <a:gd name="T1" fmla="*/ 0 h 60"/>
              <a:gd name="T2" fmla="*/ 1 w 2"/>
              <a:gd name="T3" fmla="*/ 17 h 60"/>
              <a:gd name="T4" fmla="*/ 2 w 2"/>
              <a:gd name="T5" fmla="*/ 44 h 60"/>
              <a:gd name="T6" fmla="*/ 2 w 2"/>
              <a:gd name="T7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60">
                <a:moveTo>
                  <a:pt x="0" y="0"/>
                </a:moveTo>
                <a:lnTo>
                  <a:pt x="1" y="17"/>
                </a:lnTo>
                <a:moveTo>
                  <a:pt x="2" y="44"/>
                </a:moveTo>
                <a:lnTo>
                  <a:pt x="2" y="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4" name="Freeform 1097">
            <a:extLst>
              <a:ext uri="{FF2B5EF4-FFF2-40B4-BE49-F238E27FC236}">
                <a16:creationId xmlns:a16="http://schemas.microsoft.com/office/drawing/2014/main" id="{CDA6D096-A120-7B2F-25C5-0D78314C61BD}"/>
              </a:ext>
            </a:extLst>
          </p:cNvPr>
          <p:cNvSpPr>
            <a:spLocks noEditPoints="1"/>
          </p:cNvSpPr>
          <p:nvPr/>
        </p:nvSpPr>
        <p:spPr bwMode="auto">
          <a:xfrm>
            <a:off x="2393950" y="1920876"/>
            <a:ext cx="84138" cy="80963"/>
          </a:xfrm>
          <a:custGeom>
            <a:avLst/>
            <a:gdLst>
              <a:gd name="T0" fmla="*/ 105 w 105"/>
              <a:gd name="T1" fmla="*/ 0 h 102"/>
              <a:gd name="T2" fmla="*/ 93 w 105"/>
              <a:gd name="T3" fmla="*/ 11 h 102"/>
              <a:gd name="T4" fmla="*/ 74 w 105"/>
              <a:gd name="T5" fmla="*/ 30 h 102"/>
              <a:gd name="T6" fmla="*/ 62 w 105"/>
              <a:gd name="T7" fmla="*/ 41 h 102"/>
              <a:gd name="T8" fmla="*/ 43 w 105"/>
              <a:gd name="T9" fmla="*/ 60 h 102"/>
              <a:gd name="T10" fmla="*/ 31 w 105"/>
              <a:gd name="T11" fmla="*/ 72 h 102"/>
              <a:gd name="T12" fmla="*/ 11 w 105"/>
              <a:gd name="T13" fmla="*/ 91 h 102"/>
              <a:gd name="T14" fmla="*/ 0 w 105"/>
              <a:gd name="T1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102">
                <a:moveTo>
                  <a:pt x="105" y="0"/>
                </a:moveTo>
                <a:lnTo>
                  <a:pt x="93" y="11"/>
                </a:lnTo>
                <a:moveTo>
                  <a:pt x="74" y="30"/>
                </a:moveTo>
                <a:lnTo>
                  <a:pt x="62" y="41"/>
                </a:lnTo>
                <a:moveTo>
                  <a:pt x="43" y="60"/>
                </a:moveTo>
                <a:lnTo>
                  <a:pt x="31" y="72"/>
                </a:lnTo>
                <a:moveTo>
                  <a:pt x="11" y="91"/>
                </a:moveTo>
                <a:lnTo>
                  <a:pt x="0" y="10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5" name="Freeform 1098">
            <a:extLst>
              <a:ext uri="{FF2B5EF4-FFF2-40B4-BE49-F238E27FC236}">
                <a16:creationId xmlns:a16="http://schemas.microsoft.com/office/drawing/2014/main" id="{9C27CFC8-52E3-C079-8C26-7BF2B2BFCB41}"/>
              </a:ext>
            </a:extLst>
          </p:cNvPr>
          <p:cNvSpPr>
            <a:spLocks noEditPoints="1"/>
          </p:cNvSpPr>
          <p:nvPr/>
        </p:nvSpPr>
        <p:spPr bwMode="auto">
          <a:xfrm>
            <a:off x="3441700" y="1676401"/>
            <a:ext cx="50800" cy="60325"/>
          </a:xfrm>
          <a:custGeom>
            <a:avLst/>
            <a:gdLst>
              <a:gd name="T0" fmla="*/ 64 w 64"/>
              <a:gd name="T1" fmla="*/ 0 h 75"/>
              <a:gd name="T2" fmla="*/ 53 w 64"/>
              <a:gd name="T3" fmla="*/ 12 h 75"/>
              <a:gd name="T4" fmla="*/ 36 w 64"/>
              <a:gd name="T5" fmla="*/ 33 h 75"/>
              <a:gd name="T6" fmla="*/ 25 w 64"/>
              <a:gd name="T7" fmla="*/ 45 h 75"/>
              <a:gd name="T8" fmla="*/ 8 w 64"/>
              <a:gd name="T9" fmla="*/ 66 h 75"/>
              <a:gd name="T10" fmla="*/ 0 w 64"/>
              <a:gd name="T11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" h="75">
                <a:moveTo>
                  <a:pt x="64" y="0"/>
                </a:moveTo>
                <a:lnTo>
                  <a:pt x="53" y="12"/>
                </a:lnTo>
                <a:moveTo>
                  <a:pt x="36" y="33"/>
                </a:moveTo>
                <a:lnTo>
                  <a:pt x="25" y="45"/>
                </a:lnTo>
                <a:moveTo>
                  <a:pt x="8" y="66"/>
                </a:moveTo>
                <a:lnTo>
                  <a:pt x="0" y="7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6" name="Freeform 1099">
            <a:extLst>
              <a:ext uri="{FF2B5EF4-FFF2-40B4-BE49-F238E27FC236}">
                <a16:creationId xmlns:a16="http://schemas.microsoft.com/office/drawing/2014/main" id="{D583D092-071D-DC5B-79FE-34DA33F806EF}"/>
              </a:ext>
            </a:extLst>
          </p:cNvPr>
          <p:cNvSpPr>
            <a:spLocks noEditPoints="1"/>
          </p:cNvSpPr>
          <p:nvPr/>
        </p:nvSpPr>
        <p:spPr bwMode="auto">
          <a:xfrm>
            <a:off x="2971800" y="2533651"/>
            <a:ext cx="171450" cy="187325"/>
          </a:xfrm>
          <a:custGeom>
            <a:avLst/>
            <a:gdLst>
              <a:gd name="T0" fmla="*/ 216 w 216"/>
              <a:gd name="T1" fmla="*/ 0 h 237"/>
              <a:gd name="T2" fmla="*/ 205 w 216"/>
              <a:gd name="T3" fmla="*/ 12 h 237"/>
              <a:gd name="T4" fmla="*/ 187 w 216"/>
              <a:gd name="T5" fmla="*/ 32 h 237"/>
              <a:gd name="T6" fmla="*/ 176 w 216"/>
              <a:gd name="T7" fmla="*/ 44 h 237"/>
              <a:gd name="T8" fmla="*/ 158 w 216"/>
              <a:gd name="T9" fmla="*/ 64 h 237"/>
              <a:gd name="T10" fmla="*/ 147 w 216"/>
              <a:gd name="T11" fmla="*/ 76 h 237"/>
              <a:gd name="T12" fmla="*/ 128 w 216"/>
              <a:gd name="T13" fmla="*/ 96 h 237"/>
              <a:gd name="T14" fmla="*/ 117 w 216"/>
              <a:gd name="T15" fmla="*/ 108 h 237"/>
              <a:gd name="T16" fmla="*/ 99 w 216"/>
              <a:gd name="T17" fmla="*/ 129 h 237"/>
              <a:gd name="T18" fmla="*/ 88 w 216"/>
              <a:gd name="T19" fmla="*/ 141 h 237"/>
              <a:gd name="T20" fmla="*/ 70 w 216"/>
              <a:gd name="T21" fmla="*/ 161 h 237"/>
              <a:gd name="T22" fmla="*/ 59 w 216"/>
              <a:gd name="T23" fmla="*/ 173 h 237"/>
              <a:gd name="T24" fmla="*/ 40 w 216"/>
              <a:gd name="T25" fmla="*/ 193 h 237"/>
              <a:gd name="T26" fmla="*/ 30 w 216"/>
              <a:gd name="T27" fmla="*/ 205 h 237"/>
              <a:gd name="T28" fmla="*/ 11 w 216"/>
              <a:gd name="T29" fmla="*/ 225 h 237"/>
              <a:gd name="T30" fmla="*/ 0 w 216"/>
              <a:gd name="T31" fmla="*/ 237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6" h="237">
                <a:moveTo>
                  <a:pt x="216" y="0"/>
                </a:moveTo>
                <a:lnTo>
                  <a:pt x="205" y="12"/>
                </a:lnTo>
                <a:moveTo>
                  <a:pt x="187" y="32"/>
                </a:moveTo>
                <a:lnTo>
                  <a:pt x="176" y="44"/>
                </a:lnTo>
                <a:moveTo>
                  <a:pt x="158" y="64"/>
                </a:moveTo>
                <a:lnTo>
                  <a:pt x="147" y="76"/>
                </a:lnTo>
                <a:moveTo>
                  <a:pt x="128" y="96"/>
                </a:moveTo>
                <a:lnTo>
                  <a:pt x="117" y="108"/>
                </a:lnTo>
                <a:moveTo>
                  <a:pt x="99" y="129"/>
                </a:moveTo>
                <a:lnTo>
                  <a:pt x="88" y="141"/>
                </a:lnTo>
                <a:moveTo>
                  <a:pt x="70" y="161"/>
                </a:moveTo>
                <a:lnTo>
                  <a:pt x="59" y="173"/>
                </a:lnTo>
                <a:moveTo>
                  <a:pt x="40" y="193"/>
                </a:moveTo>
                <a:lnTo>
                  <a:pt x="30" y="205"/>
                </a:lnTo>
                <a:moveTo>
                  <a:pt x="11" y="225"/>
                </a:moveTo>
                <a:lnTo>
                  <a:pt x="0" y="23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7" name="Freeform 1100">
            <a:extLst>
              <a:ext uri="{FF2B5EF4-FFF2-40B4-BE49-F238E27FC236}">
                <a16:creationId xmlns:a16="http://schemas.microsoft.com/office/drawing/2014/main" id="{956263CC-1A0E-0A47-514F-3BCD745EC1F9}"/>
              </a:ext>
            </a:extLst>
          </p:cNvPr>
          <p:cNvSpPr>
            <a:spLocks noEditPoints="1"/>
          </p:cNvSpPr>
          <p:nvPr/>
        </p:nvSpPr>
        <p:spPr bwMode="auto">
          <a:xfrm>
            <a:off x="2887663" y="2147888"/>
            <a:ext cx="106363" cy="90488"/>
          </a:xfrm>
          <a:custGeom>
            <a:avLst/>
            <a:gdLst>
              <a:gd name="T0" fmla="*/ 135 w 135"/>
              <a:gd name="T1" fmla="*/ 0 h 114"/>
              <a:gd name="T2" fmla="*/ 123 w 135"/>
              <a:gd name="T3" fmla="*/ 11 h 114"/>
              <a:gd name="T4" fmla="*/ 102 w 135"/>
              <a:gd name="T5" fmla="*/ 28 h 114"/>
              <a:gd name="T6" fmla="*/ 89 w 135"/>
              <a:gd name="T7" fmla="*/ 39 h 114"/>
              <a:gd name="T8" fmla="*/ 69 w 135"/>
              <a:gd name="T9" fmla="*/ 56 h 114"/>
              <a:gd name="T10" fmla="*/ 56 w 135"/>
              <a:gd name="T11" fmla="*/ 67 h 114"/>
              <a:gd name="T12" fmla="*/ 35 w 135"/>
              <a:gd name="T13" fmla="*/ 84 h 114"/>
              <a:gd name="T14" fmla="*/ 23 w 135"/>
              <a:gd name="T15" fmla="*/ 95 h 114"/>
              <a:gd name="T16" fmla="*/ 2 w 135"/>
              <a:gd name="T17" fmla="*/ 113 h 114"/>
              <a:gd name="T18" fmla="*/ 0 w 135"/>
              <a:gd name="T19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5" h="114">
                <a:moveTo>
                  <a:pt x="135" y="0"/>
                </a:moveTo>
                <a:lnTo>
                  <a:pt x="123" y="11"/>
                </a:lnTo>
                <a:moveTo>
                  <a:pt x="102" y="28"/>
                </a:moveTo>
                <a:lnTo>
                  <a:pt x="89" y="39"/>
                </a:lnTo>
                <a:moveTo>
                  <a:pt x="69" y="56"/>
                </a:moveTo>
                <a:lnTo>
                  <a:pt x="56" y="67"/>
                </a:lnTo>
                <a:moveTo>
                  <a:pt x="35" y="84"/>
                </a:moveTo>
                <a:lnTo>
                  <a:pt x="23" y="95"/>
                </a:lnTo>
                <a:moveTo>
                  <a:pt x="2" y="113"/>
                </a:moveTo>
                <a:lnTo>
                  <a:pt x="0" y="11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8" name="Freeform 1101">
            <a:extLst>
              <a:ext uri="{FF2B5EF4-FFF2-40B4-BE49-F238E27FC236}">
                <a16:creationId xmlns:a16="http://schemas.microsoft.com/office/drawing/2014/main" id="{73CEE1B7-71C3-9422-58CD-29A907DACF57}"/>
              </a:ext>
            </a:extLst>
          </p:cNvPr>
          <p:cNvSpPr>
            <a:spLocks noEditPoints="1"/>
          </p:cNvSpPr>
          <p:nvPr/>
        </p:nvSpPr>
        <p:spPr bwMode="auto">
          <a:xfrm>
            <a:off x="2173288" y="2414588"/>
            <a:ext cx="55563" cy="141288"/>
          </a:xfrm>
          <a:custGeom>
            <a:avLst/>
            <a:gdLst>
              <a:gd name="T0" fmla="*/ 69 w 69"/>
              <a:gd name="T1" fmla="*/ 0 h 178"/>
              <a:gd name="T2" fmla="*/ 63 w 69"/>
              <a:gd name="T3" fmla="*/ 16 h 178"/>
              <a:gd name="T4" fmla="*/ 53 w 69"/>
              <a:gd name="T5" fmla="*/ 41 h 178"/>
              <a:gd name="T6" fmla="*/ 47 w 69"/>
              <a:gd name="T7" fmla="*/ 56 h 178"/>
              <a:gd name="T8" fmla="*/ 37 w 69"/>
              <a:gd name="T9" fmla="*/ 81 h 178"/>
              <a:gd name="T10" fmla="*/ 31 w 69"/>
              <a:gd name="T11" fmla="*/ 97 h 178"/>
              <a:gd name="T12" fmla="*/ 22 w 69"/>
              <a:gd name="T13" fmla="*/ 122 h 178"/>
              <a:gd name="T14" fmla="*/ 16 w 69"/>
              <a:gd name="T15" fmla="*/ 137 h 178"/>
              <a:gd name="T16" fmla="*/ 6 w 69"/>
              <a:gd name="T17" fmla="*/ 162 h 178"/>
              <a:gd name="T18" fmla="*/ 0 w 69"/>
              <a:gd name="T19" fmla="*/ 178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78">
                <a:moveTo>
                  <a:pt x="69" y="0"/>
                </a:moveTo>
                <a:lnTo>
                  <a:pt x="63" y="16"/>
                </a:lnTo>
                <a:moveTo>
                  <a:pt x="53" y="41"/>
                </a:moveTo>
                <a:lnTo>
                  <a:pt x="47" y="56"/>
                </a:lnTo>
                <a:moveTo>
                  <a:pt x="37" y="81"/>
                </a:moveTo>
                <a:lnTo>
                  <a:pt x="31" y="97"/>
                </a:lnTo>
                <a:moveTo>
                  <a:pt x="22" y="122"/>
                </a:moveTo>
                <a:lnTo>
                  <a:pt x="16" y="137"/>
                </a:lnTo>
                <a:moveTo>
                  <a:pt x="6" y="162"/>
                </a:moveTo>
                <a:lnTo>
                  <a:pt x="0" y="17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9" name="Freeform 1102">
            <a:extLst>
              <a:ext uri="{FF2B5EF4-FFF2-40B4-BE49-F238E27FC236}">
                <a16:creationId xmlns:a16="http://schemas.microsoft.com/office/drawing/2014/main" id="{ABD4CD4E-77FD-E1A9-08EC-B7D7E438141A}"/>
              </a:ext>
            </a:extLst>
          </p:cNvPr>
          <p:cNvSpPr>
            <a:spLocks noEditPoints="1"/>
          </p:cNvSpPr>
          <p:nvPr/>
        </p:nvSpPr>
        <p:spPr bwMode="auto">
          <a:xfrm>
            <a:off x="3638550" y="1712913"/>
            <a:ext cx="22225" cy="42863"/>
          </a:xfrm>
          <a:custGeom>
            <a:avLst/>
            <a:gdLst>
              <a:gd name="T0" fmla="*/ 27 w 27"/>
              <a:gd name="T1" fmla="*/ 0 h 54"/>
              <a:gd name="T2" fmla="*/ 19 w 27"/>
              <a:gd name="T3" fmla="*/ 15 h 54"/>
              <a:gd name="T4" fmla="*/ 7 w 27"/>
              <a:gd name="T5" fmla="*/ 39 h 54"/>
              <a:gd name="T6" fmla="*/ 0 w 27"/>
              <a:gd name="T7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" h="54">
                <a:moveTo>
                  <a:pt x="27" y="0"/>
                </a:moveTo>
                <a:lnTo>
                  <a:pt x="19" y="15"/>
                </a:lnTo>
                <a:moveTo>
                  <a:pt x="7" y="39"/>
                </a:moveTo>
                <a:lnTo>
                  <a:pt x="0" y="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0" name="Freeform 1103">
            <a:extLst>
              <a:ext uri="{FF2B5EF4-FFF2-40B4-BE49-F238E27FC236}">
                <a16:creationId xmlns:a16="http://schemas.microsoft.com/office/drawing/2014/main" id="{257A4A4E-DFA2-B687-E591-283BAA16C514}"/>
              </a:ext>
            </a:extLst>
          </p:cNvPr>
          <p:cNvSpPr>
            <a:spLocks noEditPoints="1"/>
          </p:cNvSpPr>
          <p:nvPr/>
        </p:nvSpPr>
        <p:spPr bwMode="auto">
          <a:xfrm>
            <a:off x="2686050" y="2944813"/>
            <a:ext cx="92075" cy="65088"/>
          </a:xfrm>
          <a:custGeom>
            <a:avLst/>
            <a:gdLst>
              <a:gd name="T0" fmla="*/ 117 w 117"/>
              <a:gd name="T1" fmla="*/ 0 h 82"/>
              <a:gd name="T2" fmla="*/ 104 w 117"/>
              <a:gd name="T3" fmla="*/ 9 h 82"/>
              <a:gd name="T4" fmla="*/ 81 w 117"/>
              <a:gd name="T5" fmla="*/ 25 h 82"/>
              <a:gd name="T6" fmla="*/ 68 w 117"/>
              <a:gd name="T7" fmla="*/ 34 h 82"/>
              <a:gd name="T8" fmla="*/ 46 w 117"/>
              <a:gd name="T9" fmla="*/ 50 h 82"/>
              <a:gd name="T10" fmla="*/ 32 w 117"/>
              <a:gd name="T11" fmla="*/ 59 h 82"/>
              <a:gd name="T12" fmla="*/ 10 w 117"/>
              <a:gd name="T13" fmla="*/ 75 h 82"/>
              <a:gd name="T14" fmla="*/ 0 w 117"/>
              <a:gd name="T15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7" h="82">
                <a:moveTo>
                  <a:pt x="117" y="0"/>
                </a:moveTo>
                <a:lnTo>
                  <a:pt x="104" y="9"/>
                </a:lnTo>
                <a:moveTo>
                  <a:pt x="81" y="25"/>
                </a:moveTo>
                <a:lnTo>
                  <a:pt x="68" y="34"/>
                </a:lnTo>
                <a:moveTo>
                  <a:pt x="46" y="50"/>
                </a:moveTo>
                <a:lnTo>
                  <a:pt x="32" y="59"/>
                </a:lnTo>
                <a:moveTo>
                  <a:pt x="10" y="75"/>
                </a:moveTo>
                <a:lnTo>
                  <a:pt x="0" y="8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1" name="Line 1104">
            <a:extLst>
              <a:ext uri="{FF2B5EF4-FFF2-40B4-BE49-F238E27FC236}">
                <a16:creationId xmlns:a16="http://schemas.microsoft.com/office/drawing/2014/main" id="{B71CAC30-6A3B-D3DD-96FA-10D9B8E6BF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3675" y="541338"/>
            <a:ext cx="11113" cy="635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2" name="Freeform 1105">
            <a:extLst>
              <a:ext uri="{FF2B5EF4-FFF2-40B4-BE49-F238E27FC236}">
                <a16:creationId xmlns:a16="http://schemas.microsoft.com/office/drawing/2014/main" id="{BCD44CE9-4B0D-9CC8-362E-E89485CBAFD4}"/>
              </a:ext>
            </a:extLst>
          </p:cNvPr>
          <p:cNvSpPr>
            <a:spLocks noEditPoints="1"/>
          </p:cNvSpPr>
          <p:nvPr/>
        </p:nvSpPr>
        <p:spPr bwMode="auto">
          <a:xfrm>
            <a:off x="2436813" y="1990726"/>
            <a:ext cx="34925" cy="31750"/>
          </a:xfrm>
          <a:custGeom>
            <a:avLst/>
            <a:gdLst>
              <a:gd name="T0" fmla="*/ 45 w 45"/>
              <a:gd name="T1" fmla="*/ 0 h 40"/>
              <a:gd name="T2" fmla="*/ 32 w 45"/>
              <a:gd name="T3" fmla="*/ 11 h 40"/>
              <a:gd name="T4" fmla="*/ 12 w 45"/>
              <a:gd name="T5" fmla="*/ 29 h 40"/>
              <a:gd name="T6" fmla="*/ 0 w 45"/>
              <a:gd name="T7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40">
                <a:moveTo>
                  <a:pt x="45" y="0"/>
                </a:moveTo>
                <a:lnTo>
                  <a:pt x="32" y="11"/>
                </a:lnTo>
                <a:moveTo>
                  <a:pt x="12" y="29"/>
                </a:moveTo>
                <a:lnTo>
                  <a:pt x="0" y="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3" name="Freeform 1106">
            <a:extLst>
              <a:ext uri="{FF2B5EF4-FFF2-40B4-BE49-F238E27FC236}">
                <a16:creationId xmlns:a16="http://schemas.microsoft.com/office/drawing/2014/main" id="{CA866E53-C82C-125B-6E14-44AD93C3EBB2}"/>
              </a:ext>
            </a:extLst>
          </p:cNvPr>
          <p:cNvSpPr>
            <a:spLocks noEditPoints="1"/>
          </p:cNvSpPr>
          <p:nvPr/>
        </p:nvSpPr>
        <p:spPr bwMode="auto">
          <a:xfrm>
            <a:off x="2851150" y="3205163"/>
            <a:ext cx="115888" cy="77788"/>
          </a:xfrm>
          <a:custGeom>
            <a:avLst/>
            <a:gdLst>
              <a:gd name="T0" fmla="*/ 145 w 145"/>
              <a:gd name="T1" fmla="*/ 0 h 97"/>
              <a:gd name="T2" fmla="*/ 132 w 145"/>
              <a:gd name="T3" fmla="*/ 9 h 97"/>
              <a:gd name="T4" fmla="*/ 109 w 145"/>
              <a:gd name="T5" fmla="*/ 24 h 97"/>
              <a:gd name="T6" fmla="*/ 96 w 145"/>
              <a:gd name="T7" fmla="*/ 34 h 97"/>
              <a:gd name="T8" fmla="*/ 73 w 145"/>
              <a:gd name="T9" fmla="*/ 49 h 97"/>
              <a:gd name="T10" fmla="*/ 59 w 145"/>
              <a:gd name="T11" fmla="*/ 58 h 97"/>
              <a:gd name="T12" fmla="*/ 37 w 145"/>
              <a:gd name="T13" fmla="*/ 73 h 97"/>
              <a:gd name="T14" fmla="*/ 23 w 145"/>
              <a:gd name="T15" fmla="*/ 82 h 97"/>
              <a:gd name="T16" fmla="*/ 1 w 145"/>
              <a:gd name="T17" fmla="*/ 97 h 97"/>
              <a:gd name="T18" fmla="*/ 0 w 145"/>
              <a:gd name="T19" fmla="*/ 97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5" h="97">
                <a:moveTo>
                  <a:pt x="145" y="0"/>
                </a:moveTo>
                <a:lnTo>
                  <a:pt x="132" y="9"/>
                </a:lnTo>
                <a:moveTo>
                  <a:pt x="109" y="24"/>
                </a:moveTo>
                <a:lnTo>
                  <a:pt x="96" y="34"/>
                </a:lnTo>
                <a:moveTo>
                  <a:pt x="73" y="49"/>
                </a:moveTo>
                <a:lnTo>
                  <a:pt x="59" y="58"/>
                </a:lnTo>
                <a:moveTo>
                  <a:pt x="37" y="73"/>
                </a:moveTo>
                <a:lnTo>
                  <a:pt x="23" y="82"/>
                </a:lnTo>
                <a:moveTo>
                  <a:pt x="1" y="97"/>
                </a:moveTo>
                <a:lnTo>
                  <a:pt x="0" y="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4" name="Line 1107">
            <a:extLst>
              <a:ext uri="{FF2B5EF4-FFF2-40B4-BE49-F238E27FC236}">
                <a16:creationId xmlns:a16="http://schemas.microsoft.com/office/drawing/2014/main" id="{01F557B2-3837-ED12-800A-142BFD7972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9988" y="2795588"/>
            <a:ext cx="7938" cy="95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5" name="Freeform 1108">
            <a:extLst>
              <a:ext uri="{FF2B5EF4-FFF2-40B4-BE49-F238E27FC236}">
                <a16:creationId xmlns:a16="http://schemas.microsoft.com/office/drawing/2014/main" id="{EF7D03F9-2E60-BC84-D3DA-BCA70A5C238D}"/>
              </a:ext>
            </a:extLst>
          </p:cNvPr>
          <p:cNvSpPr>
            <a:spLocks noEditPoints="1"/>
          </p:cNvSpPr>
          <p:nvPr/>
        </p:nvSpPr>
        <p:spPr bwMode="auto">
          <a:xfrm>
            <a:off x="2365375" y="1654176"/>
            <a:ext cx="100013" cy="184150"/>
          </a:xfrm>
          <a:custGeom>
            <a:avLst/>
            <a:gdLst>
              <a:gd name="T0" fmla="*/ 125 w 125"/>
              <a:gd name="T1" fmla="*/ 0 h 232"/>
              <a:gd name="T2" fmla="*/ 117 w 125"/>
              <a:gd name="T3" fmla="*/ 14 h 232"/>
              <a:gd name="T4" fmla="*/ 104 w 125"/>
              <a:gd name="T5" fmla="*/ 38 h 232"/>
              <a:gd name="T6" fmla="*/ 97 w 125"/>
              <a:gd name="T7" fmla="*/ 52 h 232"/>
              <a:gd name="T8" fmla="*/ 84 w 125"/>
              <a:gd name="T9" fmla="*/ 76 h 232"/>
              <a:gd name="T10" fmla="*/ 76 w 125"/>
              <a:gd name="T11" fmla="*/ 91 h 232"/>
              <a:gd name="T12" fmla="*/ 63 w 125"/>
              <a:gd name="T13" fmla="*/ 115 h 232"/>
              <a:gd name="T14" fmla="*/ 55 w 125"/>
              <a:gd name="T15" fmla="*/ 129 h 232"/>
              <a:gd name="T16" fmla="*/ 42 w 125"/>
              <a:gd name="T17" fmla="*/ 153 h 232"/>
              <a:gd name="T18" fmla="*/ 35 w 125"/>
              <a:gd name="T19" fmla="*/ 167 h 232"/>
              <a:gd name="T20" fmla="*/ 22 w 125"/>
              <a:gd name="T21" fmla="*/ 191 h 232"/>
              <a:gd name="T22" fmla="*/ 14 w 125"/>
              <a:gd name="T23" fmla="*/ 206 h 232"/>
              <a:gd name="T24" fmla="*/ 1 w 125"/>
              <a:gd name="T25" fmla="*/ 230 h 232"/>
              <a:gd name="T26" fmla="*/ 0 w 125"/>
              <a:gd name="T2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5" h="232">
                <a:moveTo>
                  <a:pt x="125" y="0"/>
                </a:moveTo>
                <a:lnTo>
                  <a:pt x="117" y="14"/>
                </a:lnTo>
                <a:moveTo>
                  <a:pt x="104" y="38"/>
                </a:moveTo>
                <a:lnTo>
                  <a:pt x="97" y="52"/>
                </a:lnTo>
                <a:moveTo>
                  <a:pt x="84" y="76"/>
                </a:moveTo>
                <a:lnTo>
                  <a:pt x="76" y="91"/>
                </a:lnTo>
                <a:moveTo>
                  <a:pt x="63" y="115"/>
                </a:moveTo>
                <a:lnTo>
                  <a:pt x="55" y="129"/>
                </a:lnTo>
                <a:moveTo>
                  <a:pt x="42" y="153"/>
                </a:moveTo>
                <a:lnTo>
                  <a:pt x="35" y="167"/>
                </a:lnTo>
                <a:moveTo>
                  <a:pt x="22" y="191"/>
                </a:moveTo>
                <a:lnTo>
                  <a:pt x="14" y="206"/>
                </a:lnTo>
                <a:moveTo>
                  <a:pt x="1" y="230"/>
                </a:moveTo>
                <a:lnTo>
                  <a:pt x="0" y="2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6" name="Freeform 1109">
            <a:extLst>
              <a:ext uri="{FF2B5EF4-FFF2-40B4-BE49-F238E27FC236}">
                <a16:creationId xmlns:a16="http://schemas.microsoft.com/office/drawing/2014/main" id="{2EFA1F37-42C4-A1C3-B0F7-B5BA7666C7BB}"/>
              </a:ext>
            </a:extLst>
          </p:cNvPr>
          <p:cNvSpPr>
            <a:spLocks noEditPoints="1"/>
          </p:cNvSpPr>
          <p:nvPr/>
        </p:nvSpPr>
        <p:spPr bwMode="auto">
          <a:xfrm>
            <a:off x="2695575" y="1535113"/>
            <a:ext cx="53975" cy="55563"/>
          </a:xfrm>
          <a:custGeom>
            <a:avLst/>
            <a:gdLst>
              <a:gd name="T0" fmla="*/ 68 w 68"/>
              <a:gd name="T1" fmla="*/ 0 h 69"/>
              <a:gd name="T2" fmla="*/ 57 w 68"/>
              <a:gd name="T3" fmla="*/ 12 h 69"/>
              <a:gd name="T4" fmla="*/ 38 w 68"/>
              <a:gd name="T5" fmla="*/ 31 h 69"/>
              <a:gd name="T6" fmla="*/ 26 w 68"/>
              <a:gd name="T7" fmla="*/ 43 h 69"/>
              <a:gd name="T8" fmla="*/ 7 w 68"/>
              <a:gd name="T9" fmla="*/ 63 h 69"/>
              <a:gd name="T10" fmla="*/ 0 w 68"/>
              <a:gd name="T11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" h="69">
                <a:moveTo>
                  <a:pt x="68" y="0"/>
                </a:moveTo>
                <a:lnTo>
                  <a:pt x="57" y="12"/>
                </a:lnTo>
                <a:moveTo>
                  <a:pt x="38" y="31"/>
                </a:moveTo>
                <a:lnTo>
                  <a:pt x="26" y="43"/>
                </a:lnTo>
                <a:moveTo>
                  <a:pt x="7" y="63"/>
                </a:moveTo>
                <a:lnTo>
                  <a:pt x="0" y="6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7" name="Freeform 1110">
            <a:extLst>
              <a:ext uri="{FF2B5EF4-FFF2-40B4-BE49-F238E27FC236}">
                <a16:creationId xmlns:a16="http://schemas.microsoft.com/office/drawing/2014/main" id="{AFE80118-53E4-99A9-A9B6-901618641D37}"/>
              </a:ext>
            </a:extLst>
          </p:cNvPr>
          <p:cNvSpPr>
            <a:spLocks noEditPoints="1"/>
          </p:cNvSpPr>
          <p:nvPr/>
        </p:nvSpPr>
        <p:spPr bwMode="auto">
          <a:xfrm>
            <a:off x="2587625" y="763588"/>
            <a:ext cx="107950" cy="98425"/>
          </a:xfrm>
          <a:custGeom>
            <a:avLst/>
            <a:gdLst>
              <a:gd name="T0" fmla="*/ 136 w 136"/>
              <a:gd name="T1" fmla="*/ 0 h 124"/>
              <a:gd name="T2" fmla="*/ 124 w 136"/>
              <a:gd name="T3" fmla="*/ 11 h 124"/>
              <a:gd name="T4" fmla="*/ 104 w 136"/>
              <a:gd name="T5" fmla="*/ 30 h 124"/>
              <a:gd name="T6" fmla="*/ 92 w 136"/>
              <a:gd name="T7" fmla="*/ 41 h 124"/>
              <a:gd name="T8" fmla="*/ 72 w 136"/>
              <a:gd name="T9" fmla="*/ 59 h 124"/>
              <a:gd name="T10" fmla="*/ 60 w 136"/>
              <a:gd name="T11" fmla="*/ 70 h 124"/>
              <a:gd name="T12" fmla="*/ 40 w 136"/>
              <a:gd name="T13" fmla="*/ 88 h 124"/>
              <a:gd name="T14" fmla="*/ 27 w 136"/>
              <a:gd name="T15" fmla="*/ 99 h 124"/>
              <a:gd name="T16" fmla="*/ 7 w 136"/>
              <a:gd name="T17" fmla="*/ 118 h 124"/>
              <a:gd name="T18" fmla="*/ 0 w 136"/>
              <a:gd name="T19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6" h="124">
                <a:moveTo>
                  <a:pt x="136" y="0"/>
                </a:moveTo>
                <a:lnTo>
                  <a:pt x="124" y="11"/>
                </a:lnTo>
                <a:moveTo>
                  <a:pt x="104" y="30"/>
                </a:moveTo>
                <a:lnTo>
                  <a:pt x="92" y="41"/>
                </a:lnTo>
                <a:moveTo>
                  <a:pt x="72" y="59"/>
                </a:moveTo>
                <a:lnTo>
                  <a:pt x="60" y="70"/>
                </a:lnTo>
                <a:moveTo>
                  <a:pt x="40" y="88"/>
                </a:moveTo>
                <a:lnTo>
                  <a:pt x="27" y="99"/>
                </a:lnTo>
                <a:moveTo>
                  <a:pt x="7" y="118"/>
                </a:moveTo>
                <a:lnTo>
                  <a:pt x="0" y="12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8" name="Freeform 1111">
            <a:extLst>
              <a:ext uri="{FF2B5EF4-FFF2-40B4-BE49-F238E27FC236}">
                <a16:creationId xmlns:a16="http://schemas.microsoft.com/office/drawing/2014/main" id="{1ECA4E08-27A7-D05D-9332-95A6F0A753FD}"/>
              </a:ext>
            </a:extLst>
          </p:cNvPr>
          <p:cNvSpPr>
            <a:spLocks noEditPoints="1"/>
          </p:cNvSpPr>
          <p:nvPr/>
        </p:nvSpPr>
        <p:spPr bwMode="auto">
          <a:xfrm>
            <a:off x="2997200" y="568326"/>
            <a:ext cx="50800" cy="104775"/>
          </a:xfrm>
          <a:custGeom>
            <a:avLst/>
            <a:gdLst>
              <a:gd name="T0" fmla="*/ 63 w 63"/>
              <a:gd name="T1" fmla="*/ 0 h 132"/>
              <a:gd name="T2" fmla="*/ 56 w 63"/>
              <a:gd name="T3" fmla="*/ 15 h 132"/>
              <a:gd name="T4" fmla="*/ 44 w 63"/>
              <a:gd name="T5" fmla="*/ 39 h 132"/>
              <a:gd name="T6" fmla="*/ 37 w 63"/>
              <a:gd name="T7" fmla="*/ 54 h 132"/>
              <a:gd name="T8" fmla="*/ 25 w 63"/>
              <a:gd name="T9" fmla="*/ 78 h 132"/>
              <a:gd name="T10" fmla="*/ 18 w 63"/>
              <a:gd name="T11" fmla="*/ 93 h 132"/>
              <a:gd name="T12" fmla="*/ 7 w 63"/>
              <a:gd name="T13" fmla="*/ 118 h 132"/>
              <a:gd name="T14" fmla="*/ 0 w 63"/>
              <a:gd name="T15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132">
                <a:moveTo>
                  <a:pt x="63" y="0"/>
                </a:moveTo>
                <a:lnTo>
                  <a:pt x="56" y="15"/>
                </a:lnTo>
                <a:moveTo>
                  <a:pt x="44" y="39"/>
                </a:moveTo>
                <a:lnTo>
                  <a:pt x="37" y="54"/>
                </a:lnTo>
                <a:moveTo>
                  <a:pt x="25" y="78"/>
                </a:moveTo>
                <a:lnTo>
                  <a:pt x="18" y="93"/>
                </a:lnTo>
                <a:moveTo>
                  <a:pt x="7" y="118"/>
                </a:moveTo>
                <a:lnTo>
                  <a:pt x="0" y="1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9" name="Freeform 1112">
            <a:extLst>
              <a:ext uri="{FF2B5EF4-FFF2-40B4-BE49-F238E27FC236}">
                <a16:creationId xmlns:a16="http://schemas.microsoft.com/office/drawing/2014/main" id="{9CEA8D98-9E3B-FA1B-C018-DD3F0A60F391}"/>
              </a:ext>
            </a:extLst>
          </p:cNvPr>
          <p:cNvSpPr>
            <a:spLocks noEditPoints="1"/>
          </p:cNvSpPr>
          <p:nvPr/>
        </p:nvSpPr>
        <p:spPr bwMode="auto">
          <a:xfrm>
            <a:off x="2517775" y="2576513"/>
            <a:ext cx="60325" cy="41275"/>
          </a:xfrm>
          <a:custGeom>
            <a:avLst/>
            <a:gdLst>
              <a:gd name="T0" fmla="*/ 75 w 75"/>
              <a:gd name="T1" fmla="*/ 0 h 53"/>
              <a:gd name="T2" fmla="*/ 61 w 75"/>
              <a:gd name="T3" fmla="*/ 10 h 53"/>
              <a:gd name="T4" fmla="*/ 39 w 75"/>
              <a:gd name="T5" fmla="*/ 25 h 53"/>
              <a:gd name="T6" fmla="*/ 26 w 75"/>
              <a:gd name="T7" fmla="*/ 35 h 53"/>
              <a:gd name="T8" fmla="*/ 4 w 75"/>
              <a:gd name="T9" fmla="*/ 51 h 53"/>
              <a:gd name="T10" fmla="*/ 0 w 75"/>
              <a:gd name="T1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" h="53">
                <a:moveTo>
                  <a:pt x="75" y="0"/>
                </a:moveTo>
                <a:lnTo>
                  <a:pt x="61" y="10"/>
                </a:lnTo>
                <a:moveTo>
                  <a:pt x="39" y="25"/>
                </a:moveTo>
                <a:lnTo>
                  <a:pt x="26" y="35"/>
                </a:lnTo>
                <a:moveTo>
                  <a:pt x="4" y="51"/>
                </a:moveTo>
                <a:lnTo>
                  <a:pt x="0" y="5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0" name="Freeform 1113">
            <a:extLst>
              <a:ext uri="{FF2B5EF4-FFF2-40B4-BE49-F238E27FC236}">
                <a16:creationId xmlns:a16="http://schemas.microsoft.com/office/drawing/2014/main" id="{D7107B5B-758A-F884-A3BE-A67657202670}"/>
              </a:ext>
            </a:extLst>
          </p:cNvPr>
          <p:cNvSpPr>
            <a:spLocks noEditPoints="1"/>
          </p:cNvSpPr>
          <p:nvPr/>
        </p:nvSpPr>
        <p:spPr bwMode="auto">
          <a:xfrm>
            <a:off x="2232025" y="223838"/>
            <a:ext cx="33338" cy="33338"/>
          </a:xfrm>
          <a:custGeom>
            <a:avLst/>
            <a:gdLst>
              <a:gd name="T0" fmla="*/ 42 w 42"/>
              <a:gd name="T1" fmla="*/ 0 h 42"/>
              <a:gd name="T2" fmla="*/ 31 w 42"/>
              <a:gd name="T3" fmla="*/ 12 h 42"/>
              <a:gd name="T4" fmla="*/ 12 w 42"/>
              <a:gd name="T5" fmla="*/ 31 h 42"/>
              <a:gd name="T6" fmla="*/ 0 w 42"/>
              <a:gd name="T7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" h="42">
                <a:moveTo>
                  <a:pt x="42" y="0"/>
                </a:moveTo>
                <a:lnTo>
                  <a:pt x="31" y="12"/>
                </a:lnTo>
                <a:moveTo>
                  <a:pt x="12" y="31"/>
                </a:moveTo>
                <a:lnTo>
                  <a:pt x="0" y="4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1" name="Freeform 1114">
            <a:extLst>
              <a:ext uri="{FF2B5EF4-FFF2-40B4-BE49-F238E27FC236}">
                <a16:creationId xmlns:a16="http://schemas.microsoft.com/office/drawing/2014/main" id="{64394AAE-0655-C8B5-5241-21D1670D3FB3}"/>
              </a:ext>
            </a:extLst>
          </p:cNvPr>
          <p:cNvSpPr>
            <a:spLocks noEditPoints="1"/>
          </p:cNvSpPr>
          <p:nvPr/>
        </p:nvSpPr>
        <p:spPr bwMode="auto">
          <a:xfrm>
            <a:off x="2312988" y="1638301"/>
            <a:ext cx="55563" cy="58738"/>
          </a:xfrm>
          <a:custGeom>
            <a:avLst/>
            <a:gdLst>
              <a:gd name="T0" fmla="*/ 69 w 69"/>
              <a:gd name="T1" fmla="*/ 0 h 74"/>
              <a:gd name="T2" fmla="*/ 58 w 69"/>
              <a:gd name="T3" fmla="*/ 12 h 74"/>
              <a:gd name="T4" fmla="*/ 39 w 69"/>
              <a:gd name="T5" fmla="*/ 32 h 74"/>
              <a:gd name="T6" fmla="*/ 28 w 69"/>
              <a:gd name="T7" fmla="*/ 44 h 74"/>
              <a:gd name="T8" fmla="*/ 10 w 69"/>
              <a:gd name="T9" fmla="*/ 64 h 74"/>
              <a:gd name="T10" fmla="*/ 0 w 69"/>
              <a:gd name="T11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" h="74">
                <a:moveTo>
                  <a:pt x="69" y="0"/>
                </a:moveTo>
                <a:lnTo>
                  <a:pt x="58" y="12"/>
                </a:lnTo>
                <a:moveTo>
                  <a:pt x="39" y="32"/>
                </a:moveTo>
                <a:lnTo>
                  <a:pt x="28" y="44"/>
                </a:lnTo>
                <a:moveTo>
                  <a:pt x="10" y="64"/>
                </a:moveTo>
                <a:lnTo>
                  <a:pt x="0" y="7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2" name="Line 1115">
            <a:extLst>
              <a:ext uri="{FF2B5EF4-FFF2-40B4-BE49-F238E27FC236}">
                <a16:creationId xmlns:a16="http://schemas.microsoft.com/office/drawing/2014/main" id="{2A0FD78B-79B3-741A-2793-8C0CB42566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24063" y="2179638"/>
            <a:ext cx="9525" cy="95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3" name="Freeform 1116">
            <a:extLst>
              <a:ext uri="{FF2B5EF4-FFF2-40B4-BE49-F238E27FC236}">
                <a16:creationId xmlns:a16="http://schemas.microsoft.com/office/drawing/2014/main" id="{84FCFC7D-DE39-3C48-3E9A-AB3F79A176B2}"/>
              </a:ext>
            </a:extLst>
          </p:cNvPr>
          <p:cNvSpPr>
            <a:spLocks noEditPoints="1"/>
          </p:cNvSpPr>
          <p:nvPr/>
        </p:nvSpPr>
        <p:spPr bwMode="auto">
          <a:xfrm>
            <a:off x="3189288" y="1819276"/>
            <a:ext cx="23813" cy="65088"/>
          </a:xfrm>
          <a:custGeom>
            <a:avLst/>
            <a:gdLst>
              <a:gd name="T0" fmla="*/ 30 w 30"/>
              <a:gd name="T1" fmla="*/ 0 h 82"/>
              <a:gd name="T2" fmla="*/ 24 w 30"/>
              <a:gd name="T3" fmla="*/ 15 h 82"/>
              <a:gd name="T4" fmla="*/ 15 w 30"/>
              <a:gd name="T5" fmla="*/ 41 h 82"/>
              <a:gd name="T6" fmla="*/ 9 w 30"/>
              <a:gd name="T7" fmla="*/ 56 h 82"/>
              <a:gd name="T8" fmla="*/ 0 w 30"/>
              <a:gd name="T9" fmla="*/ 81 h 82"/>
              <a:gd name="T10" fmla="*/ 0 w 30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" h="82">
                <a:moveTo>
                  <a:pt x="30" y="0"/>
                </a:moveTo>
                <a:lnTo>
                  <a:pt x="24" y="15"/>
                </a:lnTo>
                <a:moveTo>
                  <a:pt x="15" y="41"/>
                </a:moveTo>
                <a:lnTo>
                  <a:pt x="9" y="56"/>
                </a:lnTo>
                <a:moveTo>
                  <a:pt x="0" y="81"/>
                </a:moveTo>
                <a:lnTo>
                  <a:pt x="0" y="8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4" name="Freeform 1117">
            <a:extLst>
              <a:ext uri="{FF2B5EF4-FFF2-40B4-BE49-F238E27FC236}">
                <a16:creationId xmlns:a16="http://schemas.microsoft.com/office/drawing/2014/main" id="{89B93832-CB7C-CA36-F46C-FE4E41F80D4A}"/>
              </a:ext>
            </a:extLst>
          </p:cNvPr>
          <p:cNvSpPr>
            <a:spLocks noEditPoints="1"/>
          </p:cNvSpPr>
          <p:nvPr/>
        </p:nvSpPr>
        <p:spPr bwMode="auto">
          <a:xfrm>
            <a:off x="2973388" y="646113"/>
            <a:ext cx="0" cy="393700"/>
          </a:xfrm>
          <a:custGeom>
            <a:avLst/>
            <a:gdLst>
              <a:gd name="T0" fmla="*/ 0 h 495"/>
              <a:gd name="T1" fmla="*/ 16 h 495"/>
              <a:gd name="T2" fmla="*/ 43 h 495"/>
              <a:gd name="T3" fmla="*/ 60 h 495"/>
              <a:gd name="T4" fmla="*/ 87 h 495"/>
              <a:gd name="T5" fmla="*/ 103 h 495"/>
              <a:gd name="T6" fmla="*/ 130 h 495"/>
              <a:gd name="T7" fmla="*/ 147 h 495"/>
              <a:gd name="T8" fmla="*/ 174 h 495"/>
              <a:gd name="T9" fmla="*/ 190 h 495"/>
              <a:gd name="T10" fmla="*/ 217 h 495"/>
              <a:gd name="T11" fmla="*/ 234 h 495"/>
              <a:gd name="T12" fmla="*/ 261 h 495"/>
              <a:gd name="T13" fmla="*/ 277 h 495"/>
              <a:gd name="T14" fmla="*/ 304 h 495"/>
              <a:gd name="T15" fmla="*/ 321 h 495"/>
              <a:gd name="T16" fmla="*/ 348 h 495"/>
              <a:gd name="T17" fmla="*/ 364 h 495"/>
              <a:gd name="T18" fmla="*/ 392 h 495"/>
              <a:gd name="T19" fmla="*/ 408 h 495"/>
              <a:gd name="T20" fmla="*/ 435 h 495"/>
              <a:gd name="T21" fmla="*/ 451 h 495"/>
              <a:gd name="T22" fmla="*/ 479 h 495"/>
              <a:gd name="T23" fmla="*/ 495 h 49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  <a:cxn ang="0">
                <a:pos x="0" y="T8"/>
              </a:cxn>
              <a:cxn ang="0">
                <a:pos x="0" y="T9"/>
              </a:cxn>
              <a:cxn ang="0">
                <a:pos x="0" y="T10"/>
              </a:cxn>
              <a:cxn ang="0">
                <a:pos x="0" y="T11"/>
              </a:cxn>
              <a:cxn ang="0">
                <a:pos x="0" y="T12"/>
              </a:cxn>
              <a:cxn ang="0">
                <a:pos x="0" y="T13"/>
              </a:cxn>
              <a:cxn ang="0">
                <a:pos x="0" y="T14"/>
              </a:cxn>
              <a:cxn ang="0">
                <a:pos x="0" y="T15"/>
              </a:cxn>
              <a:cxn ang="0">
                <a:pos x="0" y="T16"/>
              </a:cxn>
              <a:cxn ang="0">
                <a:pos x="0" y="T17"/>
              </a:cxn>
              <a:cxn ang="0">
                <a:pos x="0" y="T18"/>
              </a:cxn>
              <a:cxn ang="0">
                <a:pos x="0" y="T19"/>
              </a:cxn>
              <a:cxn ang="0">
                <a:pos x="0" y="T20"/>
              </a:cxn>
              <a:cxn ang="0">
                <a:pos x="0" y="T21"/>
              </a:cxn>
              <a:cxn ang="0">
                <a:pos x="0" y="T22"/>
              </a:cxn>
              <a:cxn ang="0">
                <a:pos x="0" y="T23"/>
              </a:cxn>
            </a:cxnLst>
            <a:rect l="0" t="0" r="r" b="b"/>
            <a:pathLst>
              <a:path h="495">
                <a:moveTo>
                  <a:pt x="0" y="0"/>
                </a:moveTo>
                <a:lnTo>
                  <a:pt x="0" y="16"/>
                </a:lnTo>
                <a:moveTo>
                  <a:pt x="0" y="43"/>
                </a:moveTo>
                <a:lnTo>
                  <a:pt x="0" y="60"/>
                </a:lnTo>
                <a:moveTo>
                  <a:pt x="0" y="87"/>
                </a:moveTo>
                <a:lnTo>
                  <a:pt x="0" y="103"/>
                </a:lnTo>
                <a:moveTo>
                  <a:pt x="0" y="130"/>
                </a:moveTo>
                <a:lnTo>
                  <a:pt x="0" y="147"/>
                </a:lnTo>
                <a:moveTo>
                  <a:pt x="0" y="174"/>
                </a:moveTo>
                <a:lnTo>
                  <a:pt x="0" y="190"/>
                </a:lnTo>
                <a:moveTo>
                  <a:pt x="0" y="217"/>
                </a:moveTo>
                <a:lnTo>
                  <a:pt x="0" y="234"/>
                </a:lnTo>
                <a:moveTo>
                  <a:pt x="0" y="261"/>
                </a:moveTo>
                <a:lnTo>
                  <a:pt x="0" y="277"/>
                </a:lnTo>
                <a:moveTo>
                  <a:pt x="0" y="304"/>
                </a:moveTo>
                <a:lnTo>
                  <a:pt x="0" y="321"/>
                </a:lnTo>
                <a:moveTo>
                  <a:pt x="0" y="348"/>
                </a:moveTo>
                <a:lnTo>
                  <a:pt x="0" y="364"/>
                </a:lnTo>
                <a:moveTo>
                  <a:pt x="0" y="392"/>
                </a:moveTo>
                <a:lnTo>
                  <a:pt x="0" y="408"/>
                </a:lnTo>
                <a:moveTo>
                  <a:pt x="0" y="435"/>
                </a:moveTo>
                <a:lnTo>
                  <a:pt x="0" y="451"/>
                </a:lnTo>
                <a:moveTo>
                  <a:pt x="0" y="479"/>
                </a:moveTo>
                <a:lnTo>
                  <a:pt x="0" y="49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5" name="Freeform 1118">
            <a:extLst>
              <a:ext uri="{FF2B5EF4-FFF2-40B4-BE49-F238E27FC236}">
                <a16:creationId xmlns:a16="http://schemas.microsoft.com/office/drawing/2014/main" id="{08F61205-69FD-F885-C69D-6B66DCCC351E}"/>
              </a:ext>
            </a:extLst>
          </p:cNvPr>
          <p:cNvSpPr>
            <a:spLocks noEditPoints="1"/>
          </p:cNvSpPr>
          <p:nvPr/>
        </p:nvSpPr>
        <p:spPr bwMode="auto">
          <a:xfrm>
            <a:off x="3146425" y="1023938"/>
            <a:ext cx="38100" cy="73025"/>
          </a:xfrm>
          <a:custGeom>
            <a:avLst/>
            <a:gdLst>
              <a:gd name="T0" fmla="*/ 47 w 47"/>
              <a:gd name="T1" fmla="*/ 0 h 92"/>
              <a:gd name="T2" fmla="*/ 40 w 47"/>
              <a:gd name="T3" fmla="*/ 14 h 92"/>
              <a:gd name="T4" fmla="*/ 27 w 47"/>
              <a:gd name="T5" fmla="*/ 38 h 92"/>
              <a:gd name="T6" fmla="*/ 20 w 47"/>
              <a:gd name="T7" fmla="*/ 53 h 92"/>
              <a:gd name="T8" fmla="*/ 8 w 47"/>
              <a:gd name="T9" fmla="*/ 77 h 92"/>
              <a:gd name="T10" fmla="*/ 0 w 47"/>
              <a:gd name="T11" fmla="*/ 9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92">
                <a:moveTo>
                  <a:pt x="47" y="0"/>
                </a:moveTo>
                <a:lnTo>
                  <a:pt x="40" y="14"/>
                </a:lnTo>
                <a:moveTo>
                  <a:pt x="27" y="38"/>
                </a:moveTo>
                <a:lnTo>
                  <a:pt x="20" y="53"/>
                </a:lnTo>
                <a:moveTo>
                  <a:pt x="8" y="77"/>
                </a:moveTo>
                <a:lnTo>
                  <a:pt x="0" y="9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6" name="Freeform 1119">
            <a:extLst>
              <a:ext uri="{FF2B5EF4-FFF2-40B4-BE49-F238E27FC236}">
                <a16:creationId xmlns:a16="http://schemas.microsoft.com/office/drawing/2014/main" id="{A6D7DDC5-F0B0-E6D9-4136-FB69B93F8A14}"/>
              </a:ext>
            </a:extLst>
          </p:cNvPr>
          <p:cNvSpPr>
            <a:spLocks noEditPoints="1"/>
          </p:cNvSpPr>
          <p:nvPr/>
        </p:nvSpPr>
        <p:spPr bwMode="auto">
          <a:xfrm>
            <a:off x="2684463" y="2293938"/>
            <a:ext cx="114300" cy="146050"/>
          </a:xfrm>
          <a:custGeom>
            <a:avLst/>
            <a:gdLst>
              <a:gd name="T0" fmla="*/ 145 w 145"/>
              <a:gd name="T1" fmla="*/ 0 h 184"/>
              <a:gd name="T2" fmla="*/ 135 w 145"/>
              <a:gd name="T3" fmla="*/ 13 h 184"/>
              <a:gd name="T4" fmla="*/ 118 w 145"/>
              <a:gd name="T5" fmla="*/ 34 h 184"/>
              <a:gd name="T6" fmla="*/ 108 w 145"/>
              <a:gd name="T7" fmla="*/ 47 h 184"/>
              <a:gd name="T8" fmla="*/ 91 w 145"/>
              <a:gd name="T9" fmla="*/ 68 h 184"/>
              <a:gd name="T10" fmla="*/ 81 w 145"/>
              <a:gd name="T11" fmla="*/ 81 h 184"/>
              <a:gd name="T12" fmla="*/ 64 w 145"/>
              <a:gd name="T13" fmla="*/ 103 h 184"/>
              <a:gd name="T14" fmla="*/ 54 w 145"/>
              <a:gd name="T15" fmla="*/ 115 h 184"/>
              <a:gd name="T16" fmla="*/ 37 w 145"/>
              <a:gd name="T17" fmla="*/ 137 h 184"/>
              <a:gd name="T18" fmla="*/ 27 w 145"/>
              <a:gd name="T19" fmla="*/ 150 h 184"/>
              <a:gd name="T20" fmla="*/ 10 w 145"/>
              <a:gd name="T21" fmla="*/ 171 h 184"/>
              <a:gd name="T22" fmla="*/ 0 w 145"/>
              <a:gd name="T23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5" h="184">
                <a:moveTo>
                  <a:pt x="145" y="0"/>
                </a:moveTo>
                <a:lnTo>
                  <a:pt x="135" y="13"/>
                </a:lnTo>
                <a:moveTo>
                  <a:pt x="118" y="34"/>
                </a:moveTo>
                <a:lnTo>
                  <a:pt x="108" y="47"/>
                </a:lnTo>
                <a:moveTo>
                  <a:pt x="91" y="68"/>
                </a:moveTo>
                <a:lnTo>
                  <a:pt x="81" y="81"/>
                </a:lnTo>
                <a:moveTo>
                  <a:pt x="64" y="103"/>
                </a:moveTo>
                <a:lnTo>
                  <a:pt x="54" y="115"/>
                </a:lnTo>
                <a:moveTo>
                  <a:pt x="37" y="137"/>
                </a:moveTo>
                <a:lnTo>
                  <a:pt x="27" y="150"/>
                </a:lnTo>
                <a:moveTo>
                  <a:pt x="10" y="171"/>
                </a:moveTo>
                <a:lnTo>
                  <a:pt x="0" y="1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7" name="Freeform 1120">
            <a:extLst>
              <a:ext uri="{FF2B5EF4-FFF2-40B4-BE49-F238E27FC236}">
                <a16:creationId xmlns:a16="http://schemas.microsoft.com/office/drawing/2014/main" id="{67671146-9FF8-0AA0-D556-1B5E0C275698}"/>
              </a:ext>
            </a:extLst>
          </p:cNvPr>
          <p:cNvSpPr>
            <a:spLocks noEditPoints="1"/>
          </p:cNvSpPr>
          <p:nvPr/>
        </p:nvSpPr>
        <p:spPr bwMode="auto">
          <a:xfrm>
            <a:off x="2244725" y="519113"/>
            <a:ext cx="52388" cy="63500"/>
          </a:xfrm>
          <a:custGeom>
            <a:avLst/>
            <a:gdLst>
              <a:gd name="T0" fmla="*/ 67 w 67"/>
              <a:gd name="T1" fmla="*/ 0 h 79"/>
              <a:gd name="T2" fmla="*/ 57 w 67"/>
              <a:gd name="T3" fmla="*/ 13 h 79"/>
              <a:gd name="T4" fmla="*/ 39 w 67"/>
              <a:gd name="T5" fmla="*/ 33 h 79"/>
              <a:gd name="T6" fmla="*/ 28 w 67"/>
              <a:gd name="T7" fmla="*/ 46 h 79"/>
              <a:gd name="T8" fmla="*/ 11 w 67"/>
              <a:gd name="T9" fmla="*/ 67 h 79"/>
              <a:gd name="T10" fmla="*/ 0 w 67"/>
              <a:gd name="T11" fmla="*/ 7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" h="79">
                <a:moveTo>
                  <a:pt x="67" y="0"/>
                </a:moveTo>
                <a:lnTo>
                  <a:pt x="57" y="13"/>
                </a:lnTo>
                <a:moveTo>
                  <a:pt x="39" y="33"/>
                </a:moveTo>
                <a:lnTo>
                  <a:pt x="28" y="46"/>
                </a:lnTo>
                <a:moveTo>
                  <a:pt x="11" y="67"/>
                </a:moveTo>
                <a:lnTo>
                  <a:pt x="0" y="7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8" name="Freeform 1121">
            <a:extLst>
              <a:ext uri="{FF2B5EF4-FFF2-40B4-BE49-F238E27FC236}">
                <a16:creationId xmlns:a16="http://schemas.microsoft.com/office/drawing/2014/main" id="{9EAED4E8-E34B-6B2D-7E10-0A86E28D2341}"/>
              </a:ext>
            </a:extLst>
          </p:cNvPr>
          <p:cNvSpPr>
            <a:spLocks noEditPoints="1"/>
          </p:cNvSpPr>
          <p:nvPr/>
        </p:nvSpPr>
        <p:spPr bwMode="auto">
          <a:xfrm>
            <a:off x="2352675" y="2860676"/>
            <a:ext cx="50800" cy="104775"/>
          </a:xfrm>
          <a:custGeom>
            <a:avLst/>
            <a:gdLst>
              <a:gd name="T0" fmla="*/ 64 w 64"/>
              <a:gd name="T1" fmla="*/ 0 h 133"/>
              <a:gd name="T2" fmla="*/ 57 w 64"/>
              <a:gd name="T3" fmla="*/ 15 h 133"/>
              <a:gd name="T4" fmla="*/ 45 w 64"/>
              <a:gd name="T5" fmla="*/ 39 h 133"/>
              <a:gd name="T6" fmla="*/ 38 w 64"/>
              <a:gd name="T7" fmla="*/ 54 h 133"/>
              <a:gd name="T8" fmla="*/ 26 w 64"/>
              <a:gd name="T9" fmla="*/ 79 h 133"/>
              <a:gd name="T10" fmla="*/ 19 w 64"/>
              <a:gd name="T11" fmla="*/ 93 h 133"/>
              <a:gd name="T12" fmla="*/ 7 w 64"/>
              <a:gd name="T13" fmla="*/ 118 h 133"/>
              <a:gd name="T14" fmla="*/ 0 w 64"/>
              <a:gd name="T15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" h="133">
                <a:moveTo>
                  <a:pt x="64" y="0"/>
                </a:moveTo>
                <a:lnTo>
                  <a:pt x="57" y="15"/>
                </a:lnTo>
                <a:moveTo>
                  <a:pt x="45" y="39"/>
                </a:moveTo>
                <a:lnTo>
                  <a:pt x="38" y="54"/>
                </a:lnTo>
                <a:moveTo>
                  <a:pt x="26" y="79"/>
                </a:moveTo>
                <a:lnTo>
                  <a:pt x="19" y="93"/>
                </a:lnTo>
                <a:moveTo>
                  <a:pt x="7" y="118"/>
                </a:moveTo>
                <a:lnTo>
                  <a:pt x="0" y="13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9" name="Freeform 1122">
            <a:extLst>
              <a:ext uri="{FF2B5EF4-FFF2-40B4-BE49-F238E27FC236}">
                <a16:creationId xmlns:a16="http://schemas.microsoft.com/office/drawing/2014/main" id="{5FDF68A2-120B-8B66-FBCE-D56C0D732CDC}"/>
              </a:ext>
            </a:extLst>
          </p:cNvPr>
          <p:cNvSpPr>
            <a:spLocks noEditPoints="1"/>
          </p:cNvSpPr>
          <p:nvPr/>
        </p:nvSpPr>
        <p:spPr bwMode="auto">
          <a:xfrm>
            <a:off x="3619500" y="2730501"/>
            <a:ext cx="30163" cy="77788"/>
          </a:xfrm>
          <a:custGeom>
            <a:avLst/>
            <a:gdLst>
              <a:gd name="T0" fmla="*/ 37 w 37"/>
              <a:gd name="T1" fmla="*/ 0 h 97"/>
              <a:gd name="T2" fmla="*/ 31 w 37"/>
              <a:gd name="T3" fmla="*/ 15 h 97"/>
              <a:gd name="T4" fmla="*/ 21 w 37"/>
              <a:gd name="T5" fmla="*/ 41 h 97"/>
              <a:gd name="T6" fmla="*/ 16 w 37"/>
              <a:gd name="T7" fmla="*/ 56 h 97"/>
              <a:gd name="T8" fmla="*/ 6 w 37"/>
              <a:gd name="T9" fmla="*/ 81 h 97"/>
              <a:gd name="T10" fmla="*/ 0 w 37"/>
              <a:gd name="T11" fmla="*/ 97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97">
                <a:moveTo>
                  <a:pt x="37" y="0"/>
                </a:moveTo>
                <a:lnTo>
                  <a:pt x="31" y="15"/>
                </a:lnTo>
                <a:moveTo>
                  <a:pt x="21" y="41"/>
                </a:moveTo>
                <a:lnTo>
                  <a:pt x="16" y="56"/>
                </a:lnTo>
                <a:moveTo>
                  <a:pt x="6" y="81"/>
                </a:moveTo>
                <a:lnTo>
                  <a:pt x="0" y="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0" name="Freeform 1123">
            <a:extLst>
              <a:ext uri="{FF2B5EF4-FFF2-40B4-BE49-F238E27FC236}">
                <a16:creationId xmlns:a16="http://schemas.microsoft.com/office/drawing/2014/main" id="{F164F0D1-A575-A7FB-B058-9AF6ED69712C}"/>
              </a:ext>
            </a:extLst>
          </p:cNvPr>
          <p:cNvSpPr>
            <a:spLocks noEditPoints="1"/>
          </p:cNvSpPr>
          <p:nvPr/>
        </p:nvSpPr>
        <p:spPr bwMode="auto">
          <a:xfrm>
            <a:off x="3319463" y="314326"/>
            <a:ext cx="52388" cy="63500"/>
          </a:xfrm>
          <a:custGeom>
            <a:avLst/>
            <a:gdLst>
              <a:gd name="T0" fmla="*/ 67 w 67"/>
              <a:gd name="T1" fmla="*/ 0 h 79"/>
              <a:gd name="T2" fmla="*/ 57 w 67"/>
              <a:gd name="T3" fmla="*/ 12 h 79"/>
              <a:gd name="T4" fmla="*/ 39 w 67"/>
              <a:gd name="T5" fmla="*/ 33 h 79"/>
              <a:gd name="T6" fmla="*/ 29 w 67"/>
              <a:gd name="T7" fmla="*/ 45 h 79"/>
              <a:gd name="T8" fmla="*/ 11 w 67"/>
              <a:gd name="T9" fmla="*/ 66 h 79"/>
              <a:gd name="T10" fmla="*/ 0 w 67"/>
              <a:gd name="T11" fmla="*/ 7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" h="79">
                <a:moveTo>
                  <a:pt x="67" y="0"/>
                </a:moveTo>
                <a:lnTo>
                  <a:pt x="57" y="12"/>
                </a:lnTo>
                <a:moveTo>
                  <a:pt x="39" y="33"/>
                </a:moveTo>
                <a:lnTo>
                  <a:pt x="29" y="45"/>
                </a:lnTo>
                <a:moveTo>
                  <a:pt x="11" y="66"/>
                </a:moveTo>
                <a:lnTo>
                  <a:pt x="0" y="7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1" name="Freeform 1124">
            <a:extLst>
              <a:ext uri="{FF2B5EF4-FFF2-40B4-BE49-F238E27FC236}">
                <a16:creationId xmlns:a16="http://schemas.microsoft.com/office/drawing/2014/main" id="{F0C4CF1E-832F-AA8C-D562-018DA4EC55E6}"/>
              </a:ext>
            </a:extLst>
          </p:cNvPr>
          <p:cNvSpPr>
            <a:spLocks noEditPoints="1"/>
          </p:cNvSpPr>
          <p:nvPr/>
        </p:nvSpPr>
        <p:spPr bwMode="auto">
          <a:xfrm>
            <a:off x="2824163" y="2533651"/>
            <a:ext cx="41275" cy="25400"/>
          </a:xfrm>
          <a:custGeom>
            <a:avLst/>
            <a:gdLst>
              <a:gd name="T0" fmla="*/ 51 w 51"/>
              <a:gd name="T1" fmla="*/ 0 h 32"/>
              <a:gd name="T2" fmla="*/ 37 w 51"/>
              <a:gd name="T3" fmla="*/ 8 h 32"/>
              <a:gd name="T4" fmla="*/ 14 w 51"/>
              <a:gd name="T5" fmla="*/ 23 h 32"/>
              <a:gd name="T6" fmla="*/ 0 w 51"/>
              <a:gd name="T7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1" h="32">
                <a:moveTo>
                  <a:pt x="51" y="0"/>
                </a:moveTo>
                <a:lnTo>
                  <a:pt x="37" y="8"/>
                </a:lnTo>
                <a:moveTo>
                  <a:pt x="14" y="23"/>
                </a:moveTo>
                <a:lnTo>
                  <a:pt x="0" y="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2" name="Freeform 1125">
            <a:extLst>
              <a:ext uri="{FF2B5EF4-FFF2-40B4-BE49-F238E27FC236}">
                <a16:creationId xmlns:a16="http://schemas.microsoft.com/office/drawing/2014/main" id="{450EB0C2-C180-EDA0-8866-EEE1418A9827}"/>
              </a:ext>
            </a:extLst>
          </p:cNvPr>
          <p:cNvSpPr>
            <a:spLocks noEditPoints="1"/>
          </p:cNvSpPr>
          <p:nvPr/>
        </p:nvSpPr>
        <p:spPr bwMode="auto">
          <a:xfrm>
            <a:off x="2462213" y="906463"/>
            <a:ext cx="26988" cy="39688"/>
          </a:xfrm>
          <a:custGeom>
            <a:avLst/>
            <a:gdLst>
              <a:gd name="T0" fmla="*/ 33 w 33"/>
              <a:gd name="T1" fmla="*/ 0 h 49"/>
              <a:gd name="T2" fmla="*/ 24 w 33"/>
              <a:gd name="T3" fmla="*/ 14 h 49"/>
              <a:gd name="T4" fmla="*/ 8 w 33"/>
              <a:gd name="T5" fmla="*/ 36 h 49"/>
              <a:gd name="T6" fmla="*/ 0 w 33"/>
              <a:gd name="T7" fmla="*/ 4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" h="49">
                <a:moveTo>
                  <a:pt x="33" y="0"/>
                </a:moveTo>
                <a:lnTo>
                  <a:pt x="24" y="14"/>
                </a:lnTo>
                <a:moveTo>
                  <a:pt x="8" y="36"/>
                </a:moveTo>
                <a:lnTo>
                  <a:pt x="0" y="4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3" name="Freeform 1126">
            <a:extLst>
              <a:ext uri="{FF2B5EF4-FFF2-40B4-BE49-F238E27FC236}">
                <a16:creationId xmlns:a16="http://schemas.microsoft.com/office/drawing/2014/main" id="{FC580CA6-0F44-DA74-AC65-6A586595160D}"/>
              </a:ext>
            </a:extLst>
          </p:cNvPr>
          <p:cNvSpPr>
            <a:spLocks noEditPoints="1"/>
          </p:cNvSpPr>
          <p:nvPr/>
        </p:nvSpPr>
        <p:spPr bwMode="auto">
          <a:xfrm>
            <a:off x="2906713" y="1476376"/>
            <a:ext cx="44450" cy="68263"/>
          </a:xfrm>
          <a:custGeom>
            <a:avLst/>
            <a:gdLst>
              <a:gd name="T0" fmla="*/ 55 w 55"/>
              <a:gd name="T1" fmla="*/ 0 h 87"/>
              <a:gd name="T2" fmla="*/ 46 w 55"/>
              <a:gd name="T3" fmla="*/ 13 h 87"/>
              <a:gd name="T4" fmla="*/ 32 w 55"/>
              <a:gd name="T5" fmla="*/ 37 h 87"/>
              <a:gd name="T6" fmla="*/ 23 w 55"/>
              <a:gd name="T7" fmla="*/ 50 h 87"/>
              <a:gd name="T8" fmla="*/ 9 w 55"/>
              <a:gd name="T9" fmla="*/ 73 h 87"/>
              <a:gd name="T10" fmla="*/ 0 w 55"/>
              <a:gd name="T11" fmla="*/ 8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5" h="87">
                <a:moveTo>
                  <a:pt x="55" y="0"/>
                </a:moveTo>
                <a:lnTo>
                  <a:pt x="46" y="13"/>
                </a:lnTo>
                <a:moveTo>
                  <a:pt x="32" y="37"/>
                </a:moveTo>
                <a:lnTo>
                  <a:pt x="23" y="50"/>
                </a:lnTo>
                <a:moveTo>
                  <a:pt x="9" y="73"/>
                </a:moveTo>
                <a:lnTo>
                  <a:pt x="0" y="8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4" name="Freeform 1127">
            <a:extLst>
              <a:ext uri="{FF2B5EF4-FFF2-40B4-BE49-F238E27FC236}">
                <a16:creationId xmlns:a16="http://schemas.microsoft.com/office/drawing/2014/main" id="{932F49F7-7019-91D9-A385-0C5651337FE9}"/>
              </a:ext>
            </a:extLst>
          </p:cNvPr>
          <p:cNvSpPr>
            <a:spLocks noEditPoints="1"/>
          </p:cNvSpPr>
          <p:nvPr/>
        </p:nvSpPr>
        <p:spPr bwMode="auto">
          <a:xfrm>
            <a:off x="2009775" y="358776"/>
            <a:ext cx="20638" cy="39688"/>
          </a:xfrm>
          <a:custGeom>
            <a:avLst/>
            <a:gdLst>
              <a:gd name="T0" fmla="*/ 25 w 25"/>
              <a:gd name="T1" fmla="*/ 0 h 51"/>
              <a:gd name="T2" fmla="*/ 18 w 25"/>
              <a:gd name="T3" fmla="*/ 15 h 51"/>
              <a:gd name="T4" fmla="*/ 6 w 25"/>
              <a:gd name="T5" fmla="*/ 39 h 51"/>
              <a:gd name="T6" fmla="*/ 0 w 25"/>
              <a:gd name="T7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" h="51">
                <a:moveTo>
                  <a:pt x="25" y="0"/>
                </a:moveTo>
                <a:lnTo>
                  <a:pt x="18" y="15"/>
                </a:lnTo>
                <a:moveTo>
                  <a:pt x="6" y="39"/>
                </a:moveTo>
                <a:lnTo>
                  <a:pt x="0" y="5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5" name="Freeform 1128">
            <a:extLst>
              <a:ext uri="{FF2B5EF4-FFF2-40B4-BE49-F238E27FC236}">
                <a16:creationId xmlns:a16="http://schemas.microsoft.com/office/drawing/2014/main" id="{FCE26E0F-66D6-D194-44FC-3C19FC3E916B}"/>
              </a:ext>
            </a:extLst>
          </p:cNvPr>
          <p:cNvSpPr>
            <a:spLocks noEditPoints="1"/>
          </p:cNvSpPr>
          <p:nvPr/>
        </p:nvSpPr>
        <p:spPr bwMode="auto">
          <a:xfrm>
            <a:off x="2052638" y="2781301"/>
            <a:ext cx="39688" cy="73025"/>
          </a:xfrm>
          <a:custGeom>
            <a:avLst/>
            <a:gdLst>
              <a:gd name="T0" fmla="*/ 50 w 50"/>
              <a:gd name="T1" fmla="*/ 0 h 91"/>
              <a:gd name="T2" fmla="*/ 42 w 50"/>
              <a:gd name="T3" fmla="*/ 15 h 91"/>
              <a:gd name="T4" fmla="*/ 29 w 50"/>
              <a:gd name="T5" fmla="*/ 39 h 91"/>
              <a:gd name="T6" fmla="*/ 21 w 50"/>
              <a:gd name="T7" fmla="*/ 53 h 91"/>
              <a:gd name="T8" fmla="*/ 8 w 50"/>
              <a:gd name="T9" fmla="*/ 77 h 91"/>
              <a:gd name="T10" fmla="*/ 0 w 50"/>
              <a:gd name="T11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" h="91">
                <a:moveTo>
                  <a:pt x="50" y="0"/>
                </a:moveTo>
                <a:lnTo>
                  <a:pt x="42" y="15"/>
                </a:lnTo>
                <a:moveTo>
                  <a:pt x="29" y="39"/>
                </a:moveTo>
                <a:lnTo>
                  <a:pt x="21" y="53"/>
                </a:lnTo>
                <a:moveTo>
                  <a:pt x="8" y="77"/>
                </a:moveTo>
                <a:lnTo>
                  <a:pt x="0" y="9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6" name="Freeform 1129">
            <a:extLst>
              <a:ext uri="{FF2B5EF4-FFF2-40B4-BE49-F238E27FC236}">
                <a16:creationId xmlns:a16="http://schemas.microsoft.com/office/drawing/2014/main" id="{BCF52FF2-C5C3-5535-44A2-401C02B59396}"/>
              </a:ext>
            </a:extLst>
          </p:cNvPr>
          <p:cNvSpPr>
            <a:spLocks noEditPoints="1"/>
          </p:cNvSpPr>
          <p:nvPr/>
        </p:nvSpPr>
        <p:spPr bwMode="auto">
          <a:xfrm>
            <a:off x="2660650" y="571501"/>
            <a:ext cx="12700" cy="80963"/>
          </a:xfrm>
          <a:custGeom>
            <a:avLst/>
            <a:gdLst>
              <a:gd name="T0" fmla="*/ 17 w 17"/>
              <a:gd name="T1" fmla="*/ 0 h 102"/>
              <a:gd name="T2" fmla="*/ 14 w 17"/>
              <a:gd name="T3" fmla="*/ 17 h 102"/>
              <a:gd name="T4" fmla="*/ 10 w 17"/>
              <a:gd name="T5" fmla="*/ 43 h 102"/>
              <a:gd name="T6" fmla="*/ 7 w 17"/>
              <a:gd name="T7" fmla="*/ 59 h 102"/>
              <a:gd name="T8" fmla="*/ 2 w 17"/>
              <a:gd name="T9" fmla="*/ 86 h 102"/>
              <a:gd name="T10" fmla="*/ 0 w 17"/>
              <a:gd name="T11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" h="102">
                <a:moveTo>
                  <a:pt x="17" y="0"/>
                </a:moveTo>
                <a:lnTo>
                  <a:pt x="14" y="17"/>
                </a:lnTo>
                <a:moveTo>
                  <a:pt x="10" y="43"/>
                </a:moveTo>
                <a:lnTo>
                  <a:pt x="7" y="59"/>
                </a:lnTo>
                <a:moveTo>
                  <a:pt x="2" y="86"/>
                </a:moveTo>
                <a:lnTo>
                  <a:pt x="0" y="10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7" name="Freeform 1130">
            <a:extLst>
              <a:ext uri="{FF2B5EF4-FFF2-40B4-BE49-F238E27FC236}">
                <a16:creationId xmlns:a16="http://schemas.microsoft.com/office/drawing/2014/main" id="{374BD57C-ECD8-4880-97D8-BAA2ACBC1581}"/>
              </a:ext>
            </a:extLst>
          </p:cNvPr>
          <p:cNvSpPr>
            <a:spLocks noEditPoints="1"/>
          </p:cNvSpPr>
          <p:nvPr/>
        </p:nvSpPr>
        <p:spPr bwMode="auto">
          <a:xfrm>
            <a:off x="2151063" y="3321051"/>
            <a:ext cx="33338" cy="69850"/>
          </a:xfrm>
          <a:custGeom>
            <a:avLst/>
            <a:gdLst>
              <a:gd name="T0" fmla="*/ 41 w 41"/>
              <a:gd name="T1" fmla="*/ 0 h 87"/>
              <a:gd name="T2" fmla="*/ 34 w 41"/>
              <a:gd name="T3" fmla="*/ 14 h 87"/>
              <a:gd name="T4" fmla="*/ 22 w 41"/>
              <a:gd name="T5" fmla="*/ 39 h 87"/>
              <a:gd name="T6" fmla="*/ 15 w 41"/>
              <a:gd name="T7" fmla="*/ 54 h 87"/>
              <a:gd name="T8" fmla="*/ 4 w 41"/>
              <a:gd name="T9" fmla="*/ 78 h 87"/>
              <a:gd name="T10" fmla="*/ 0 w 41"/>
              <a:gd name="T11" fmla="*/ 8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87">
                <a:moveTo>
                  <a:pt x="41" y="0"/>
                </a:moveTo>
                <a:lnTo>
                  <a:pt x="34" y="14"/>
                </a:lnTo>
                <a:moveTo>
                  <a:pt x="22" y="39"/>
                </a:moveTo>
                <a:lnTo>
                  <a:pt x="15" y="54"/>
                </a:lnTo>
                <a:moveTo>
                  <a:pt x="4" y="78"/>
                </a:moveTo>
                <a:lnTo>
                  <a:pt x="0" y="8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8" name="Freeform 1131">
            <a:extLst>
              <a:ext uri="{FF2B5EF4-FFF2-40B4-BE49-F238E27FC236}">
                <a16:creationId xmlns:a16="http://schemas.microsoft.com/office/drawing/2014/main" id="{D33BCA1C-37E3-C534-8358-43F62DC3F089}"/>
              </a:ext>
            </a:extLst>
          </p:cNvPr>
          <p:cNvSpPr>
            <a:spLocks noEditPoints="1"/>
          </p:cNvSpPr>
          <p:nvPr/>
        </p:nvSpPr>
        <p:spPr bwMode="auto">
          <a:xfrm>
            <a:off x="3595688" y="1800226"/>
            <a:ext cx="88900" cy="76200"/>
          </a:xfrm>
          <a:custGeom>
            <a:avLst/>
            <a:gdLst>
              <a:gd name="T0" fmla="*/ 112 w 112"/>
              <a:gd name="T1" fmla="*/ 0 h 95"/>
              <a:gd name="T2" fmla="*/ 99 w 112"/>
              <a:gd name="T3" fmla="*/ 10 h 95"/>
              <a:gd name="T4" fmla="*/ 79 w 112"/>
              <a:gd name="T5" fmla="*/ 28 h 95"/>
              <a:gd name="T6" fmla="*/ 66 w 112"/>
              <a:gd name="T7" fmla="*/ 39 h 95"/>
              <a:gd name="T8" fmla="*/ 45 w 112"/>
              <a:gd name="T9" fmla="*/ 56 h 95"/>
              <a:gd name="T10" fmla="*/ 33 w 112"/>
              <a:gd name="T11" fmla="*/ 67 h 95"/>
              <a:gd name="T12" fmla="*/ 12 w 112"/>
              <a:gd name="T13" fmla="*/ 84 h 95"/>
              <a:gd name="T14" fmla="*/ 0 w 112"/>
              <a:gd name="T15" fmla="*/ 95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2" h="95">
                <a:moveTo>
                  <a:pt x="112" y="0"/>
                </a:moveTo>
                <a:lnTo>
                  <a:pt x="99" y="10"/>
                </a:lnTo>
                <a:moveTo>
                  <a:pt x="79" y="28"/>
                </a:moveTo>
                <a:lnTo>
                  <a:pt x="66" y="39"/>
                </a:lnTo>
                <a:moveTo>
                  <a:pt x="45" y="56"/>
                </a:moveTo>
                <a:lnTo>
                  <a:pt x="33" y="67"/>
                </a:lnTo>
                <a:moveTo>
                  <a:pt x="12" y="84"/>
                </a:moveTo>
                <a:lnTo>
                  <a:pt x="0" y="9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9" name="Freeform 1132">
            <a:extLst>
              <a:ext uri="{FF2B5EF4-FFF2-40B4-BE49-F238E27FC236}">
                <a16:creationId xmlns:a16="http://schemas.microsoft.com/office/drawing/2014/main" id="{7DDC26CC-012E-D04A-CC2A-906BFA8F3896}"/>
              </a:ext>
            </a:extLst>
          </p:cNvPr>
          <p:cNvSpPr>
            <a:spLocks noEditPoints="1"/>
          </p:cNvSpPr>
          <p:nvPr/>
        </p:nvSpPr>
        <p:spPr bwMode="auto">
          <a:xfrm>
            <a:off x="2252663" y="2855913"/>
            <a:ext cx="25400" cy="39688"/>
          </a:xfrm>
          <a:custGeom>
            <a:avLst/>
            <a:gdLst>
              <a:gd name="T0" fmla="*/ 32 w 32"/>
              <a:gd name="T1" fmla="*/ 0 h 51"/>
              <a:gd name="T2" fmla="*/ 23 w 32"/>
              <a:gd name="T3" fmla="*/ 14 h 51"/>
              <a:gd name="T4" fmla="*/ 8 w 32"/>
              <a:gd name="T5" fmla="*/ 37 h 51"/>
              <a:gd name="T6" fmla="*/ 0 w 32"/>
              <a:gd name="T7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" h="51">
                <a:moveTo>
                  <a:pt x="32" y="0"/>
                </a:moveTo>
                <a:lnTo>
                  <a:pt x="23" y="14"/>
                </a:lnTo>
                <a:moveTo>
                  <a:pt x="8" y="37"/>
                </a:moveTo>
                <a:lnTo>
                  <a:pt x="0" y="5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0" name="Freeform 1133">
            <a:extLst>
              <a:ext uri="{FF2B5EF4-FFF2-40B4-BE49-F238E27FC236}">
                <a16:creationId xmlns:a16="http://schemas.microsoft.com/office/drawing/2014/main" id="{041C1774-62A8-5674-0846-045BCD04D3E7}"/>
              </a:ext>
            </a:extLst>
          </p:cNvPr>
          <p:cNvSpPr>
            <a:spLocks noEditPoints="1"/>
          </p:cNvSpPr>
          <p:nvPr/>
        </p:nvSpPr>
        <p:spPr bwMode="auto">
          <a:xfrm>
            <a:off x="2295525" y="2051051"/>
            <a:ext cx="36513" cy="180975"/>
          </a:xfrm>
          <a:custGeom>
            <a:avLst/>
            <a:gdLst>
              <a:gd name="T0" fmla="*/ 46 w 46"/>
              <a:gd name="T1" fmla="*/ 0 h 229"/>
              <a:gd name="T2" fmla="*/ 42 w 46"/>
              <a:gd name="T3" fmla="*/ 16 h 229"/>
              <a:gd name="T4" fmla="*/ 37 w 46"/>
              <a:gd name="T5" fmla="*/ 43 h 229"/>
              <a:gd name="T6" fmla="*/ 34 w 46"/>
              <a:gd name="T7" fmla="*/ 59 h 229"/>
              <a:gd name="T8" fmla="*/ 29 w 46"/>
              <a:gd name="T9" fmla="*/ 85 h 229"/>
              <a:gd name="T10" fmla="*/ 25 w 46"/>
              <a:gd name="T11" fmla="*/ 101 h 229"/>
              <a:gd name="T12" fmla="*/ 20 w 46"/>
              <a:gd name="T13" fmla="*/ 128 h 229"/>
              <a:gd name="T14" fmla="*/ 17 w 46"/>
              <a:gd name="T15" fmla="*/ 144 h 229"/>
              <a:gd name="T16" fmla="*/ 12 w 46"/>
              <a:gd name="T17" fmla="*/ 171 h 229"/>
              <a:gd name="T18" fmla="*/ 8 w 46"/>
              <a:gd name="T19" fmla="*/ 187 h 229"/>
              <a:gd name="T20" fmla="*/ 3 w 46"/>
              <a:gd name="T21" fmla="*/ 213 h 229"/>
              <a:gd name="T22" fmla="*/ 0 w 46"/>
              <a:gd name="T23" fmla="*/ 229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6" h="229">
                <a:moveTo>
                  <a:pt x="46" y="0"/>
                </a:moveTo>
                <a:lnTo>
                  <a:pt x="42" y="16"/>
                </a:lnTo>
                <a:moveTo>
                  <a:pt x="37" y="43"/>
                </a:moveTo>
                <a:lnTo>
                  <a:pt x="34" y="59"/>
                </a:lnTo>
                <a:moveTo>
                  <a:pt x="29" y="85"/>
                </a:moveTo>
                <a:lnTo>
                  <a:pt x="25" y="101"/>
                </a:lnTo>
                <a:moveTo>
                  <a:pt x="20" y="128"/>
                </a:moveTo>
                <a:lnTo>
                  <a:pt x="17" y="144"/>
                </a:lnTo>
                <a:moveTo>
                  <a:pt x="12" y="171"/>
                </a:moveTo>
                <a:lnTo>
                  <a:pt x="8" y="187"/>
                </a:lnTo>
                <a:moveTo>
                  <a:pt x="3" y="213"/>
                </a:moveTo>
                <a:lnTo>
                  <a:pt x="0" y="22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1" name="Freeform 1134">
            <a:extLst>
              <a:ext uri="{FF2B5EF4-FFF2-40B4-BE49-F238E27FC236}">
                <a16:creationId xmlns:a16="http://schemas.microsoft.com/office/drawing/2014/main" id="{4768E999-BFE1-5622-0F2F-D3C41A801B91}"/>
              </a:ext>
            </a:extLst>
          </p:cNvPr>
          <p:cNvSpPr>
            <a:spLocks noEditPoints="1"/>
          </p:cNvSpPr>
          <p:nvPr/>
        </p:nvSpPr>
        <p:spPr bwMode="auto">
          <a:xfrm>
            <a:off x="3549650" y="2473326"/>
            <a:ext cx="34925" cy="23813"/>
          </a:xfrm>
          <a:custGeom>
            <a:avLst/>
            <a:gdLst>
              <a:gd name="T0" fmla="*/ 45 w 45"/>
              <a:gd name="T1" fmla="*/ 0 h 30"/>
              <a:gd name="T2" fmla="*/ 31 w 45"/>
              <a:gd name="T3" fmla="*/ 9 h 30"/>
              <a:gd name="T4" fmla="*/ 9 w 45"/>
              <a:gd name="T5" fmla="*/ 24 h 30"/>
              <a:gd name="T6" fmla="*/ 0 w 45"/>
              <a:gd name="T7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30">
                <a:moveTo>
                  <a:pt x="45" y="0"/>
                </a:moveTo>
                <a:lnTo>
                  <a:pt x="31" y="9"/>
                </a:lnTo>
                <a:moveTo>
                  <a:pt x="9" y="24"/>
                </a:moveTo>
                <a:lnTo>
                  <a:pt x="0" y="3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2" name="Freeform 1135">
            <a:extLst>
              <a:ext uri="{FF2B5EF4-FFF2-40B4-BE49-F238E27FC236}">
                <a16:creationId xmlns:a16="http://schemas.microsoft.com/office/drawing/2014/main" id="{9337680F-73C4-A804-6A7F-652594BAD906}"/>
              </a:ext>
            </a:extLst>
          </p:cNvPr>
          <p:cNvSpPr>
            <a:spLocks noEditPoints="1"/>
          </p:cNvSpPr>
          <p:nvPr/>
        </p:nvSpPr>
        <p:spPr bwMode="auto">
          <a:xfrm>
            <a:off x="2593975" y="538163"/>
            <a:ext cx="101600" cy="111125"/>
          </a:xfrm>
          <a:custGeom>
            <a:avLst/>
            <a:gdLst>
              <a:gd name="T0" fmla="*/ 128 w 128"/>
              <a:gd name="T1" fmla="*/ 0 h 140"/>
              <a:gd name="T2" fmla="*/ 117 w 128"/>
              <a:gd name="T3" fmla="*/ 12 h 140"/>
              <a:gd name="T4" fmla="*/ 99 w 128"/>
              <a:gd name="T5" fmla="*/ 32 h 140"/>
              <a:gd name="T6" fmla="*/ 88 w 128"/>
              <a:gd name="T7" fmla="*/ 44 h 140"/>
              <a:gd name="T8" fmla="*/ 69 w 128"/>
              <a:gd name="T9" fmla="*/ 64 h 140"/>
              <a:gd name="T10" fmla="*/ 58 w 128"/>
              <a:gd name="T11" fmla="*/ 76 h 140"/>
              <a:gd name="T12" fmla="*/ 40 w 128"/>
              <a:gd name="T13" fmla="*/ 96 h 140"/>
              <a:gd name="T14" fmla="*/ 29 w 128"/>
              <a:gd name="T15" fmla="*/ 108 h 140"/>
              <a:gd name="T16" fmla="*/ 11 w 128"/>
              <a:gd name="T17" fmla="*/ 128 h 140"/>
              <a:gd name="T18" fmla="*/ 0 w 128"/>
              <a:gd name="T19" fmla="*/ 14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8" h="140">
                <a:moveTo>
                  <a:pt x="128" y="0"/>
                </a:moveTo>
                <a:lnTo>
                  <a:pt x="117" y="12"/>
                </a:lnTo>
                <a:moveTo>
                  <a:pt x="99" y="32"/>
                </a:moveTo>
                <a:lnTo>
                  <a:pt x="88" y="44"/>
                </a:lnTo>
                <a:moveTo>
                  <a:pt x="69" y="64"/>
                </a:moveTo>
                <a:lnTo>
                  <a:pt x="58" y="76"/>
                </a:lnTo>
                <a:moveTo>
                  <a:pt x="40" y="96"/>
                </a:moveTo>
                <a:lnTo>
                  <a:pt x="29" y="108"/>
                </a:lnTo>
                <a:moveTo>
                  <a:pt x="11" y="128"/>
                </a:moveTo>
                <a:lnTo>
                  <a:pt x="0" y="1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3" name="Freeform 1136">
            <a:extLst>
              <a:ext uri="{FF2B5EF4-FFF2-40B4-BE49-F238E27FC236}">
                <a16:creationId xmlns:a16="http://schemas.microsoft.com/office/drawing/2014/main" id="{DE232757-447C-2D57-CD2F-A16E1AF45610}"/>
              </a:ext>
            </a:extLst>
          </p:cNvPr>
          <p:cNvSpPr>
            <a:spLocks noEditPoints="1"/>
          </p:cNvSpPr>
          <p:nvPr/>
        </p:nvSpPr>
        <p:spPr bwMode="auto">
          <a:xfrm>
            <a:off x="2308225" y="1627188"/>
            <a:ext cx="92075" cy="66675"/>
          </a:xfrm>
          <a:custGeom>
            <a:avLst/>
            <a:gdLst>
              <a:gd name="T0" fmla="*/ 116 w 116"/>
              <a:gd name="T1" fmla="*/ 0 h 84"/>
              <a:gd name="T2" fmla="*/ 103 w 116"/>
              <a:gd name="T3" fmla="*/ 9 h 84"/>
              <a:gd name="T4" fmla="*/ 81 w 116"/>
              <a:gd name="T5" fmla="*/ 25 h 84"/>
              <a:gd name="T6" fmla="*/ 68 w 116"/>
              <a:gd name="T7" fmla="*/ 35 h 84"/>
              <a:gd name="T8" fmla="*/ 46 w 116"/>
              <a:gd name="T9" fmla="*/ 51 h 84"/>
              <a:gd name="T10" fmla="*/ 32 w 116"/>
              <a:gd name="T11" fmla="*/ 60 h 84"/>
              <a:gd name="T12" fmla="*/ 10 w 116"/>
              <a:gd name="T13" fmla="*/ 76 h 84"/>
              <a:gd name="T14" fmla="*/ 0 w 116"/>
              <a:gd name="T15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6" h="84">
                <a:moveTo>
                  <a:pt x="116" y="0"/>
                </a:moveTo>
                <a:lnTo>
                  <a:pt x="103" y="9"/>
                </a:lnTo>
                <a:moveTo>
                  <a:pt x="81" y="25"/>
                </a:moveTo>
                <a:lnTo>
                  <a:pt x="68" y="35"/>
                </a:lnTo>
                <a:moveTo>
                  <a:pt x="46" y="51"/>
                </a:moveTo>
                <a:lnTo>
                  <a:pt x="32" y="60"/>
                </a:lnTo>
                <a:moveTo>
                  <a:pt x="10" y="76"/>
                </a:moveTo>
                <a:lnTo>
                  <a:pt x="0" y="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4" name="Freeform 1137">
            <a:extLst>
              <a:ext uri="{FF2B5EF4-FFF2-40B4-BE49-F238E27FC236}">
                <a16:creationId xmlns:a16="http://schemas.microsoft.com/office/drawing/2014/main" id="{545E2783-8066-32B7-5F00-1A82B0CA425F}"/>
              </a:ext>
            </a:extLst>
          </p:cNvPr>
          <p:cNvSpPr>
            <a:spLocks noEditPoints="1"/>
          </p:cNvSpPr>
          <p:nvPr/>
        </p:nvSpPr>
        <p:spPr bwMode="auto">
          <a:xfrm>
            <a:off x="2473325" y="1792288"/>
            <a:ext cx="157163" cy="244475"/>
          </a:xfrm>
          <a:custGeom>
            <a:avLst/>
            <a:gdLst>
              <a:gd name="T0" fmla="*/ 197 w 197"/>
              <a:gd name="T1" fmla="*/ 0 h 307"/>
              <a:gd name="T2" fmla="*/ 188 w 197"/>
              <a:gd name="T3" fmla="*/ 13 h 307"/>
              <a:gd name="T4" fmla="*/ 173 w 197"/>
              <a:gd name="T5" fmla="*/ 36 h 307"/>
              <a:gd name="T6" fmla="*/ 164 w 197"/>
              <a:gd name="T7" fmla="*/ 50 h 307"/>
              <a:gd name="T8" fmla="*/ 150 w 197"/>
              <a:gd name="T9" fmla="*/ 73 h 307"/>
              <a:gd name="T10" fmla="*/ 141 w 197"/>
              <a:gd name="T11" fmla="*/ 87 h 307"/>
              <a:gd name="T12" fmla="*/ 126 w 197"/>
              <a:gd name="T13" fmla="*/ 110 h 307"/>
              <a:gd name="T14" fmla="*/ 117 w 197"/>
              <a:gd name="T15" fmla="*/ 123 h 307"/>
              <a:gd name="T16" fmla="*/ 103 w 197"/>
              <a:gd name="T17" fmla="*/ 146 h 307"/>
              <a:gd name="T18" fmla="*/ 94 w 197"/>
              <a:gd name="T19" fmla="*/ 160 h 307"/>
              <a:gd name="T20" fmla="*/ 79 w 197"/>
              <a:gd name="T21" fmla="*/ 183 h 307"/>
              <a:gd name="T22" fmla="*/ 70 w 197"/>
              <a:gd name="T23" fmla="*/ 197 h 307"/>
              <a:gd name="T24" fmla="*/ 56 w 197"/>
              <a:gd name="T25" fmla="*/ 220 h 307"/>
              <a:gd name="T26" fmla="*/ 47 w 197"/>
              <a:gd name="T27" fmla="*/ 233 h 307"/>
              <a:gd name="T28" fmla="*/ 32 w 197"/>
              <a:gd name="T29" fmla="*/ 256 h 307"/>
              <a:gd name="T30" fmla="*/ 24 w 197"/>
              <a:gd name="T31" fmla="*/ 270 h 307"/>
              <a:gd name="T32" fmla="*/ 9 w 197"/>
              <a:gd name="T33" fmla="*/ 293 h 307"/>
              <a:gd name="T34" fmla="*/ 0 w 197"/>
              <a:gd name="T3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7" h="307">
                <a:moveTo>
                  <a:pt x="197" y="0"/>
                </a:moveTo>
                <a:lnTo>
                  <a:pt x="188" y="13"/>
                </a:lnTo>
                <a:moveTo>
                  <a:pt x="173" y="36"/>
                </a:moveTo>
                <a:lnTo>
                  <a:pt x="164" y="50"/>
                </a:lnTo>
                <a:moveTo>
                  <a:pt x="150" y="73"/>
                </a:moveTo>
                <a:lnTo>
                  <a:pt x="141" y="87"/>
                </a:lnTo>
                <a:moveTo>
                  <a:pt x="126" y="110"/>
                </a:moveTo>
                <a:lnTo>
                  <a:pt x="117" y="123"/>
                </a:lnTo>
                <a:moveTo>
                  <a:pt x="103" y="146"/>
                </a:moveTo>
                <a:lnTo>
                  <a:pt x="94" y="160"/>
                </a:lnTo>
                <a:moveTo>
                  <a:pt x="79" y="183"/>
                </a:moveTo>
                <a:lnTo>
                  <a:pt x="70" y="197"/>
                </a:lnTo>
                <a:moveTo>
                  <a:pt x="56" y="220"/>
                </a:moveTo>
                <a:lnTo>
                  <a:pt x="47" y="233"/>
                </a:lnTo>
                <a:moveTo>
                  <a:pt x="32" y="256"/>
                </a:moveTo>
                <a:lnTo>
                  <a:pt x="24" y="270"/>
                </a:lnTo>
                <a:moveTo>
                  <a:pt x="9" y="293"/>
                </a:moveTo>
                <a:lnTo>
                  <a:pt x="0" y="30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5" name="Freeform 1138">
            <a:extLst>
              <a:ext uri="{FF2B5EF4-FFF2-40B4-BE49-F238E27FC236}">
                <a16:creationId xmlns:a16="http://schemas.microsoft.com/office/drawing/2014/main" id="{61B072D2-4661-DB45-A997-621BA3028ECB}"/>
              </a:ext>
            </a:extLst>
          </p:cNvPr>
          <p:cNvSpPr>
            <a:spLocks noEditPoints="1"/>
          </p:cNvSpPr>
          <p:nvPr/>
        </p:nvSpPr>
        <p:spPr bwMode="auto">
          <a:xfrm>
            <a:off x="2151063" y="1966913"/>
            <a:ext cx="101600" cy="98425"/>
          </a:xfrm>
          <a:custGeom>
            <a:avLst/>
            <a:gdLst>
              <a:gd name="T0" fmla="*/ 127 w 127"/>
              <a:gd name="T1" fmla="*/ 0 h 123"/>
              <a:gd name="T2" fmla="*/ 115 w 127"/>
              <a:gd name="T3" fmla="*/ 11 h 123"/>
              <a:gd name="T4" fmla="*/ 96 w 127"/>
              <a:gd name="T5" fmla="*/ 30 h 123"/>
              <a:gd name="T6" fmla="*/ 84 w 127"/>
              <a:gd name="T7" fmla="*/ 41 h 123"/>
              <a:gd name="T8" fmla="*/ 64 w 127"/>
              <a:gd name="T9" fmla="*/ 60 h 123"/>
              <a:gd name="T10" fmla="*/ 53 w 127"/>
              <a:gd name="T11" fmla="*/ 72 h 123"/>
              <a:gd name="T12" fmla="*/ 33 w 127"/>
              <a:gd name="T13" fmla="*/ 90 h 123"/>
              <a:gd name="T14" fmla="*/ 21 w 127"/>
              <a:gd name="T15" fmla="*/ 102 h 123"/>
              <a:gd name="T16" fmla="*/ 2 w 127"/>
              <a:gd name="T17" fmla="*/ 121 h 123"/>
              <a:gd name="T18" fmla="*/ 0 w 127"/>
              <a:gd name="T1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" h="123">
                <a:moveTo>
                  <a:pt x="127" y="0"/>
                </a:moveTo>
                <a:lnTo>
                  <a:pt x="115" y="11"/>
                </a:lnTo>
                <a:moveTo>
                  <a:pt x="96" y="30"/>
                </a:moveTo>
                <a:lnTo>
                  <a:pt x="84" y="41"/>
                </a:lnTo>
                <a:moveTo>
                  <a:pt x="64" y="60"/>
                </a:moveTo>
                <a:lnTo>
                  <a:pt x="53" y="72"/>
                </a:lnTo>
                <a:moveTo>
                  <a:pt x="33" y="90"/>
                </a:moveTo>
                <a:lnTo>
                  <a:pt x="21" y="102"/>
                </a:lnTo>
                <a:moveTo>
                  <a:pt x="2" y="121"/>
                </a:moveTo>
                <a:lnTo>
                  <a:pt x="0" y="12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6" name="Line 1139">
            <a:extLst>
              <a:ext uri="{FF2B5EF4-FFF2-40B4-BE49-F238E27FC236}">
                <a16:creationId xmlns:a16="http://schemas.microsoft.com/office/drawing/2014/main" id="{DEC95019-39E8-6B66-2F9B-1B636C62E2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3163" y="504826"/>
            <a:ext cx="4763" cy="476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7" name="Freeform 1140">
            <a:extLst>
              <a:ext uri="{FF2B5EF4-FFF2-40B4-BE49-F238E27FC236}">
                <a16:creationId xmlns:a16="http://schemas.microsoft.com/office/drawing/2014/main" id="{06B6DA33-751F-BE92-3783-30DCA24B40E7}"/>
              </a:ext>
            </a:extLst>
          </p:cNvPr>
          <p:cNvSpPr>
            <a:spLocks noEditPoints="1"/>
          </p:cNvSpPr>
          <p:nvPr/>
        </p:nvSpPr>
        <p:spPr bwMode="auto">
          <a:xfrm>
            <a:off x="3316288" y="382588"/>
            <a:ext cx="1588" cy="288925"/>
          </a:xfrm>
          <a:custGeom>
            <a:avLst/>
            <a:gdLst>
              <a:gd name="T0" fmla="*/ 0 w 2"/>
              <a:gd name="T1" fmla="*/ 0 h 364"/>
              <a:gd name="T2" fmla="*/ 0 w 2"/>
              <a:gd name="T3" fmla="*/ 16 h 364"/>
              <a:gd name="T4" fmla="*/ 0 w 2"/>
              <a:gd name="T5" fmla="*/ 43 h 364"/>
              <a:gd name="T6" fmla="*/ 0 w 2"/>
              <a:gd name="T7" fmla="*/ 60 h 364"/>
              <a:gd name="T8" fmla="*/ 0 w 2"/>
              <a:gd name="T9" fmla="*/ 87 h 364"/>
              <a:gd name="T10" fmla="*/ 0 w 2"/>
              <a:gd name="T11" fmla="*/ 103 h 364"/>
              <a:gd name="T12" fmla="*/ 0 w 2"/>
              <a:gd name="T13" fmla="*/ 130 h 364"/>
              <a:gd name="T14" fmla="*/ 1 w 2"/>
              <a:gd name="T15" fmla="*/ 147 h 364"/>
              <a:gd name="T16" fmla="*/ 1 w 2"/>
              <a:gd name="T17" fmla="*/ 174 h 364"/>
              <a:gd name="T18" fmla="*/ 1 w 2"/>
              <a:gd name="T19" fmla="*/ 190 h 364"/>
              <a:gd name="T20" fmla="*/ 1 w 2"/>
              <a:gd name="T21" fmla="*/ 217 h 364"/>
              <a:gd name="T22" fmla="*/ 1 w 2"/>
              <a:gd name="T23" fmla="*/ 234 h 364"/>
              <a:gd name="T24" fmla="*/ 1 w 2"/>
              <a:gd name="T25" fmla="*/ 261 h 364"/>
              <a:gd name="T26" fmla="*/ 1 w 2"/>
              <a:gd name="T27" fmla="*/ 277 h 364"/>
              <a:gd name="T28" fmla="*/ 2 w 2"/>
              <a:gd name="T29" fmla="*/ 304 h 364"/>
              <a:gd name="T30" fmla="*/ 2 w 2"/>
              <a:gd name="T31" fmla="*/ 321 h 364"/>
              <a:gd name="T32" fmla="*/ 2 w 2"/>
              <a:gd name="T33" fmla="*/ 348 h 364"/>
              <a:gd name="T34" fmla="*/ 2 w 2"/>
              <a:gd name="T35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" h="364">
                <a:moveTo>
                  <a:pt x="0" y="0"/>
                </a:moveTo>
                <a:lnTo>
                  <a:pt x="0" y="16"/>
                </a:lnTo>
                <a:moveTo>
                  <a:pt x="0" y="43"/>
                </a:moveTo>
                <a:lnTo>
                  <a:pt x="0" y="60"/>
                </a:lnTo>
                <a:moveTo>
                  <a:pt x="0" y="87"/>
                </a:moveTo>
                <a:lnTo>
                  <a:pt x="0" y="103"/>
                </a:lnTo>
                <a:moveTo>
                  <a:pt x="0" y="130"/>
                </a:moveTo>
                <a:lnTo>
                  <a:pt x="1" y="147"/>
                </a:lnTo>
                <a:moveTo>
                  <a:pt x="1" y="174"/>
                </a:moveTo>
                <a:lnTo>
                  <a:pt x="1" y="190"/>
                </a:lnTo>
                <a:moveTo>
                  <a:pt x="1" y="217"/>
                </a:moveTo>
                <a:lnTo>
                  <a:pt x="1" y="234"/>
                </a:lnTo>
                <a:moveTo>
                  <a:pt x="1" y="261"/>
                </a:moveTo>
                <a:lnTo>
                  <a:pt x="1" y="277"/>
                </a:lnTo>
                <a:moveTo>
                  <a:pt x="2" y="304"/>
                </a:moveTo>
                <a:lnTo>
                  <a:pt x="2" y="321"/>
                </a:lnTo>
                <a:moveTo>
                  <a:pt x="2" y="348"/>
                </a:moveTo>
                <a:lnTo>
                  <a:pt x="2" y="36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8" name="Freeform 1141">
            <a:extLst>
              <a:ext uri="{FF2B5EF4-FFF2-40B4-BE49-F238E27FC236}">
                <a16:creationId xmlns:a16="http://schemas.microsoft.com/office/drawing/2014/main" id="{1A426BA5-D884-7784-BE5E-2A43C08B97A0}"/>
              </a:ext>
            </a:extLst>
          </p:cNvPr>
          <p:cNvSpPr>
            <a:spLocks noEditPoints="1"/>
          </p:cNvSpPr>
          <p:nvPr/>
        </p:nvSpPr>
        <p:spPr bwMode="auto">
          <a:xfrm>
            <a:off x="3306763" y="3067051"/>
            <a:ext cx="33338" cy="68263"/>
          </a:xfrm>
          <a:custGeom>
            <a:avLst/>
            <a:gdLst>
              <a:gd name="T0" fmla="*/ 41 w 41"/>
              <a:gd name="T1" fmla="*/ 0 h 86"/>
              <a:gd name="T2" fmla="*/ 34 w 41"/>
              <a:gd name="T3" fmla="*/ 15 h 86"/>
              <a:gd name="T4" fmla="*/ 22 w 41"/>
              <a:gd name="T5" fmla="*/ 39 h 86"/>
              <a:gd name="T6" fmla="*/ 15 w 41"/>
              <a:gd name="T7" fmla="*/ 54 h 86"/>
              <a:gd name="T8" fmla="*/ 4 w 41"/>
              <a:gd name="T9" fmla="*/ 79 h 86"/>
              <a:gd name="T10" fmla="*/ 0 w 41"/>
              <a:gd name="T11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86">
                <a:moveTo>
                  <a:pt x="41" y="0"/>
                </a:moveTo>
                <a:lnTo>
                  <a:pt x="34" y="15"/>
                </a:lnTo>
                <a:moveTo>
                  <a:pt x="22" y="39"/>
                </a:moveTo>
                <a:lnTo>
                  <a:pt x="15" y="54"/>
                </a:lnTo>
                <a:moveTo>
                  <a:pt x="4" y="79"/>
                </a:moveTo>
                <a:lnTo>
                  <a:pt x="0" y="8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9" name="Freeform 1142">
            <a:extLst>
              <a:ext uri="{FF2B5EF4-FFF2-40B4-BE49-F238E27FC236}">
                <a16:creationId xmlns:a16="http://schemas.microsoft.com/office/drawing/2014/main" id="{6E2421D1-791F-5916-09A2-521FA7252B74}"/>
              </a:ext>
            </a:extLst>
          </p:cNvPr>
          <p:cNvSpPr>
            <a:spLocks noEditPoints="1"/>
          </p:cNvSpPr>
          <p:nvPr/>
        </p:nvSpPr>
        <p:spPr bwMode="auto">
          <a:xfrm>
            <a:off x="3244850" y="976313"/>
            <a:ext cx="33338" cy="34925"/>
          </a:xfrm>
          <a:custGeom>
            <a:avLst/>
            <a:gdLst>
              <a:gd name="T0" fmla="*/ 42 w 42"/>
              <a:gd name="T1" fmla="*/ 0 h 43"/>
              <a:gd name="T2" fmla="*/ 30 w 42"/>
              <a:gd name="T3" fmla="*/ 12 h 43"/>
              <a:gd name="T4" fmla="*/ 11 w 42"/>
              <a:gd name="T5" fmla="*/ 31 h 43"/>
              <a:gd name="T6" fmla="*/ 0 w 42"/>
              <a:gd name="T7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" h="43">
                <a:moveTo>
                  <a:pt x="42" y="0"/>
                </a:moveTo>
                <a:lnTo>
                  <a:pt x="30" y="12"/>
                </a:lnTo>
                <a:moveTo>
                  <a:pt x="11" y="31"/>
                </a:moveTo>
                <a:lnTo>
                  <a:pt x="0" y="4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0" name="Freeform 1143">
            <a:extLst>
              <a:ext uri="{FF2B5EF4-FFF2-40B4-BE49-F238E27FC236}">
                <a16:creationId xmlns:a16="http://schemas.microsoft.com/office/drawing/2014/main" id="{456662FD-C712-1769-6389-47FE38115F9D}"/>
              </a:ext>
            </a:extLst>
          </p:cNvPr>
          <p:cNvSpPr>
            <a:spLocks noEditPoints="1"/>
          </p:cNvSpPr>
          <p:nvPr/>
        </p:nvSpPr>
        <p:spPr bwMode="auto">
          <a:xfrm>
            <a:off x="3106738" y="1622426"/>
            <a:ext cx="31750" cy="34925"/>
          </a:xfrm>
          <a:custGeom>
            <a:avLst/>
            <a:gdLst>
              <a:gd name="T0" fmla="*/ 40 w 40"/>
              <a:gd name="T1" fmla="*/ 0 h 44"/>
              <a:gd name="T2" fmla="*/ 29 w 40"/>
              <a:gd name="T3" fmla="*/ 12 h 44"/>
              <a:gd name="T4" fmla="*/ 11 w 40"/>
              <a:gd name="T5" fmla="*/ 32 h 44"/>
              <a:gd name="T6" fmla="*/ 0 w 40"/>
              <a:gd name="T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44">
                <a:moveTo>
                  <a:pt x="40" y="0"/>
                </a:moveTo>
                <a:lnTo>
                  <a:pt x="29" y="12"/>
                </a:lnTo>
                <a:moveTo>
                  <a:pt x="11" y="32"/>
                </a:moveTo>
                <a:lnTo>
                  <a:pt x="0" y="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1" name="Freeform 1144">
            <a:extLst>
              <a:ext uri="{FF2B5EF4-FFF2-40B4-BE49-F238E27FC236}">
                <a16:creationId xmlns:a16="http://schemas.microsoft.com/office/drawing/2014/main" id="{D6D4D8C8-A835-66FF-7004-D480471FDD05}"/>
              </a:ext>
            </a:extLst>
          </p:cNvPr>
          <p:cNvSpPr>
            <a:spLocks noEditPoints="1"/>
          </p:cNvSpPr>
          <p:nvPr/>
        </p:nvSpPr>
        <p:spPr bwMode="auto">
          <a:xfrm>
            <a:off x="3276600" y="2916238"/>
            <a:ext cx="41275" cy="61913"/>
          </a:xfrm>
          <a:custGeom>
            <a:avLst/>
            <a:gdLst>
              <a:gd name="T0" fmla="*/ 51 w 51"/>
              <a:gd name="T1" fmla="*/ 0 h 78"/>
              <a:gd name="T2" fmla="*/ 42 w 51"/>
              <a:gd name="T3" fmla="*/ 14 h 78"/>
              <a:gd name="T4" fmla="*/ 27 w 51"/>
              <a:gd name="T5" fmla="*/ 37 h 78"/>
              <a:gd name="T6" fmla="*/ 18 w 51"/>
              <a:gd name="T7" fmla="*/ 50 h 78"/>
              <a:gd name="T8" fmla="*/ 3 w 51"/>
              <a:gd name="T9" fmla="*/ 73 h 78"/>
              <a:gd name="T10" fmla="*/ 0 w 51"/>
              <a:gd name="T11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1" h="78">
                <a:moveTo>
                  <a:pt x="51" y="0"/>
                </a:moveTo>
                <a:lnTo>
                  <a:pt x="42" y="14"/>
                </a:lnTo>
                <a:moveTo>
                  <a:pt x="27" y="37"/>
                </a:moveTo>
                <a:lnTo>
                  <a:pt x="18" y="50"/>
                </a:lnTo>
                <a:moveTo>
                  <a:pt x="3" y="73"/>
                </a:moveTo>
                <a:lnTo>
                  <a:pt x="0" y="7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2" name="Freeform 1145">
            <a:extLst>
              <a:ext uri="{FF2B5EF4-FFF2-40B4-BE49-F238E27FC236}">
                <a16:creationId xmlns:a16="http://schemas.microsoft.com/office/drawing/2014/main" id="{8D6D2253-558F-53EF-0B8E-B389B4A896A8}"/>
              </a:ext>
            </a:extLst>
          </p:cNvPr>
          <p:cNvSpPr>
            <a:spLocks noEditPoints="1"/>
          </p:cNvSpPr>
          <p:nvPr/>
        </p:nvSpPr>
        <p:spPr bwMode="auto">
          <a:xfrm>
            <a:off x="3525838" y="2105026"/>
            <a:ext cx="28575" cy="22225"/>
          </a:xfrm>
          <a:custGeom>
            <a:avLst/>
            <a:gdLst>
              <a:gd name="T0" fmla="*/ 36 w 36"/>
              <a:gd name="T1" fmla="*/ 0 h 27"/>
              <a:gd name="T2" fmla="*/ 23 w 36"/>
              <a:gd name="T3" fmla="*/ 10 h 27"/>
              <a:gd name="T4" fmla="*/ 1 w 36"/>
              <a:gd name="T5" fmla="*/ 26 h 27"/>
              <a:gd name="T6" fmla="*/ 0 w 36"/>
              <a:gd name="T7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" h="27">
                <a:moveTo>
                  <a:pt x="36" y="0"/>
                </a:moveTo>
                <a:lnTo>
                  <a:pt x="23" y="10"/>
                </a:lnTo>
                <a:moveTo>
                  <a:pt x="1" y="26"/>
                </a:moveTo>
                <a:lnTo>
                  <a:pt x="0" y="2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3" name="Freeform 1146">
            <a:extLst>
              <a:ext uri="{FF2B5EF4-FFF2-40B4-BE49-F238E27FC236}">
                <a16:creationId xmlns:a16="http://schemas.microsoft.com/office/drawing/2014/main" id="{3FDE4D56-4CB0-8309-7FFC-5370ACF847FD}"/>
              </a:ext>
            </a:extLst>
          </p:cNvPr>
          <p:cNvSpPr>
            <a:spLocks noEditPoints="1"/>
          </p:cNvSpPr>
          <p:nvPr/>
        </p:nvSpPr>
        <p:spPr bwMode="auto">
          <a:xfrm>
            <a:off x="2032000" y="684213"/>
            <a:ext cx="58738" cy="57150"/>
          </a:xfrm>
          <a:custGeom>
            <a:avLst/>
            <a:gdLst>
              <a:gd name="T0" fmla="*/ 75 w 75"/>
              <a:gd name="T1" fmla="*/ 0 h 71"/>
              <a:gd name="T2" fmla="*/ 63 w 75"/>
              <a:gd name="T3" fmla="*/ 11 h 71"/>
              <a:gd name="T4" fmla="*/ 43 w 75"/>
              <a:gd name="T5" fmla="*/ 30 h 71"/>
              <a:gd name="T6" fmla="*/ 31 w 75"/>
              <a:gd name="T7" fmla="*/ 41 h 71"/>
              <a:gd name="T8" fmla="*/ 12 w 75"/>
              <a:gd name="T9" fmla="*/ 60 h 71"/>
              <a:gd name="T10" fmla="*/ 0 w 75"/>
              <a:gd name="T11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" h="71">
                <a:moveTo>
                  <a:pt x="75" y="0"/>
                </a:moveTo>
                <a:lnTo>
                  <a:pt x="63" y="11"/>
                </a:lnTo>
                <a:moveTo>
                  <a:pt x="43" y="30"/>
                </a:moveTo>
                <a:lnTo>
                  <a:pt x="31" y="41"/>
                </a:lnTo>
                <a:moveTo>
                  <a:pt x="12" y="60"/>
                </a:moveTo>
                <a:lnTo>
                  <a:pt x="0" y="7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4" name="Freeform 1147">
            <a:extLst>
              <a:ext uri="{FF2B5EF4-FFF2-40B4-BE49-F238E27FC236}">
                <a16:creationId xmlns:a16="http://schemas.microsoft.com/office/drawing/2014/main" id="{9EE625A8-B913-0188-C9C0-53B5447ED513}"/>
              </a:ext>
            </a:extLst>
          </p:cNvPr>
          <p:cNvSpPr>
            <a:spLocks noEditPoints="1"/>
          </p:cNvSpPr>
          <p:nvPr/>
        </p:nvSpPr>
        <p:spPr bwMode="auto">
          <a:xfrm>
            <a:off x="3001963" y="2638426"/>
            <a:ext cx="100013" cy="106363"/>
          </a:xfrm>
          <a:custGeom>
            <a:avLst/>
            <a:gdLst>
              <a:gd name="T0" fmla="*/ 127 w 127"/>
              <a:gd name="T1" fmla="*/ 0 h 134"/>
              <a:gd name="T2" fmla="*/ 116 w 127"/>
              <a:gd name="T3" fmla="*/ 12 h 134"/>
              <a:gd name="T4" fmla="*/ 97 w 127"/>
              <a:gd name="T5" fmla="*/ 32 h 134"/>
              <a:gd name="T6" fmla="*/ 86 w 127"/>
              <a:gd name="T7" fmla="*/ 44 h 134"/>
              <a:gd name="T8" fmla="*/ 67 w 127"/>
              <a:gd name="T9" fmla="*/ 63 h 134"/>
              <a:gd name="T10" fmla="*/ 56 w 127"/>
              <a:gd name="T11" fmla="*/ 75 h 134"/>
              <a:gd name="T12" fmla="*/ 37 w 127"/>
              <a:gd name="T13" fmla="*/ 95 h 134"/>
              <a:gd name="T14" fmla="*/ 26 w 127"/>
              <a:gd name="T15" fmla="*/ 107 h 134"/>
              <a:gd name="T16" fmla="*/ 7 w 127"/>
              <a:gd name="T17" fmla="*/ 127 h 134"/>
              <a:gd name="T18" fmla="*/ 0 w 127"/>
              <a:gd name="T19" fmla="*/ 134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" h="134">
                <a:moveTo>
                  <a:pt x="127" y="0"/>
                </a:moveTo>
                <a:lnTo>
                  <a:pt x="116" y="12"/>
                </a:lnTo>
                <a:moveTo>
                  <a:pt x="97" y="32"/>
                </a:moveTo>
                <a:lnTo>
                  <a:pt x="86" y="44"/>
                </a:lnTo>
                <a:moveTo>
                  <a:pt x="67" y="63"/>
                </a:moveTo>
                <a:lnTo>
                  <a:pt x="56" y="75"/>
                </a:lnTo>
                <a:moveTo>
                  <a:pt x="37" y="95"/>
                </a:moveTo>
                <a:lnTo>
                  <a:pt x="26" y="107"/>
                </a:lnTo>
                <a:moveTo>
                  <a:pt x="7" y="127"/>
                </a:moveTo>
                <a:lnTo>
                  <a:pt x="0" y="13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5" name="Freeform 1148">
            <a:extLst>
              <a:ext uri="{FF2B5EF4-FFF2-40B4-BE49-F238E27FC236}">
                <a16:creationId xmlns:a16="http://schemas.microsoft.com/office/drawing/2014/main" id="{921FC1E4-39F9-83C6-0CA0-71136E711890}"/>
              </a:ext>
            </a:extLst>
          </p:cNvPr>
          <p:cNvSpPr>
            <a:spLocks noEditPoints="1"/>
          </p:cNvSpPr>
          <p:nvPr/>
        </p:nvSpPr>
        <p:spPr bwMode="auto">
          <a:xfrm>
            <a:off x="2981325" y="1595438"/>
            <a:ext cx="76200" cy="85725"/>
          </a:xfrm>
          <a:custGeom>
            <a:avLst/>
            <a:gdLst>
              <a:gd name="T0" fmla="*/ 95 w 95"/>
              <a:gd name="T1" fmla="*/ 0 h 108"/>
              <a:gd name="T2" fmla="*/ 85 w 95"/>
              <a:gd name="T3" fmla="*/ 13 h 108"/>
              <a:gd name="T4" fmla="*/ 67 w 95"/>
              <a:gd name="T5" fmla="*/ 33 h 108"/>
              <a:gd name="T6" fmla="*/ 56 w 95"/>
              <a:gd name="T7" fmla="*/ 45 h 108"/>
              <a:gd name="T8" fmla="*/ 38 w 95"/>
              <a:gd name="T9" fmla="*/ 66 h 108"/>
              <a:gd name="T10" fmla="*/ 27 w 95"/>
              <a:gd name="T11" fmla="*/ 78 h 108"/>
              <a:gd name="T12" fmla="*/ 9 w 95"/>
              <a:gd name="T13" fmla="*/ 98 h 108"/>
              <a:gd name="T14" fmla="*/ 0 w 95"/>
              <a:gd name="T15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5" h="108">
                <a:moveTo>
                  <a:pt x="95" y="0"/>
                </a:moveTo>
                <a:lnTo>
                  <a:pt x="85" y="13"/>
                </a:lnTo>
                <a:moveTo>
                  <a:pt x="67" y="33"/>
                </a:moveTo>
                <a:lnTo>
                  <a:pt x="56" y="45"/>
                </a:lnTo>
                <a:moveTo>
                  <a:pt x="38" y="66"/>
                </a:moveTo>
                <a:lnTo>
                  <a:pt x="27" y="78"/>
                </a:lnTo>
                <a:moveTo>
                  <a:pt x="9" y="98"/>
                </a:moveTo>
                <a:lnTo>
                  <a:pt x="0" y="10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6" name="Freeform 1149">
            <a:extLst>
              <a:ext uri="{FF2B5EF4-FFF2-40B4-BE49-F238E27FC236}">
                <a16:creationId xmlns:a16="http://schemas.microsoft.com/office/drawing/2014/main" id="{2085D3EC-746A-180B-A688-45D8249AA377}"/>
              </a:ext>
            </a:extLst>
          </p:cNvPr>
          <p:cNvSpPr>
            <a:spLocks noEditPoints="1"/>
          </p:cNvSpPr>
          <p:nvPr/>
        </p:nvSpPr>
        <p:spPr bwMode="auto">
          <a:xfrm>
            <a:off x="2239963" y="2492376"/>
            <a:ext cx="80963" cy="84138"/>
          </a:xfrm>
          <a:custGeom>
            <a:avLst/>
            <a:gdLst>
              <a:gd name="T0" fmla="*/ 101 w 101"/>
              <a:gd name="T1" fmla="*/ 0 h 106"/>
              <a:gd name="T2" fmla="*/ 90 w 101"/>
              <a:gd name="T3" fmla="*/ 12 h 106"/>
              <a:gd name="T4" fmla="*/ 71 w 101"/>
              <a:gd name="T5" fmla="*/ 31 h 106"/>
              <a:gd name="T6" fmla="*/ 60 w 101"/>
              <a:gd name="T7" fmla="*/ 43 h 106"/>
              <a:gd name="T8" fmla="*/ 41 w 101"/>
              <a:gd name="T9" fmla="*/ 63 h 106"/>
              <a:gd name="T10" fmla="*/ 30 w 101"/>
              <a:gd name="T11" fmla="*/ 75 h 106"/>
              <a:gd name="T12" fmla="*/ 11 w 101"/>
              <a:gd name="T13" fmla="*/ 94 h 106"/>
              <a:gd name="T14" fmla="*/ 0 w 101"/>
              <a:gd name="T15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1" h="106">
                <a:moveTo>
                  <a:pt x="101" y="0"/>
                </a:moveTo>
                <a:lnTo>
                  <a:pt x="90" y="12"/>
                </a:lnTo>
                <a:moveTo>
                  <a:pt x="71" y="31"/>
                </a:moveTo>
                <a:lnTo>
                  <a:pt x="60" y="43"/>
                </a:lnTo>
                <a:moveTo>
                  <a:pt x="41" y="63"/>
                </a:moveTo>
                <a:lnTo>
                  <a:pt x="30" y="75"/>
                </a:lnTo>
                <a:moveTo>
                  <a:pt x="11" y="94"/>
                </a:moveTo>
                <a:lnTo>
                  <a:pt x="0" y="10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7" name="Freeform 1150">
            <a:extLst>
              <a:ext uri="{FF2B5EF4-FFF2-40B4-BE49-F238E27FC236}">
                <a16:creationId xmlns:a16="http://schemas.microsoft.com/office/drawing/2014/main" id="{28B31C6E-D483-6E79-148C-1CE095E9ACE1}"/>
              </a:ext>
            </a:extLst>
          </p:cNvPr>
          <p:cNvSpPr>
            <a:spLocks noEditPoints="1"/>
          </p:cNvSpPr>
          <p:nvPr/>
        </p:nvSpPr>
        <p:spPr bwMode="auto">
          <a:xfrm>
            <a:off x="2101850" y="2825751"/>
            <a:ext cx="1588" cy="47625"/>
          </a:xfrm>
          <a:custGeom>
            <a:avLst/>
            <a:gdLst>
              <a:gd name="T0" fmla="*/ 2 w 2"/>
              <a:gd name="T1" fmla="*/ 0 h 60"/>
              <a:gd name="T2" fmla="*/ 2 w 2"/>
              <a:gd name="T3" fmla="*/ 17 h 60"/>
              <a:gd name="T4" fmla="*/ 1 w 2"/>
              <a:gd name="T5" fmla="*/ 44 h 60"/>
              <a:gd name="T6" fmla="*/ 0 w 2"/>
              <a:gd name="T7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60">
                <a:moveTo>
                  <a:pt x="2" y="0"/>
                </a:moveTo>
                <a:lnTo>
                  <a:pt x="2" y="17"/>
                </a:lnTo>
                <a:moveTo>
                  <a:pt x="1" y="44"/>
                </a:moveTo>
                <a:lnTo>
                  <a:pt x="0" y="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8" name="Freeform 1151">
            <a:extLst>
              <a:ext uri="{FF2B5EF4-FFF2-40B4-BE49-F238E27FC236}">
                <a16:creationId xmlns:a16="http://schemas.microsoft.com/office/drawing/2014/main" id="{8723CCDE-6A6F-64D3-D07B-B7434A96E1F8}"/>
              </a:ext>
            </a:extLst>
          </p:cNvPr>
          <p:cNvSpPr>
            <a:spLocks noEditPoints="1"/>
          </p:cNvSpPr>
          <p:nvPr/>
        </p:nvSpPr>
        <p:spPr bwMode="auto">
          <a:xfrm>
            <a:off x="3074988" y="2208213"/>
            <a:ext cx="3175" cy="139700"/>
          </a:xfrm>
          <a:custGeom>
            <a:avLst/>
            <a:gdLst>
              <a:gd name="T0" fmla="*/ 0 w 3"/>
              <a:gd name="T1" fmla="*/ 0 h 176"/>
              <a:gd name="T2" fmla="*/ 1 w 3"/>
              <a:gd name="T3" fmla="*/ 16 h 176"/>
              <a:gd name="T4" fmla="*/ 1 w 3"/>
              <a:gd name="T5" fmla="*/ 43 h 176"/>
              <a:gd name="T6" fmla="*/ 1 w 3"/>
              <a:gd name="T7" fmla="*/ 60 h 176"/>
              <a:gd name="T8" fmla="*/ 2 w 3"/>
              <a:gd name="T9" fmla="*/ 87 h 176"/>
              <a:gd name="T10" fmla="*/ 2 w 3"/>
              <a:gd name="T11" fmla="*/ 103 h 176"/>
              <a:gd name="T12" fmla="*/ 3 w 3"/>
              <a:gd name="T13" fmla="*/ 130 h 176"/>
              <a:gd name="T14" fmla="*/ 3 w 3"/>
              <a:gd name="T15" fmla="*/ 147 h 176"/>
              <a:gd name="T16" fmla="*/ 3 w 3"/>
              <a:gd name="T17" fmla="*/ 174 h 176"/>
              <a:gd name="T18" fmla="*/ 3 w 3"/>
              <a:gd name="T1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" h="176">
                <a:moveTo>
                  <a:pt x="0" y="0"/>
                </a:moveTo>
                <a:lnTo>
                  <a:pt x="1" y="16"/>
                </a:lnTo>
                <a:moveTo>
                  <a:pt x="1" y="43"/>
                </a:moveTo>
                <a:lnTo>
                  <a:pt x="1" y="60"/>
                </a:lnTo>
                <a:moveTo>
                  <a:pt x="2" y="87"/>
                </a:moveTo>
                <a:lnTo>
                  <a:pt x="2" y="103"/>
                </a:lnTo>
                <a:moveTo>
                  <a:pt x="3" y="130"/>
                </a:moveTo>
                <a:lnTo>
                  <a:pt x="3" y="147"/>
                </a:lnTo>
                <a:moveTo>
                  <a:pt x="3" y="174"/>
                </a:moveTo>
                <a:lnTo>
                  <a:pt x="3" y="17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9" name="Line 1152">
            <a:extLst>
              <a:ext uri="{FF2B5EF4-FFF2-40B4-BE49-F238E27FC236}">
                <a16:creationId xmlns:a16="http://schemas.microsoft.com/office/drawing/2014/main" id="{5EDE19D8-FE94-3AE2-DA6C-935F93EF26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9150" y="3379788"/>
            <a:ext cx="9525" cy="79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0" name="Freeform 1153">
            <a:extLst>
              <a:ext uri="{FF2B5EF4-FFF2-40B4-BE49-F238E27FC236}">
                <a16:creationId xmlns:a16="http://schemas.microsoft.com/office/drawing/2014/main" id="{87697F09-DCD6-C200-BB66-B9A7E53CDBF9}"/>
              </a:ext>
            </a:extLst>
          </p:cNvPr>
          <p:cNvSpPr>
            <a:spLocks noEditPoints="1"/>
          </p:cNvSpPr>
          <p:nvPr/>
        </p:nvSpPr>
        <p:spPr bwMode="auto">
          <a:xfrm>
            <a:off x="3344863" y="1474788"/>
            <a:ext cx="133350" cy="128588"/>
          </a:xfrm>
          <a:custGeom>
            <a:avLst/>
            <a:gdLst>
              <a:gd name="T0" fmla="*/ 168 w 168"/>
              <a:gd name="T1" fmla="*/ 0 h 163"/>
              <a:gd name="T2" fmla="*/ 156 w 168"/>
              <a:gd name="T3" fmla="*/ 12 h 163"/>
              <a:gd name="T4" fmla="*/ 137 w 168"/>
              <a:gd name="T5" fmla="*/ 31 h 163"/>
              <a:gd name="T6" fmla="*/ 125 w 168"/>
              <a:gd name="T7" fmla="*/ 42 h 163"/>
              <a:gd name="T8" fmla="*/ 106 w 168"/>
              <a:gd name="T9" fmla="*/ 61 h 163"/>
              <a:gd name="T10" fmla="*/ 94 w 168"/>
              <a:gd name="T11" fmla="*/ 72 h 163"/>
              <a:gd name="T12" fmla="*/ 74 w 168"/>
              <a:gd name="T13" fmla="*/ 91 h 163"/>
              <a:gd name="T14" fmla="*/ 63 w 168"/>
              <a:gd name="T15" fmla="*/ 103 h 163"/>
              <a:gd name="T16" fmla="*/ 43 w 168"/>
              <a:gd name="T17" fmla="*/ 122 h 163"/>
              <a:gd name="T18" fmla="*/ 32 w 168"/>
              <a:gd name="T19" fmla="*/ 133 h 163"/>
              <a:gd name="T20" fmla="*/ 12 w 168"/>
              <a:gd name="T21" fmla="*/ 152 h 163"/>
              <a:gd name="T22" fmla="*/ 0 w 168"/>
              <a:gd name="T23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8" h="163">
                <a:moveTo>
                  <a:pt x="168" y="0"/>
                </a:moveTo>
                <a:lnTo>
                  <a:pt x="156" y="12"/>
                </a:lnTo>
                <a:moveTo>
                  <a:pt x="137" y="31"/>
                </a:moveTo>
                <a:lnTo>
                  <a:pt x="125" y="42"/>
                </a:lnTo>
                <a:moveTo>
                  <a:pt x="106" y="61"/>
                </a:moveTo>
                <a:lnTo>
                  <a:pt x="94" y="72"/>
                </a:lnTo>
                <a:moveTo>
                  <a:pt x="74" y="91"/>
                </a:moveTo>
                <a:lnTo>
                  <a:pt x="63" y="103"/>
                </a:lnTo>
                <a:moveTo>
                  <a:pt x="43" y="122"/>
                </a:moveTo>
                <a:lnTo>
                  <a:pt x="32" y="133"/>
                </a:lnTo>
                <a:moveTo>
                  <a:pt x="12" y="152"/>
                </a:moveTo>
                <a:lnTo>
                  <a:pt x="0" y="16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1" name="Freeform 1154">
            <a:extLst>
              <a:ext uri="{FF2B5EF4-FFF2-40B4-BE49-F238E27FC236}">
                <a16:creationId xmlns:a16="http://schemas.microsoft.com/office/drawing/2014/main" id="{D660C7F6-9514-787C-6B8C-A530E21A4407}"/>
              </a:ext>
            </a:extLst>
          </p:cNvPr>
          <p:cNvSpPr>
            <a:spLocks noEditPoints="1"/>
          </p:cNvSpPr>
          <p:nvPr/>
        </p:nvSpPr>
        <p:spPr bwMode="auto">
          <a:xfrm>
            <a:off x="2511425" y="1076326"/>
            <a:ext cx="33338" cy="101600"/>
          </a:xfrm>
          <a:custGeom>
            <a:avLst/>
            <a:gdLst>
              <a:gd name="T0" fmla="*/ 42 w 42"/>
              <a:gd name="T1" fmla="*/ 0 h 129"/>
              <a:gd name="T2" fmla="*/ 37 w 42"/>
              <a:gd name="T3" fmla="*/ 15 h 129"/>
              <a:gd name="T4" fmla="*/ 29 w 42"/>
              <a:gd name="T5" fmla="*/ 41 h 129"/>
              <a:gd name="T6" fmla="*/ 24 w 42"/>
              <a:gd name="T7" fmla="*/ 56 h 129"/>
              <a:gd name="T8" fmla="*/ 15 w 42"/>
              <a:gd name="T9" fmla="*/ 82 h 129"/>
              <a:gd name="T10" fmla="*/ 10 w 42"/>
              <a:gd name="T11" fmla="*/ 98 h 129"/>
              <a:gd name="T12" fmla="*/ 2 w 42"/>
              <a:gd name="T13" fmla="*/ 124 h 129"/>
              <a:gd name="T14" fmla="*/ 0 w 42"/>
              <a:gd name="T15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129">
                <a:moveTo>
                  <a:pt x="42" y="0"/>
                </a:moveTo>
                <a:lnTo>
                  <a:pt x="37" y="15"/>
                </a:lnTo>
                <a:moveTo>
                  <a:pt x="29" y="41"/>
                </a:moveTo>
                <a:lnTo>
                  <a:pt x="24" y="56"/>
                </a:lnTo>
                <a:moveTo>
                  <a:pt x="15" y="82"/>
                </a:moveTo>
                <a:lnTo>
                  <a:pt x="10" y="98"/>
                </a:lnTo>
                <a:moveTo>
                  <a:pt x="2" y="124"/>
                </a:moveTo>
                <a:lnTo>
                  <a:pt x="0" y="12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2" name="Freeform 1155">
            <a:extLst>
              <a:ext uri="{FF2B5EF4-FFF2-40B4-BE49-F238E27FC236}">
                <a16:creationId xmlns:a16="http://schemas.microsoft.com/office/drawing/2014/main" id="{C9CE9E17-E642-604C-2C7E-02DAF7E2233F}"/>
              </a:ext>
            </a:extLst>
          </p:cNvPr>
          <p:cNvSpPr>
            <a:spLocks noEditPoints="1"/>
          </p:cNvSpPr>
          <p:nvPr/>
        </p:nvSpPr>
        <p:spPr bwMode="auto">
          <a:xfrm>
            <a:off x="2727325" y="2973388"/>
            <a:ext cx="6350" cy="111125"/>
          </a:xfrm>
          <a:custGeom>
            <a:avLst/>
            <a:gdLst>
              <a:gd name="T0" fmla="*/ 7 w 7"/>
              <a:gd name="T1" fmla="*/ 0 h 140"/>
              <a:gd name="T2" fmla="*/ 6 w 7"/>
              <a:gd name="T3" fmla="*/ 17 h 140"/>
              <a:gd name="T4" fmla="*/ 5 w 7"/>
              <a:gd name="T5" fmla="*/ 44 h 140"/>
              <a:gd name="T6" fmla="*/ 4 w 7"/>
              <a:gd name="T7" fmla="*/ 60 h 140"/>
              <a:gd name="T8" fmla="*/ 3 w 7"/>
              <a:gd name="T9" fmla="*/ 87 h 140"/>
              <a:gd name="T10" fmla="*/ 2 w 7"/>
              <a:gd name="T11" fmla="*/ 104 h 140"/>
              <a:gd name="T12" fmla="*/ 1 w 7"/>
              <a:gd name="T13" fmla="*/ 131 h 140"/>
              <a:gd name="T14" fmla="*/ 0 w 7"/>
              <a:gd name="T15" fmla="*/ 14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" h="140">
                <a:moveTo>
                  <a:pt x="7" y="0"/>
                </a:moveTo>
                <a:lnTo>
                  <a:pt x="6" y="17"/>
                </a:lnTo>
                <a:moveTo>
                  <a:pt x="5" y="44"/>
                </a:moveTo>
                <a:lnTo>
                  <a:pt x="4" y="60"/>
                </a:lnTo>
                <a:moveTo>
                  <a:pt x="3" y="87"/>
                </a:moveTo>
                <a:lnTo>
                  <a:pt x="2" y="104"/>
                </a:lnTo>
                <a:moveTo>
                  <a:pt x="1" y="131"/>
                </a:moveTo>
                <a:lnTo>
                  <a:pt x="0" y="1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3" name="Line 1156">
            <a:extLst>
              <a:ext uri="{FF2B5EF4-FFF2-40B4-BE49-F238E27FC236}">
                <a16:creationId xmlns:a16="http://schemas.microsoft.com/office/drawing/2014/main" id="{355E58F8-047C-C541-9AC6-8C1931C7CD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7400" y="3384551"/>
            <a:ext cx="3175" cy="635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4" name="Freeform 1157">
            <a:extLst>
              <a:ext uri="{FF2B5EF4-FFF2-40B4-BE49-F238E27FC236}">
                <a16:creationId xmlns:a16="http://schemas.microsoft.com/office/drawing/2014/main" id="{58B5E52E-F400-0C45-3B71-B72075232B39}"/>
              </a:ext>
            </a:extLst>
          </p:cNvPr>
          <p:cNvSpPr>
            <a:spLocks noEditPoints="1"/>
          </p:cNvSpPr>
          <p:nvPr/>
        </p:nvSpPr>
        <p:spPr bwMode="auto">
          <a:xfrm>
            <a:off x="2444750" y="417513"/>
            <a:ext cx="46038" cy="68263"/>
          </a:xfrm>
          <a:custGeom>
            <a:avLst/>
            <a:gdLst>
              <a:gd name="T0" fmla="*/ 58 w 58"/>
              <a:gd name="T1" fmla="*/ 0 h 86"/>
              <a:gd name="T2" fmla="*/ 49 w 58"/>
              <a:gd name="T3" fmla="*/ 14 h 86"/>
              <a:gd name="T4" fmla="*/ 34 w 58"/>
              <a:gd name="T5" fmla="*/ 37 h 86"/>
              <a:gd name="T6" fmla="*/ 25 w 58"/>
              <a:gd name="T7" fmla="*/ 50 h 86"/>
              <a:gd name="T8" fmla="*/ 10 w 58"/>
              <a:gd name="T9" fmla="*/ 73 h 86"/>
              <a:gd name="T10" fmla="*/ 0 w 58"/>
              <a:gd name="T11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86">
                <a:moveTo>
                  <a:pt x="58" y="0"/>
                </a:moveTo>
                <a:lnTo>
                  <a:pt x="49" y="14"/>
                </a:lnTo>
                <a:moveTo>
                  <a:pt x="34" y="37"/>
                </a:moveTo>
                <a:lnTo>
                  <a:pt x="25" y="50"/>
                </a:lnTo>
                <a:moveTo>
                  <a:pt x="10" y="73"/>
                </a:moveTo>
                <a:lnTo>
                  <a:pt x="0" y="8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5" name="Freeform 1158">
            <a:extLst>
              <a:ext uri="{FF2B5EF4-FFF2-40B4-BE49-F238E27FC236}">
                <a16:creationId xmlns:a16="http://schemas.microsoft.com/office/drawing/2014/main" id="{529BE462-CC8E-CBE0-7AB6-66AFF4A3E2EF}"/>
              </a:ext>
            </a:extLst>
          </p:cNvPr>
          <p:cNvSpPr>
            <a:spLocks noEditPoints="1"/>
          </p:cNvSpPr>
          <p:nvPr/>
        </p:nvSpPr>
        <p:spPr bwMode="auto">
          <a:xfrm>
            <a:off x="2095500" y="1874838"/>
            <a:ext cx="68263" cy="95250"/>
          </a:xfrm>
          <a:custGeom>
            <a:avLst/>
            <a:gdLst>
              <a:gd name="T0" fmla="*/ 86 w 86"/>
              <a:gd name="T1" fmla="*/ 0 h 120"/>
              <a:gd name="T2" fmla="*/ 76 w 86"/>
              <a:gd name="T3" fmla="*/ 14 h 120"/>
              <a:gd name="T4" fmla="*/ 60 w 86"/>
              <a:gd name="T5" fmla="*/ 36 h 120"/>
              <a:gd name="T6" fmla="*/ 51 w 86"/>
              <a:gd name="T7" fmla="*/ 49 h 120"/>
              <a:gd name="T8" fmla="*/ 35 w 86"/>
              <a:gd name="T9" fmla="*/ 71 h 120"/>
              <a:gd name="T10" fmla="*/ 26 w 86"/>
              <a:gd name="T11" fmla="*/ 85 h 120"/>
              <a:gd name="T12" fmla="*/ 10 w 86"/>
              <a:gd name="T13" fmla="*/ 107 h 120"/>
              <a:gd name="T14" fmla="*/ 0 w 86"/>
              <a:gd name="T15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6" h="120">
                <a:moveTo>
                  <a:pt x="86" y="0"/>
                </a:moveTo>
                <a:lnTo>
                  <a:pt x="76" y="14"/>
                </a:lnTo>
                <a:moveTo>
                  <a:pt x="60" y="36"/>
                </a:moveTo>
                <a:lnTo>
                  <a:pt x="51" y="49"/>
                </a:lnTo>
                <a:moveTo>
                  <a:pt x="35" y="71"/>
                </a:moveTo>
                <a:lnTo>
                  <a:pt x="26" y="85"/>
                </a:lnTo>
                <a:moveTo>
                  <a:pt x="10" y="107"/>
                </a:moveTo>
                <a:lnTo>
                  <a:pt x="0" y="12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6" name="Freeform 1159">
            <a:extLst>
              <a:ext uri="{FF2B5EF4-FFF2-40B4-BE49-F238E27FC236}">
                <a16:creationId xmlns:a16="http://schemas.microsoft.com/office/drawing/2014/main" id="{AAEF9267-D267-2230-AE97-8F81C7527C2A}"/>
              </a:ext>
            </a:extLst>
          </p:cNvPr>
          <p:cNvSpPr>
            <a:spLocks noEditPoints="1"/>
          </p:cNvSpPr>
          <p:nvPr/>
        </p:nvSpPr>
        <p:spPr bwMode="auto">
          <a:xfrm>
            <a:off x="3473450" y="304801"/>
            <a:ext cx="53975" cy="92075"/>
          </a:xfrm>
          <a:custGeom>
            <a:avLst/>
            <a:gdLst>
              <a:gd name="T0" fmla="*/ 67 w 67"/>
              <a:gd name="T1" fmla="*/ 0 h 117"/>
              <a:gd name="T2" fmla="*/ 59 w 67"/>
              <a:gd name="T3" fmla="*/ 14 h 117"/>
              <a:gd name="T4" fmla="*/ 45 w 67"/>
              <a:gd name="T5" fmla="*/ 37 h 117"/>
              <a:gd name="T6" fmla="*/ 37 w 67"/>
              <a:gd name="T7" fmla="*/ 52 h 117"/>
              <a:gd name="T8" fmla="*/ 24 w 67"/>
              <a:gd name="T9" fmla="*/ 75 h 117"/>
              <a:gd name="T10" fmla="*/ 16 w 67"/>
              <a:gd name="T11" fmla="*/ 89 h 117"/>
              <a:gd name="T12" fmla="*/ 2 w 67"/>
              <a:gd name="T13" fmla="*/ 113 h 117"/>
              <a:gd name="T14" fmla="*/ 0 w 67"/>
              <a:gd name="T15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7" h="117">
                <a:moveTo>
                  <a:pt x="67" y="0"/>
                </a:moveTo>
                <a:lnTo>
                  <a:pt x="59" y="14"/>
                </a:lnTo>
                <a:moveTo>
                  <a:pt x="45" y="37"/>
                </a:moveTo>
                <a:lnTo>
                  <a:pt x="37" y="52"/>
                </a:lnTo>
                <a:moveTo>
                  <a:pt x="24" y="75"/>
                </a:moveTo>
                <a:lnTo>
                  <a:pt x="16" y="89"/>
                </a:lnTo>
                <a:moveTo>
                  <a:pt x="2" y="113"/>
                </a:moveTo>
                <a:lnTo>
                  <a:pt x="0" y="11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7" name="Line 1160">
            <a:extLst>
              <a:ext uri="{FF2B5EF4-FFF2-40B4-BE49-F238E27FC236}">
                <a16:creationId xmlns:a16="http://schemas.microsoft.com/office/drawing/2014/main" id="{39A73998-7470-9F1A-DAD2-8473B2EF06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9775" y="214313"/>
            <a:ext cx="0" cy="3176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8" name="Line 1161">
            <a:extLst>
              <a:ext uri="{FF2B5EF4-FFF2-40B4-BE49-F238E27FC236}">
                <a16:creationId xmlns:a16="http://schemas.microsoft.com/office/drawing/2014/main" id="{F5406C56-51AB-DCA2-4CC9-7DE0DDDF8D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7925" y="214313"/>
            <a:ext cx="0" cy="3176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9" name="Line 1162">
            <a:extLst>
              <a:ext uri="{FF2B5EF4-FFF2-40B4-BE49-F238E27FC236}">
                <a16:creationId xmlns:a16="http://schemas.microsoft.com/office/drawing/2014/main" id="{9B3933D7-66A1-E6AD-DC7C-F358F5A70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3390901"/>
            <a:ext cx="17081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0" name="Line 1163">
            <a:extLst>
              <a:ext uri="{FF2B5EF4-FFF2-40B4-BE49-F238E27FC236}">
                <a16:creationId xmlns:a16="http://schemas.microsoft.com/office/drawing/2014/main" id="{4E5A9D67-A26F-4E72-396C-1B9CCD2A8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9775" y="214313"/>
            <a:ext cx="17081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1" name="Rectangle 1164">
            <a:extLst>
              <a:ext uri="{FF2B5EF4-FFF2-40B4-BE49-F238E27FC236}">
                <a16:creationId xmlns:a16="http://schemas.microsoft.com/office/drawing/2014/main" id="{E90C5965-3501-19F9-56E1-AB2472B52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763" y="3509963"/>
            <a:ext cx="2317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(b)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2" name="Rectangle 1165">
            <a:extLst>
              <a:ext uri="{FF2B5EF4-FFF2-40B4-BE49-F238E27FC236}">
                <a16:creationId xmlns:a16="http://schemas.microsoft.com/office/drawing/2014/main" id="{8EDBB3FE-BBBA-FCDA-4987-75C775D19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3514726"/>
            <a:ext cx="4429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组间固定概率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3" name="Rectangle 1166">
            <a:extLst>
              <a:ext uri="{FF2B5EF4-FFF2-40B4-BE49-F238E27FC236}">
                <a16:creationId xmlns:a16="http://schemas.microsoft.com/office/drawing/2014/main" id="{54FAF824-2CD7-2ED2-9589-82EEB7510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50" y="2406651"/>
            <a:ext cx="1031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4" name="Rectangle 1167">
            <a:extLst>
              <a:ext uri="{FF2B5EF4-FFF2-40B4-BE49-F238E27FC236}">
                <a16:creationId xmlns:a16="http://schemas.microsoft.com/office/drawing/2014/main" id="{3EF3B4D5-DE83-F7B4-D7CE-685C420FD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3" y="896938"/>
            <a:ext cx="1031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5" name="Rectangle 1168">
            <a:extLst>
              <a:ext uri="{FF2B5EF4-FFF2-40B4-BE49-F238E27FC236}">
                <a16:creationId xmlns:a16="http://schemas.microsoft.com/office/drawing/2014/main" id="{6E35158E-1082-A417-27E1-87B5AC9BC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214313"/>
            <a:ext cx="1709738" cy="3176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" name="Rectangle 1169">
            <a:extLst>
              <a:ext uri="{FF2B5EF4-FFF2-40B4-BE49-F238E27FC236}">
                <a16:creationId xmlns:a16="http://schemas.microsoft.com/office/drawing/2014/main" id="{8DB8D287-82EF-0857-7C30-85AB00CEA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2541588"/>
            <a:ext cx="306388" cy="307975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7" name="Rectangle 1170">
            <a:extLst>
              <a:ext uri="{FF2B5EF4-FFF2-40B4-BE49-F238E27FC236}">
                <a16:creationId xmlns:a16="http://schemas.microsoft.com/office/drawing/2014/main" id="{AF3E7087-E45F-687D-26AD-7ED803E0F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3063" y="1033463"/>
            <a:ext cx="307975" cy="307975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8" name="Line 1171">
            <a:extLst>
              <a:ext uri="{FF2B5EF4-FFF2-40B4-BE49-F238E27FC236}">
                <a16:creationId xmlns:a16="http://schemas.microsoft.com/office/drawing/2014/main" id="{0C9F91BA-43C9-91F2-718D-69BD90C68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6625" y="1011238"/>
            <a:ext cx="90488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9" name="Line 1172">
            <a:extLst>
              <a:ext uri="{FF2B5EF4-FFF2-40B4-BE49-F238E27FC236}">
                <a16:creationId xmlns:a16="http://schemas.microsoft.com/office/drawing/2014/main" id="{2A28E254-504C-6745-B75B-7CA836B63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0" y="1406526"/>
            <a:ext cx="306388" cy="309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0" name="Line 1173">
            <a:extLst>
              <a:ext uri="{FF2B5EF4-FFF2-40B4-BE49-F238E27FC236}">
                <a16:creationId xmlns:a16="http://schemas.microsoft.com/office/drawing/2014/main" id="{C23AC893-7A98-F2AA-3E0B-60EC306C1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598488"/>
            <a:ext cx="336550" cy="358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1" name="Line 1174">
            <a:extLst>
              <a:ext uri="{FF2B5EF4-FFF2-40B4-BE49-F238E27FC236}">
                <a16:creationId xmlns:a16="http://schemas.microsoft.com/office/drawing/2014/main" id="{5FFD3FE5-D3C8-AA4B-4715-D880D8D94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175" y="2370138"/>
            <a:ext cx="150813" cy="177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2" name="Line 1175">
            <a:extLst>
              <a:ext uri="{FF2B5EF4-FFF2-40B4-BE49-F238E27FC236}">
                <a16:creationId xmlns:a16="http://schemas.microsoft.com/office/drawing/2014/main" id="{64427B81-49D6-4D9E-2F79-FEEEE614E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0138" y="1533526"/>
            <a:ext cx="301625" cy="434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3" name="Line 1176">
            <a:extLst>
              <a:ext uri="{FF2B5EF4-FFF2-40B4-BE49-F238E27FC236}">
                <a16:creationId xmlns:a16="http://schemas.microsoft.com/office/drawing/2014/main" id="{EC902703-8264-584C-9C40-19AEDCCFD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7863" y="1173163"/>
            <a:ext cx="127000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4" name="Line 1177">
            <a:extLst>
              <a:ext uri="{FF2B5EF4-FFF2-40B4-BE49-F238E27FC236}">
                <a16:creationId xmlns:a16="http://schemas.microsoft.com/office/drawing/2014/main" id="{42CDEE14-9337-C28B-01E9-870600A50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488" y="1393826"/>
            <a:ext cx="161925" cy="184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5" name="Line 1178">
            <a:extLst>
              <a:ext uri="{FF2B5EF4-FFF2-40B4-BE49-F238E27FC236}">
                <a16:creationId xmlns:a16="http://schemas.microsoft.com/office/drawing/2014/main" id="{2DD39DD1-3C10-F707-26EE-87DB020A95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0" y="906463"/>
            <a:ext cx="58738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6" name="Line 1179">
            <a:extLst>
              <a:ext uri="{FF2B5EF4-FFF2-40B4-BE49-F238E27FC236}">
                <a16:creationId xmlns:a16="http://schemas.microsoft.com/office/drawing/2014/main" id="{51DE7E82-0120-A739-6EAE-E004F693E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7025" y="2254251"/>
            <a:ext cx="669925" cy="300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7" name="Line 1180">
            <a:extLst>
              <a:ext uri="{FF2B5EF4-FFF2-40B4-BE49-F238E27FC236}">
                <a16:creationId xmlns:a16="http://schemas.microsoft.com/office/drawing/2014/main" id="{32C38D76-43A1-11D1-B4BD-C53CC1CF2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0688" y="1474788"/>
            <a:ext cx="193675" cy="265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8" name="Line 1181">
            <a:extLst>
              <a:ext uri="{FF2B5EF4-FFF2-40B4-BE49-F238E27FC236}">
                <a16:creationId xmlns:a16="http://schemas.microsoft.com/office/drawing/2014/main" id="{D5E87929-9C04-6272-F42B-02D99E13A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092326"/>
            <a:ext cx="36513" cy="42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9" name="Line 1182">
            <a:extLst>
              <a:ext uri="{FF2B5EF4-FFF2-40B4-BE49-F238E27FC236}">
                <a16:creationId xmlns:a16="http://schemas.microsoft.com/office/drawing/2014/main" id="{5E37348D-F8D3-3BE3-7C47-9DB53190F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188" y="1387476"/>
            <a:ext cx="314325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0" name="Line 1183">
            <a:extLst>
              <a:ext uri="{FF2B5EF4-FFF2-40B4-BE49-F238E27FC236}">
                <a16:creationId xmlns:a16="http://schemas.microsoft.com/office/drawing/2014/main" id="{81B195A6-012A-A3BB-E0A4-953F08E44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1987551"/>
            <a:ext cx="98425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1" name="Line 1184">
            <a:extLst>
              <a:ext uri="{FF2B5EF4-FFF2-40B4-BE49-F238E27FC236}">
                <a16:creationId xmlns:a16="http://schemas.microsoft.com/office/drawing/2014/main" id="{4965ACDC-4758-2BB6-C957-CC0E7F70F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1325" y="214313"/>
            <a:ext cx="44450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2" name="Line 1185">
            <a:extLst>
              <a:ext uri="{FF2B5EF4-FFF2-40B4-BE49-F238E27FC236}">
                <a16:creationId xmlns:a16="http://schemas.microsoft.com/office/drawing/2014/main" id="{6F1C78B8-CFC4-1278-0FB8-24C423B18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119188"/>
            <a:ext cx="20638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3" name="Line 1186">
            <a:extLst>
              <a:ext uri="{FF2B5EF4-FFF2-40B4-BE49-F238E27FC236}">
                <a16:creationId xmlns:a16="http://schemas.microsoft.com/office/drawing/2014/main" id="{8ECAE8F5-2B1C-3CC8-DBF7-DD9FBA468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6075" y="2212976"/>
            <a:ext cx="107950" cy="133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4" name="Line 1187">
            <a:extLst>
              <a:ext uri="{FF2B5EF4-FFF2-40B4-BE49-F238E27FC236}">
                <a16:creationId xmlns:a16="http://schemas.microsoft.com/office/drawing/2014/main" id="{FF8390D0-2FCF-7FA2-24AE-E4F784467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5888" y="2701926"/>
            <a:ext cx="198438" cy="215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5" name="Line 1188">
            <a:extLst>
              <a:ext uri="{FF2B5EF4-FFF2-40B4-BE49-F238E27FC236}">
                <a16:creationId xmlns:a16="http://schemas.microsoft.com/office/drawing/2014/main" id="{9448E716-33ED-2F31-CE9C-5CB518669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838" y="2033588"/>
            <a:ext cx="130175" cy="142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6" name="Line 1189">
            <a:extLst>
              <a:ext uri="{FF2B5EF4-FFF2-40B4-BE49-F238E27FC236}">
                <a16:creationId xmlns:a16="http://schemas.microsoft.com/office/drawing/2014/main" id="{66E08BC2-2179-0F6B-BD1D-2CDEC187E3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563563"/>
            <a:ext cx="203200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7" name="Line 1190">
            <a:extLst>
              <a:ext uri="{FF2B5EF4-FFF2-40B4-BE49-F238E27FC236}">
                <a16:creationId xmlns:a16="http://schemas.microsoft.com/office/drawing/2014/main" id="{67E59AA3-D326-8FBD-24C8-3076A2ACD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3" y="333376"/>
            <a:ext cx="436563" cy="406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8" name="Line 1191">
            <a:extLst>
              <a:ext uri="{FF2B5EF4-FFF2-40B4-BE49-F238E27FC236}">
                <a16:creationId xmlns:a16="http://schemas.microsoft.com/office/drawing/2014/main" id="{0729A16C-433D-3A23-6E61-A928E2C89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5275" y="214313"/>
            <a:ext cx="234950" cy="296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9" name="Line 1192">
            <a:extLst>
              <a:ext uri="{FF2B5EF4-FFF2-40B4-BE49-F238E27FC236}">
                <a16:creationId xmlns:a16="http://schemas.microsoft.com/office/drawing/2014/main" id="{4F002393-D59E-B0A8-3BB6-3BD6ED6F1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3113" y="2066926"/>
            <a:ext cx="274638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0" name="Line 1193">
            <a:extLst>
              <a:ext uri="{FF2B5EF4-FFF2-40B4-BE49-F238E27FC236}">
                <a16:creationId xmlns:a16="http://schemas.microsoft.com/office/drawing/2014/main" id="{D163DDC8-4213-0CE6-05FB-EAE7FF9C2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8275" y="538163"/>
            <a:ext cx="246063" cy="401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1" name="Line 1194">
            <a:extLst>
              <a:ext uri="{FF2B5EF4-FFF2-40B4-BE49-F238E27FC236}">
                <a16:creationId xmlns:a16="http://schemas.microsoft.com/office/drawing/2014/main" id="{FBC5786A-2C64-CD3E-99E1-D12691DB6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5425" y="860426"/>
            <a:ext cx="141288" cy="149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2" name="Line 1195">
            <a:extLst>
              <a:ext uri="{FF2B5EF4-FFF2-40B4-BE49-F238E27FC236}">
                <a16:creationId xmlns:a16="http://schemas.microsoft.com/office/drawing/2014/main" id="{75CB7A47-AE27-667B-4DC7-089E191D0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25" y="1101726"/>
            <a:ext cx="133350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3" name="Line 1196">
            <a:extLst>
              <a:ext uri="{FF2B5EF4-FFF2-40B4-BE49-F238E27FC236}">
                <a16:creationId xmlns:a16="http://schemas.microsoft.com/office/drawing/2014/main" id="{609E1617-BF06-5032-9F53-D83A34B25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4175" y="1558926"/>
            <a:ext cx="166688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4" name="Line 1197">
            <a:extLst>
              <a:ext uri="{FF2B5EF4-FFF2-40B4-BE49-F238E27FC236}">
                <a16:creationId xmlns:a16="http://schemas.microsoft.com/office/drawing/2014/main" id="{96BA2E8C-6364-69D2-2859-0F9E5D4AA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5750" y="214313"/>
            <a:ext cx="74613" cy="63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5" name="Line 1198">
            <a:extLst>
              <a:ext uri="{FF2B5EF4-FFF2-40B4-BE49-F238E27FC236}">
                <a16:creationId xmlns:a16="http://schemas.microsoft.com/office/drawing/2014/main" id="{2D3AEFC9-7FCD-E66E-4C75-5B3EF4761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75" y="3179763"/>
            <a:ext cx="79375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6" name="Line 1199">
            <a:extLst>
              <a:ext uri="{FF2B5EF4-FFF2-40B4-BE49-F238E27FC236}">
                <a16:creationId xmlns:a16="http://schemas.microsoft.com/office/drawing/2014/main" id="{C06B3F24-2612-9FF8-6DEB-E2B52A7FB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0" y="3132138"/>
            <a:ext cx="303213" cy="258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7" name="Line 1200">
            <a:extLst>
              <a:ext uri="{FF2B5EF4-FFF2-40B4-BE49-F238E27FC236}">
                <a16:creationId xmlns:a16="http://schemas.microsoft.com/office/drawing/2014/main" id="{ED12C4CE-CFAB-47EB-639B-03A0460D2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800101"/>
            <a:ext cx="246063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8" name="Line 1201">
            <a:extLst>
              <a:ext uri="{FF2B5EF4-FFF2-40B4-BE49-F238E27FC236}">
                <a16:creationId xmlns:a16="http://schemas.microsoft.com/office/drawing/2014/main" id="{CB1576D2-3953-ABC2-8532-2CB7C9AC7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1313" y="3251201"/>
            <a:ext cx="127000" cy="139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9" name="Line 1202">
            <a:extLst>
              <a:ext uri="{FF2B5EF4-FFF2-40B4-BE49-F238E27FC236}">
                <a16:creationId xmlns:a16="http://schemas.microsoft.com/office/drawing/2014/main" id="{CA570FBE-255D-5D99-E043-58C7627FC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1650" y="349251"/>
            <a:ext cx="1063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0" name="Line 1203">
            <a:extLst>
              <a:ext uri="{FF2B5EF4-FFF2-40B4-BE49-F238E27FC236}">
                <a16:creationId xmlns:a16="http://schemas.microsoft.com/office/drawing/2014/main" id="{130E29F4-495C-0AB2-15DE-3509CDAA61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038" y="3221038"/>
            <a:ext cx="155575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1" name="Line 1204">
            <a:extLst>
              <a:ext uri="{FF2B5EF4-FFF2-40B4-BE49-F238E27FC236}">
                <a16:creationId xmlns:a16="http://schemas.microsoft.com/office/drawing/2014/main" id="{70016827-D0D3-FDA9-8758-9BCB7EBD7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0388" y="874713"/>
            <a:ext cx="158750" cy="187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2" name="Line 1205">
            <a:extLst>
              <a:ext uri="{FF2B5EF4-FFF2-40B4-BE49-F238E27FC236}">
                <a16:creationId xmlns:a16="http://schemas.microsoft.com/office/drawing/2014/main" id="{C26B9371-7B97-CF28-8D94-DFB9DFF66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565401"/>
            <a:ext cx="28575" cy="46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3" name="Line 1206">
            <a:extLst>
              <a:ext uri="{FF2B5EF4-FFF2-40B4-BE49-F238E27FC236}">
                <a16:creationId xmlns:a16="http://schemas.microsoft.com/office/drawing/2014/main" id="{5973C651-48B9-48FA-95C4-23BF57CC9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906463"/>
            <a:ext cx="320675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4" name="Line 1207">
            <a:extLst>
              <a:ext uri="{FF2B5EF4-FFF2-40B4-BE49-F238E27FC236}">
                <a16:creationId xmlns:a16="http://schemas.microsoft.com/office/drawing/2014/main" id="{E65866C7-3256-F410-760B-01F57E8E7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5425" y="1274763"/>
            <a:ext cx="265113" cy="322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5" name="Line 1208">
            <a:extLst>
              <a:ext uri="{FF2B5EF4-FFF2-40B4-BE49-F238E27FC236}">
                <a16:creationId xmlns:a16="http://schemas.microsoft.com/office/drawing/2014/main" id="{9F0B0FD4-749A-943B-0846-3B46F64BD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1538" y="2368551"/>
            <a:ext cx="80963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6" name="Line 1209">
            <a:extLst>
              <a:ext uri="{FF2B5EF4-FFF2-40B4-BE49-F238E27FC236}">
                <a16:creationId xmlns:a16="http://schemas.microsoft.com/office/drawing/2014/main" id="{75F42815-03DE-24C8-9FF8-8D5D85E53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1513" y="3175001"/>
            <a:ext cx="209550" cy="179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7" name="Line 1211">
            <a:extLst>
              <a:ext uri="{FF2B5EF4-FFF2-40B4-BE49-F238E27FC236}">
                <a16:creationId xmlns:a16="http://schemas.microsoft.com/office/drawing/2014/main" id="{17BE92AD-277B-635D-CDAF-8760C8B1B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4638" y="2084388"/>
            <a:ext cx="104775" cy="355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" name="Line 1212">
            <a:extLst>
              <a:ext uri="{FF2B5EF4-FFF2-40B4-BE49-F238E27FC236}">
                <a16:creationId xmlns:a16="http://schemas.microsoft.com/office/drawing/2014/main" id="{29C756EB-89CC-77AC-73CB-39F1A7CD1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7388" y="214313"/>
            <a:ext cx="69850" cy="74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9" name="Line 1213">
            <a:extLst>
              <a:ext uri="{FF2B5EF4-FFF2-40B4-BE49-F238E27FC236}">
                <a16:creationId xmlns:a16="http://schemas.microsoft.com/office/drawing/2014/main" id="{778C8D6A-0339-7B0D-14FA-E591A6621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704851"/>
            <a:ext cx="120650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0" name="Line 1214">
            <a:extLst>
              <a:ext uri="{FF2B5EF4-FFF2-40B4-BE49-F238E27FC236}">
                <a16:creationId xmlns:a16="http://schemas.microsoft.com/office/drawing/2014/main" id="{2F8A8EC3-4626-A0EB-BCDC-FDD1C7222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0713" y="292101"/>
            <a:ext cx="80963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1" name="Line 1215">
            <a:extLst>
              <a:ext uri="{FF2B5EF4-FFF2-40B4-BE49-F238E27FC236}">
                <a16:creationId xmlns:a16="http://schemas.microsoft.com/office/drawing/2014/main" id="{496E26DF-798B-5657-CF5C-CAF528382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230563"/>
            <a:ext cx="307975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2" name="Line 1216">
            <a:extLst>
              <a:ext uri="{FF2B5EF4-FFF2-40B4-BE49-F238E27FC236}">
                <a16:creationId xmlns:a16="http://schemas.microsoft.com/office/drawing/2014/main" id="{A35E51D8-53C2-A242-EB28-1CD5599A4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057526"/>
            <a:ext cx="114300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3" name="Line 1217">
            <a:extLst>
              <a:ext uri="{FF2B5EF4-FFF2-40B4-BE49-F238E27FC236}">
                <a16:creationId xmlns:a16="http://schemas.microsoft.com/office/drawing/2014/main" id="{F1C81D3E-55D1-40FB-EA1C-864A2FB48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235076"/>
            <a:ext cx="1444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4" name="Line 1218">
            <a:extLst>
              <a:ext uri="{FF2B5EF4-FFF2-40B4-BE49-F238E27FC236}">
                <a16:creationId xmlns:a16="http://schemas.microsoft.com/office/drawing/2014/main" id="{51CBDF55-05CE-5A40-C852-03EB54C9C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25" y="2822576"/>
            <a:ext cx="73025" cy="87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5" name="Line 1219">
            <a:extLst>
              <a:ext uri="{FF2B5EF4-FFF2-40B4-BE49-F238E27FC236}">
                <a16:creationId xmlns:a16="http://schemas.microsoft.com/office/drawing/2014/main" id="{FC5C53A4-C646-A894-491E-ECA635C9E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1217613"/>
            <a:ext cx="176213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6" name="Line 1220">
            <a:extLst>
              <a:ext uri="{FF2B5EF4-FFF2-40B4-BE49-F238E27FC236}">
                <a16:creationId xmlns:a16="http://schemas.microsoft.com/office/drawing/2014/main" id="{43107DD2-20F6-56F6-E601-F951CDF5E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581276"/>
            <a:ext cx="103188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7" name="Line 1221">
            <a:extLst>
              <a:ext uri="{FF2B5EF4-FFF2-40B4-BE49-F238E27FC236}">
                <a16:creationId xmlns:a16="http://schemas.microsoft.com/office/drawing/2014/main" id="{83344771-C8FE-A8B6-A5C4-93853B8DC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3238" y="269876"/>
            <a:ext cx="31750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8" name="Line 1222">
            <a:extLst>
              <a:ext uri="{FF2B5EF4-FFF2-40B4-BE49-F238E27FC236}">
                <a16:creationId xmlns:a16="http://schemas.microsoft.com/office/drawing/2014/main" id="{5CE53DE4-6D03-A918-93B0-573B577B4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128838"/>
            <a:ext cx="82550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9" name="Line 1223">
            <a:extLst>
              <a:ext uri="{FF2B5EF4-FFF2-40B4-BE49-F238E27FC236}">
                <a16:creationId xmlns:a16="http://schemas.microsoft.com/office/drawing/2014/main" id="{AFA807E9-AC24-1A57-F606-D0576A099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149601"/>
            <a:ext cx="36513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0" name="Line 1224">
            <a:extLst>
              <a:ext uri="{FF2B5EF4-FFF2-40B4-BE49-F238E27FC236}">
                <a16:creationId xmlns:a16="http://schemas.microsoft.com/office/drawing/2014/main" id="{67ECEAA9-CF22-2F16-DB19-9ADF98AF2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533651"/>
            <a:ext cx="127000" cy="123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1" name="Line 1225">
            <a:extLst>
              <a:ext uri="{FF2B5EF4-FFF2-40B4-BE49-F238E27FC236}">
                <a16:creationId xmlns:a16="http://schemas.microsoft.com/office/drawing/2014/main" id="{E66AE593-216E-23FE-D52D-4811CDA49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5825" y="2093913"/>
            <a:ext cx="55563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2" name="Line 1226">
            <a:extLst>
              <a:ext uri="{FF2B5EF4-FFF2-40B4-BE49-F238E27FC236}">
                <a16:creationId xmlns:a16="http://schemas.microsoft.com/office/drawing/2014/main" id="{BD98B348-6AE0-2E57-6FEB-E7156F150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5" y="3154363"/>
            <a:ext cx="165100" cy="222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3" name="Line 1227">
            <a:extLst>
              <a:ext uri="{FF2B5EF4-FFF2-40B4-BE49-F238E27FC236}">
                <a16:creationId xmlns:a16="http://schemas.microsoft.com/office/drawing/2014/main" id="{341FDE20-155A-5E2C-3255-1EB23FAF0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0" y="1876426"/>
            <a:ext cx="461963" cy="4286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4" name="Line 1228">
            <a:extLst>
              <a:ext uri="{FF2B5EF4-FFF2-40B4-BE49-F238E27FC236}">
                <a16:creationId xmlns:a16="http://schemas.microsoft.com/office/drawing/2014/main" id="{91B68D8B-013B-62D9-4816-92F765C60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3525" y="1973263"/>
            <a:ext cx="60325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5" name="Line 1229">
            <a:extLst>
              <a:ext uri="{FF2B5EF4-FFF2-40B4-BE49-F238E27FC236}">
                <a16:creationId xmlns:a16="http://schemas.microsoft.com/office/drawing/2014/main" id="{9BE32BA6-DD7E-0908-7C86-60C042E03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500" y="452438"/>
            <a:ext cx="217488" cy="277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6" name="Line 1230">
            <a:extLst>
              <a:ext uri="{FF2B5EF4-FFF2-40B4-BE49-F238E27FC236}">
                <a16:creationId xmlns:a16="http://schemas.microsoft.com/office/drawing/2014/main" id="{FB0FBB1B-0DB1-05E5-C620-F8A55AA76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2632076"/>
            <a:ext cx="204788" cy="209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7" name="Line 1231">
            <a:extLst>
              <a:ext uri="{FF2B5EF4-FFF2-40B4-BE49-F238E27FC236}">
                <a16:creationId xmlns:a16="http://schemas.microsoft.com/office/drawing/2014/main" id="{33512731-20E9-2464-976B-9790464E7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650876"/>
            <a:ext cx="6350" cy="4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8" name="Line 1232">
            <a:extLst>
              <a:ext uri="{FF2B5EF4-FFF2-40B4-BE49-F238E27FC236}">
                <a16:creationId xmlns:a16="http://schemas.microsoft.com/office/drawing/2014/main" id="{928F7D12-43BD-D911-6325-B286835C0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9175" y="2816226"/>
            <a:ext cx="87313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9" name="Line 1233">
            <a:extLst>
              <a:ext uri="{FF2B5EF4-FFF2-40B4-BE49-F238E27FC236}">
                <a16:creationId xmlns:a16="http://schemas.microsoft.com/office/drawing/2014/main" id="{620ABC14-95A9-609F-64D5-BB2F09388F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4813" y="2947988"/>
            <a:ext cx="298450" cy="292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0" name="Line 1234">
            <a:extLst>
              <a:ext uri="{FF2B5EF4-FFF2-40B4-BE49-F238E27FC236}">
                <a16:creationId xmlns:a16="http://schemas.microsoft.com/office/drawing/2014/main" id="{DFC90F12-9ED5-059C-2DD4-9598CC994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1950" y="2417763"/>
            <a:ext cx="392113" cy="534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1" name="Line 1235">
            <a:extLst>
              <a:ext uri="{FF2B5EF4-FFF2-40B4-BE49-F238E27FC236}">
                <a16:creationId xmlns:a16="http://schemas.microsoft.com/office/drawing/2014/main" id="{CBF39CAE-79C5-2F59-A113-25E800294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2255838"/>
            <a:ext cx="246063" cy="277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2" name="Line 1236">
            <a:extLst>
              <a:ext uri="{FF2B5EF4-FFF2-40B4-BE49-F238E27FC236}">
                <a16:creationId xmlns:a16="http://schemas.microsoft.com/office/drawing/2014/main" id="{11503B33-2F66-4882-EF19-5CDB7E0AA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1911351"/>
            <a:ext cx="195263" cy="396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3" name="Line 1237">
            <a:extLst>
              <a:ext uri="{FF2B5EF4-FFF2-40B4-BE49-F238E27FC236}">
                <a16:creationId xmlns:a16="http://schemas.microsoft.com/office/drawing/2014/main" id="{1C99F532-0646-FF75-DFF2-D2560B886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975" y="1144588"/>
            <a:ext cx="227013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4" name="Line 1238">
            <a:extLst>
              <a:ext uri="{FF2B5EF4-FFF2-40B4-BE49-F238E27FC236}">
                <a16:creationId xmlns:a16="http://schemas.microsoft.com/office/drawing/2014/main" id="{D88D05DA-67F4-6D4E-C7E0-2851C4094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2750" y="1598613"/>
            <a:ext cx="117475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5" name="Line 1239">
            <a:extLst>
              <a:ext uri="{FF2B5EF4-FFF2-40B4-BE49-F238E27FC236}">
                <a16:creationId xmlns:a16="http://schemas.microsoft.com/office/drawing/2014/main" id="{5B70B514-0F75-81FE-256F-7FA10BDD8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5888" y="1943101"/>
            <a:ext cx="179388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6" name="Line 1240">
            <a:extLst>
              <a:ext uri="{FF2B5EF4-FFF2-40B4-BE49-F238E27FC236}">
                <a16:creationId xmlns:a16="http://schemas.microsoft.com/office/drawing/2014/main" id="{E32B56CC-3AEE-9DDE-54DA-7BD8BF427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4463" y="214313"/>
            <a:ext cx="36513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7" name="Line 1241">
            <a:extLst>
              <a:ext uri="{FF2B5EF4-FFF2-40B4-BE49-F238E27FC236}">
                <a16:creationId xmlns:a16="http://schemas.microsoft.com/office/drawing/2014/main" id="{0C2CE32A-5875-0655-634F-9924CC7C3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3100" y="296863"/>
            <a:ext cx="403225" cy="571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8" name="Line 1242">
            <a:extLst>
              <a:ext uri="{FF2B5EF4-FFF2-40B4-BE49-F238E27FC236}">
                <a16:creationId xmlns:a16="http://schemas.microsoft.com/office/drawing/2014/main" id="{E9336553-AC6E-2CEB-4E35-F2C297995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136651"/>
            <a:ext cx="225425" cy="1730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" name="Line 1243">
            <a:extLst>
              <a:ext uri="{FF2B5EF4-FFF2-40B4-BE49-F238E27FC236}">
                <a16:creationId xmlns:a16="http://schemas.microsoft.com/office/drawing/2014/main" id="{BD06F548-62B9-9ACD-56F6-4EBAE26C5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563" y="1549401"/>
            <a:ext cx="444500" cy="395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0" name="Line 1244">
            <a:extLst>
              <a:ext uri="{FF2B5EF4-FFF2-40B4-BE49-F238E27FC236}">
                <a16:creationId xmlns:a16="http://schemas.microsoft.com/office/drawing/2014/main" id="{3874438E-12E2-6862-81FF-7C5ED15E3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407988"/>
            <a:ext cx="385763" cy="622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1" name="Line 1245">
            <a:extLst>
              <a:ext uri="{FF2B5EF4-FFF2-40B4-BE49-F238E27FC236}">
                <a16:creationId xmlns:a16="http://schemas.microsoft.com/office/drawing/2014/main" id="{B3188E9D-3D16-EEF6-0A3F-3EA4EAA24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7263" y="1835151"/>
            <a:ext cx="150813" cy="157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2" name="Line 1246">
            <a:extLst>
              <a:ext uri="{FF2B5EF4-FFF2-40B4-BE49-F238E27FC236}">
                <a16:creationId xmlns:a16="http://schemas.microsoft.com/office/drawing/2014/main" id="{755A81DA-1C94-9CA8-A54B-1FFB1B41C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1788" y="1895476"/>
            <a:ext cx="127000" cy="115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3" name="Line 1247">
            <a:extLst>
              <a:ext uri="{FF2B5EF4-FFF2-40B4-BE49-F238E27FC236}">
                <a16:creationId xmlns:a16="http://schemas.microsoft.com/office/drawing/2014/main" id="{1F71F4D4-4A21-2E7A-8D04-28D0AF5A1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195388"/>
            <a:ext cx="352425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4" name="Line 1248">
            <a:extLst>
              <a:ext uri="{FF2B5EF4-FFF2-40B4-BE49-F238E27FC236}">
                <a16:creationId xmlns:a16="http://schemas.microsoft.com/office/drawing/2014/main" id="{4887268A-198D-B565-A5F5-195788AC8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5" y="2179638"/>
            <a:ext cx="133350" cy="139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5" name="Line 1249">
            <a:extLst>
              <a:ext uri="{FF2B5EF4-FFF2-40B4-BE49-F238E27FC236}">
                <a16:creationId xmlns:a16="http://schemas.microsoft.com/office/drawing/2014/main" id="{61802564-645E-8F0B-BE74-CA909F973E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1411288"/>
            <a:ext cx="88900" cy="69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6" name="Line 1250">
            <a:extLst>
              <a:ext uri="{FF2B5EF4-FFF2-40B4-BE49-F238E27FC236}">
                <a16:creationId xmlns:a16="http://schemas.microsoft.com/office/drawing/2014/main" id="{255C3E84-D5B0-4A76-79AD-5C67255C9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0413" y="1284288"/>
            <a:ext cx="223838" cy="268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7" name="Line 1251">
            <a:extLst>
              <a:ext uri="{FF2B5EF4-FFF2-40B4-BE49-F238E27FC236}">
                <a16:creationId xmlns:a16="http://schemas.microsoft.com/office/drawing/2014/main" id="{06728B1B-3E3D-9135-C53C-CD51C6E4D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7350" y="1327151"/>
            <a:ext cx="147638" cy="196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8" name="Line 1252">
            <a:extLst>
              <a:ext uri="{FF2B5EF4-FFF2-40B4-BE49-F238E27FC236}">
                <a16:creationId xmlns:a16="http://schemas.microsoft.com/office/drawing/2014/main" id="{0B2DF2EF-F3F8-E9F2-FA41-31B27BC46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0" y="3341688"/>
            <a:ext cx="53975" cy="49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9" name="Line 1253">
            <a:extLst>
              <a:ext uri="{FF2B5EF4-FFF2-40B4-BE49-F238E27FC236}">
                <a16:creationId xmlns:a16="http://schemas.microsoft.com/office/drawing/2014/main" id="{63FF4EAA-A2E7-2679-0FE5-7969564C7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0975" y="438151"/>
            <a:ext cx="354013" cy="371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0" name="Line 1254">
            <a:extLst>
              <a:ext uri="{FF2B5EF4-FFF2-40B4-BE49-F238E27FC236}">
                <a16:creationId xmlns:a16="http://schemas.microsoft.com/office/drawing/2014/main" id="{62B5BAF9-F34E-9F4F-5B84-43191DFB0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7788" y="935038"/>
            <a:ext cx="179388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1" name="Line 1255">
            <a:extLst>
              <a:ext uri="{FF2B5EF4-FFF2-40B4-BE49-F238E27FC236}">
                <a16:creationId xmlns:a16="http://schemas.microsoft.com/office/drawing/2014/main" id="{084B8D64-D89B-34A6-2E5C-25FFB63A3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0" y="2746376"/>
            <a:ext cx="276225" cy="347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2" name="Line 1256">
            <a:extLst>
              <a:ext uri="{FF2B5EF4-FFF2-40B4-BE49-F238E27FC236}">
                <a16:creationId xmlns:a16="http://schemas.microsoft.com/office/drawing/2014/main" id="{DAE95F4D-8343-2F75-0FE2-CCC03601A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3" y="1282701"/>
            <a:ext cx="168275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3" name="Line 1257">
            <a:extLst>
              <a:ext uri="{FF2B5EF4-FFF2-40B4-BE49-F238E27FC236}">
                <a16:creationId xmlns:a16="http://schemas.microsoft.com/office/drawing/2014/main" id="{3B989041-1D03-D90C-4D24-54ACC9468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7038" y="1970088"/>
            <a:ext cx="419100" cy="469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4" name="Line 1258">
            <a:extLst>
              <a:ext uri="{FF2B5EF4-FFF2-40B4-BE49-F238E27FC236}">
                <a16:creationId xmlns:a16="http://schemas.microsoft.com/office/drawing/2014/main" id="{B83D43CD-EC23-F58C-173B-410741079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3913" y="854076"/>
            <a:ext cx="84138" cy="128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5" name="Line 1259">
            <a:extLst>
              <a:ext uri="{FF2B5EF4-FFF2-40B4-BE49-F238E27FC236}">
                <a16:creationId xmlns:a16="http://schemas.microsoft.com/office/drawing/2014/main" id="{8F7A4F7B-FAEB-D9FC-2EEE-27CF02740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438" y="3336926"/>
            <a:ext cx="49213" cy="53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6" name="Line 1260">
            <a:extLst>
              <a:ext uri="{FF2B5EF4-FFF2-40B4-BE49-F238E27FC236}">
                <a16:creationId xmlns:a16="http://schemas.microsoft.com/office/drawing/2014/main" id="{B9264D82-8053-92D5-D43B-7456A5A7E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8325" y="577851"/>
            <a:ext cx="525463" cy="512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7" name="Line 1261">
            <a:extLst>
              <a:ext uri="{FF2B5EF4-FFF2-40B4-BE49-F238E27FC236}">
                <a16:creationId xmlns:a16="http://schemas.microsoft.com/office/drawing/2014/main" id="{C4378488-1806-ADD9-9321-74D48601CA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013" y="750888"/>
            <a:ext cx="146050" cy="215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8" name="Line 1262">
            <a:extLst>
              <a:ext uri="{FF2B5EF4-FFF2-40B4-BE49-F238E27FC236}">
                <a16:creationId xmlns:a16="http://schemas.microsoft.com/office/drawing/2014/main" id="{FA2BAF10-61F3-398F-48BA-77231E320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513" y="1944688"/>
            <a:ext cx="220663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9" name="Line 1263">
            <a:extLst>
              <a:ext uri="{FF2B5EF4-FFF2-40B4-BE49-F238E27FC236}">
                <a16:creationId xmlns:a16="http://schemas.microsoft.com/office/drawing/2014/main" id="{272D2396-2BCC-849B-C30F-DA877AAC6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3875" y="3179763"/>
            <a:ext cx="233363" cy="204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0" name="Line 1264">
            <a:extLst>
              <a:ext uri="{FF2B5EF4-FFF2-40B4-BE49-F238E27FC236}">
                <a16:creationId xmlns:a16="http://schemas.microsoft.com/office/drawing/2014/main" id="{17F414C0-A7A5-CF7B-DD87-4D3A78F49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0263" y="1182688"/>
            <a:ext cx="141288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1" name="Line 1265">
            <a:extLst>
              <a:ext uri="{FF2B5EF4-FFF2-40B4-BE49-F238E27FC236}">
                <a16:creationId xmlns:a16="http://schemas.microsoft.com/office/drawing/2014/main" id="{1F9E31AD-CBA8-BD29-BE95-59E3B751D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9675" y="2825751"/>
            <a:ext cx="287338" cy="482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2" name="Line 1266">
            <a:extLst>
              <a:ext uri="{FF2B5EF4-FFF2-40B4-BE49-F238E27FC236}">
                <a16:creationId xmlns:a16="http://schemas.microsoft.com/office/drawing/2014/main" id="{C6490129-2AA4-9836-2F6D-BCBE2E3C3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068513"/>
            <a:ext cx="260350" cy="322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3" name="Line 1267">
            <a:extLst>
              <a:ext uri="{FF2B5EF4-FFF2-40B4-BE49-F238E27FC236}">
                <a16:creationId xmlns:a16="http://schemas.microsoft.com/office/drawing/2014/main" id="{9241F0B2-8CD4-908A-1FAD-4BA5E7245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3382963"/>
            <a:ext cx="7938" cy="79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4" name="Line 1268">
            <a:extLst>
              <a:ext uri="{FF2B5EF4-FFF2-40B4-BE49-F238E27FC236}">
                <a16:creationId xmlns:a16="http://schemas.microsoft.com/office/drawing/2014/main" id="{79D7CC62-18BB-16E7-A351-27FF1FF67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8975" y="1085851"/>
            <a:ext cx="630238" cy="436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5" name="Line 1269">
            <a:extLst>
              <a:ext uri="{FF2B5EF4-FFF2-40B4-BE49-F238E27FC236}">
                <a16:creationId xmlns:a16="http://schemas.microsoft.com/office/drawing/2014/main" id="{1B0631DD-3328-F2A3-4FB5-8CACA2EE0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3388" y="2409826"/>
            <a:ext cx="71438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6" name="Line 1270">
            <a:extLst>
              <a:ext uri="{FF2B5EF4-FFF2-40B4-BE49-F238E27FC236}">
                <a16:creationId xmlns:a16="http://schemas.microsoft.com/office/drawing/2014/main" id="{A98215B9-9214-F47B-42E5-3E44F7DE4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2203451"/>
            <a:ext cx="344488" cy="323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7" name="Line 1271">
            <a:extLst>
              <a:ext uri="{FF2B5EF4-FFF2-40B4-BE49-F238E27FC236}">
                <a16:creationId xmlns:a16="http://schemas.microsoft.com/office/drawing/2014/main" id="{5CD372E9-9442-3C7D-29BC-A9C369684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7313" y="1600201"/>
            <a:ext cx="50800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8" name="Line 1272">
            <a:extLst>
              <a:ext uri="{FF2B5EF4-FFF2-40B4-BE49-F238E27FC236}">
                <a16:creationId xmlns:a16="http://schemas.microsoft.com/office/drawing/2014/main" id="{D5FA08A6-3B5C-28D0-0CA1-625B3C08A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2425" y="612776"/>
            <a:ext cx="13970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" name="Line 1273">
            <a:extLst>
              <a:ext uri="{FF2B5EF4-FFF2-40B4-BE49-F238E27FC236}">
                <a16:creationId xmlns:a16="http://schemas.microsoft.com/office/drawing/2014/main" id="{A18BAC30-4A80-C775-CCC7-46A3F0402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7950" y="2608263"/>
            <a:ext cx="309563" cy="354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" name="Line 1274">
            <a:extLst>
              <a:ext uri="{FF2B5EF4-FFF2-40B4-BE49-F238E27FC236}">
                <a16:creationId xmlns:a16="http://schemas.microsoft.com/office/drawing/2014/main" id="{48018763-66C5-52DD-C409-C2A3E12AD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292476"/>
            <a:ext cx="4763" cy="6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1" name="Line 1275">
            <a:extLst>
              <a:ext uri="{FF2B5EF4-FFF2-40B4-BE49-F238E27FC236}">
                <a16:creationId xmlns:a16="http://schemas.microsoft.com/office/drawing/2014/main" id="{1946B70A-23C6-6EC6-FCAF-336847C5B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0" y="425451"/>
            <a:ext cx="95250" cy="73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2" name="Line 1276">
            <a:extLst>
              <a:ext uri="{FF2B5EF4-FFF2-40B4-BE49-F238E27FC236}">
                <a16:creationId xmlns:a16="http://schemas.microsoft.com/office/drawing/2014/main" id="{17F85CCA-3573-D604-1B28-871F983F3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3663" y="1565276"/>
            <a:ext cx="196850" cy="288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3" name="Line 1277">
            <a:extLst>
              <a:ext uri="{FF2B5EF4-FFF2-40B4-BE49-F238E27FC236}">
                <a16:creationId xmlns:a16="http://schemas.microsoft.com/office/drawing/2014/main" id="{6938B67F-6F16-0DC2-7C28-E15A07E37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7188" y="1112838"/>
            <a:ext cx="177800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4" name="Line 1278">
            <a:extLst>
              <a:ext uri="{FF2B5EF4-FFF2-40B4-BE49-F238E27FC236}">
                <a16:creationId xmlns:a16="http://schemas.microsoft.com/office/drawing/2014/main" id="{17CFA3B0-8472-6466-D076-BEC130C89B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1188" y="2465388"/>
            <a:ext cx="131763" cy="157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5" name="Line 1279">
            <a:extLst>
              <a:ext uri="{FF2B5EF4-FFF2-40B4-BE49-F238E27FC236}">
                <a16:creationId xmlns:a16="http://schemas.microsoft.com/office/drawing/2014/main" id="{8E34C084-3F65-90DE-4168-39B2249EF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088" y="2241551"/>
            <a:ext cx="334963" cy="533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6" name="Line 1280">
            <a:extLst>
              <a:ext uri="{FF2B5EF4-FFF2-40B4-BE49-F238E27FC236}">
                <a16:creationId xmlns:a16="http://schemas.microsoft.com/office/drawing/2014/main" id="{59C4FBDC-18EB-AC87-1A0C-3445EBEFA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5725" y="2136776"/>
            <a:ext cx="74613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7" name="Line 1281">
            <a:extLst>
              <a:ext uri="{FF2B5EF4-FFF2-40B4-BE49-F238E27FC236}">
                <a16:creationId xmlns:a16="http://schemas.microsoft.com/office/drawing/2014/main" id="{F9A7FC4F-FEB2-B117-21F7-117A986CA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358901"/>
            <a:ext cx="373063" cy="307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8" name="Line 1282">
            <a:extLst>
              <a:ext uri="{FF2B5EF4-FFF2-40B4-BE49-F238E27FC236}">
                <a16:creationId xmlns:a16="http://schemas.microsoft.com/office/drawing/2014/main" id="{9CF56EE4-79A4-3E36-F46E-8F5E77699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7338" y="3086101"/>
            <a:ext cx="84138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9" name="Line 1283">
            <a:extLst>
              <a:ext uri="{FF2B5EF4-FFF2-40B4-BE49-F238E27FC236}">
                <a16:creationId xmlns:a16="http://schemas.microsoft.com/office/drawing/2014/main" id="{0059FED2-5B42-6B05-7046-B1EA0D37E8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5863" y="1447801"/>
            <a:ext cx="227013" cy="211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0" name="Line 1284">
            <a:extLst>
              <a:ext uri="{FF2B5EF4-FFF2-40B4-BE49-F238E27FC236}">
                <a16:creationId xmlns:a16="http://schemas.microsoft.com/office/drawing/2014/main" id="{C4307D79-36A1-61A3-49DA-48AA6349B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3938" y="2765426"/>
            <a:ext cx="528638" cy="403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1" name="Line 1285">
            <a:extLst>
              <a:ext uri="{FF2B5EF4-FFF2-40B4-BE49-F238E27FC236}">
                <a16:creationId xmlns:a16="http://schemas.microsoft.com/office/drawing/2014/main" id="{CDC72DE7-5628-4736-164F-23047F2A9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938" y="2133601"/>
            <a:ext cx="19050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2" name="Line 1286">
            <a:extLst>
              <a:ext uri="{FF2B5EF4-FFF2-40B4-BE49-F238E27FC236}">
                <a16:creationId xmlns:a16="http://schemas.microsoft.com/office/drawing/2014/main" id="{1F6C538E-E02C-B46D-17C9-B609C5812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75" y="747713"/>
            <a:ext cx="371475" cy="376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3" name="Line 1287">
            <a:extLst>
              <a:ext uri="{FF2B5EF4-FFF2-40B4-BE49-F238E27FC236}">
                <a16:creationId xmlns:a16="http://schemas.microsoft.com/office/drawing/2014/main" id="{3E0C600C-F33D-45E4-6C82-2B18D6A6B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6700" y="298451"/>
            <a:ext cx="96838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4" name="Line 1288">
            <a:extLst>
              <a:ext uri="{FF2B5EF4-FFF2-40B4-BE49-F238E27FC236}">
                <a16:creationId xmlns:a16="http://schemas.microsoft.com/office/drawing/2014/main" id="{F4AEDF3A-91C5-BDB1-10F0-31F71163F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2613" y="2776538"/>
            <a:ext cx="165100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5" name="Line 1289">
            <a:extLst>
              <a:ext uri="{FF2B5EF4-FFF2-40B4-BE49-F238E27FC236}">
                <a16:creationId xmlns:a16="http://schemas.microsoft.com/office/drawing/2014/main" id="{EABCFEED-B9BA-26AA-210A-922574E85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0100" y="427038"/>
            <a:ext cx="131763" cy="481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6" name="Line 1290">
            <a:extLst>
              <a:ext uri="{FF2B5EF4-FFF2-40B4-BE49-F238E27FC236}">
                <a16:creationId xmlns:a16="http://schemas.microsoft.com/office/drawing/2014/main" id="{70BB2F47-FC36-5A25-72CB-7013BC1E4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6213" y="2868613"/>
            <a:ext cx="160338" cy="1682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7" name="Line 1291">
            <a:extLst>
              <a:ext uri="{FF2B5EF4-FFF2-40B4-BE49-F238E27FC236}">
                <a16:creationId xmlns:a16="http://schemas.microsoft.com/office/drawing/2014/main" id="{BC49FF60-C5B7-C580-82D5-321306CD6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7688" y="214313"/>
            <a:ext cx="80963" cy="79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8" name="Line 1292">
            <a:extLst>
              <a:ext uri="{FF2B5EF4-FFF2-40B4-BE49-F238E27FC236}">
                <a16:creationId xmlns:a16="http://schemas.microsoft.com/office/drawing/2014/main" id="{5E7347F7-63F3-D1FF-6FA1-8F5E13E6C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9150" y="1027113"/>
            <a:ext cx="481013" cy="506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9" name="Line 1293">
            <a:extLst>
              <a:ext uri="{FF2B5EF4-FFF2-40B4-BE49-F238E27FC236}">
                <a16:creationId xmlns:a16="http://schemas.microsoft.com/office/drawing/2014/main" id="{843D3427-B9E3-B391-6C71-0AC583E70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0688" y="754063"/>
            <a:ext cx="114300" cy="1190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0" name="Line 1294">
            <a:extLst>
              <a:ext uri="{FF2B5EF4-FFF2-40B4-BE49-F238E27FC236}">
                <a16:creationId xmlns:a16="http://schemas.microsoft.com/office/drawing/2014/main" id="{D5FF9FEA-0CAD-400B-C5AD-A3591C7AA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5013" y="3094038"/>
            <a:ext cx="115888" cy="98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1" name="Line 1295">
            <a:extLst>
              <a:ext uri="{FF2B5EF4-FFF2-40B4-BE49-F238E27FC236}">
                <a16:creationId xmlns:a16="http://schemas.microsoft.com/office/drawing/2014/main" id="{9FB2EB5C-0030-B360-3E3A-1526B6FC9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897063"/>
            <a:ext cx="17145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2" name="Line 1296">
            <a:extLst>
              <a:ext uri="{FF2B5EF4-FFF2-40B4-BE49-F238E27FC236}">
                <a16:creationId xmlns:a16="http://schemas.microsoft.com/office/drawing/2014/main" id="{D8C012C6-BD63-5E68-0944-BFE431123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3363" y="3387726"/>
            <a:ext cx="3175" cy="3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3" name="Line 1297">
            <a:extLst>
              <a:ext uri="{FF2B5EF4-FFF2-40B4-BE49-F238E27FC236}">
                <a16:creationId xmlns:a16="http://schemas.microsoft.com/office/drawing/2014/main" id="{30ADFF62-C6EB-7A5D-4940-095C939035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4025" y="2754313"/>
            <a:ext cx="158750" cy="288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4" name="Line 1298">
            <a:extLst>
              <a:ext uri="{FF2B5EF4-FFF2-40B4-BE49-F238E27FC236}">
                <a16:creationId xmlns:a16="http://schemas.microsoft.com/office/drawing/2014/main" id="{C0537A45-864F-A6AE-2BC3-61E8D69F0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314576"/>
            <a:ext cx="120650" cy="115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5" name="Line 1299">
            <a:extLst>
              <a:ext uri="{FF2B5EF4-FFF2-40B4-BE49-F238E27FC236}">
                <a16:creationId xmlns:a16="http://schemas.microsoft.com/office/drawing/2014/main" id="{3686C354-F283-B613-D1C4-9AA0B58BF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800" y="1173163"/>
            <a:ext cx="76200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6" name="Line 1300">
            <a:extLst>
              <a:ext uri="{FF2B5EF4-FFF2-40B4-BE49-F238E27FC236}">
                <a16:creationId xmlns:a16="http://schemas.microsoft.com/office/drawing/2014/main" id="{6421F2EB-14AD-E41D-5D53-425022B45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9563" y="977901"/>
            <a:ext cx="225425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7" name="Line 1301">
            <a:extLst>
              <a:ext uri="{FF2B5EF4-FFF2-40B4-BE49-F238E27FC236}">
                <a16:creationId xmlns:a16="http://schemas.microsoft.com/office/drawing/2014/main" id="{2A43BC0E-FFFA-2106-D224-3CE18EF8D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3825" y="2332038"/>
            <a:ext cx="66675" cy="266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8" name="Line 1302">
            <a:extLst>
              <a:ext uri="{FF2B5EF4-FFF2-40B4-BE49-F238E27FC236}">
                <a16:creationId xmlns:a16="http://schemas.microsoft.com/office/drawing/2014/main" id="{BBCE1B69-A5A3-5047-C2DA-678C0E81A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1300" y="612776"/>
            <a:ext cx="495300" cy="585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9" name="Line 1303">
            <a:extLst>
              <a:ext uri="{FF2B5EF4-FFF2-40B4-BE49-F238E27FC236}">
                <a16:creationId xmlns:a16="http://schemas.microsoft.com/office/drawing/2014/main" id="{8497172D-1215-A128-0E05-BB6637254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8000" y="2659063"/>
            <a:ext cx="26988" cy="26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0" name="Line 1304">
            <a:extLst>
              <a:ext uri="{FF2B5EF4-FFF2-40B4-BE49-F238E27FC236}">
                <a16:creationId xmlns:a16="http://schemas.microsoft.com/office/drawing/2014/main" id="{1616CCB7-ED90-A358-D676-B7FB8EEFF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5588" y="2351088"/>
            <a:ext cx="504825" cy="430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1" name="Line 1305">
            <a:extLst>
              <a:ext uri="{FF2B5EF4-FFF2-40B4-BE49-F238E27FC236}">
                <a16:creationId xmlns:a16="http://schemas.microsoft.com/office/drawing/2014/main" id="{5CE7F9B8-1F46-904B-84BD-EFB296A85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6213" y="815976"/>
            <a:ext cx="73025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2" name="Line 1306">
            <a:extLst>
              <a:ext uri="{FF2B5EF4-FFF2-40B4-BE49-F238E27FC236}">
                <a16:creationId xmlns:a16="http://schemas.microsoft.com/office/drawing/2014/main" id="{308BFB7E-03CD-7007-2933-8F4268739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331913"/>
            <a:ext cx="131763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3" name="Line 1307">
            <a:extLst>
              <a:ext uri="{FF2B5EF4-FFF2-40B4-BE49-F238E27FC236}">
                <a16:creationId xmlns:a16="http://schemas.microsoft.com/office/drawing/2014/main" id="{77D4EB8D-FAD9-622B-B5AE-2112A9001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80988"/>
            <a:ext cx="201613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4" name="Line 1308">
            <a:extLst>
              <a:ext uri="{FF2B5EF4-FFF2-40B4-BE49-F238E27FC236}">
                <a16:creationId xmlns:a16="http://schemas.microsoft.com/office/drawing/2014/main" id="{3319139D-C2BF-3328-5894-3D770A345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4188" y="3370263"/>
            <a:ext cx="23813" cy="20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5" name="Line 1309">
            <a:extLst>
              <a:ext uri="{FF2B5EF4-FFF2-40B4-BE49-F238E27FC236}">
                <a16:creationId xmlns:a16="http://schemas.microsoft.com/office/drawing/2014/main" id="{6B8E06CC-6D69-DB7D-E1BC-CC356AE81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881063"/>
            <a:ext cx="315913" cy="349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6" name="Line 1310">
            <a:extLst>
              <a:ext uri="{FF2B5EF4-FFF2-40B4-BE49-F238E27FC236}">
                <a16:creationId xmlns:a16="http://schemas.microsoft.com/office/drawing/2014/main" id="{2A0927D2-6CE1-EFC2-5A60-A25858F11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0825" y="1365251"/>
            <a:ext cx="184150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7" name="Line 1311">
            <a:extLst>
              <a:ext uri="{FF2B5EF4-FFF2-40B4-BE49-F238E27FC236}">
                <a16:creationId xmlns:a16="http://schemas.microsoft.com/office/drawing/2014/main" id="{CF75F9AA-BA96-C1F3-4DCF-404BD545F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4563" y="2724151"/>
            <a:ext cx="120650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8" name="Line 1312">
            <a:extLst>
              <a:ext uri="{FF2B5EF4-FFF2-40B4-BE49-F238E27FC236}">
                <a16:creationId xmlns:a16="http://schemas.microsoft.com/office/drawing/2014/main" id="{FBABF031-D0B0-FBE0-C91F-8EEDE19B0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1733551"/>
            <a:ext cx="65088" cy="111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9" name="Line 1313">
            <a:extLst>
              <a:ext uri="{FF2B5EF4-FFF2-40B4-BE49-F238E27FC236}">
                <a16:creationId xmlns:a16="http://schemas.microsoft.com/office/drawing/2014/main" id="{5237541A-D376-023C-9487-700B57FBD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8100" y="2085976"/>
            <a:ext cx="33338" cy="290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0" name="Line 1314">
            <a:extLst>
              <a:ext uri="{FF2B5EF4-FFF2-40B4-BE49-F238E27FC236}">
                <a16:creationId xmlns:a16="http://schemas.microsoft.com/office/drawing/2014/main" id="{E5FA8806-09C9-EB0D-9ADE-8B47E69F4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005013"/>
            <a:ext cx="452438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1" name="Line 1315">
            <a:extLst>
              <a:ext uri="{FF2B5EF4-FFF2-40B4-BE49-F238E27FC236}">
                <a16:creationId xmlns:a16="http://schemas.microsoft.com/office/drawing/2014/main" id="{AC25BE21-2B1A-3AC9-CF75-E5AD9CE47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2513" y="1271588"/>
            <a:ext cx="127000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2" name="Line 1316">
            <a:extLst>
              <a:ext uri="{FF2B5EF4-FFF2-40B4-BE49-F238E27FC236}">
                <a16:creationId xmlns:a16="http://schemas.microsoft.com/office/drawing/2014/main" id="{87D152BC-8CE7-3831-14DC-B7A72D2E6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4025" y="990601"/>
            <a:ext cx="295275" cy="258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3" name="Line 1317">
            <a:extLst>
              <a:ext uri="{FF2B5EF4-FFF2-40B4-BE49-F238E27FC236}">
                <a16:creationId xmlns:a16="http://schemas.microsoft.com/office/drawing/2014/main" id="{2E79F6E0-BBF4-ED38-DF64-6C4C72744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76226"/>
            <a:ext cx="160338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4" name="Line 1318">
            <a:extLst>
              <a:ext uri="{FF2B5EF4-FFF2-40B4-BE49-F238E27FC236}">
                <a16:creationId xmlns:a16="http://schemas.microsoft.com/office/drawing/2014/main" id="{D959128F-F13E-596C-74D2-EFE6E9D99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8150" y="2397126"/>
            <a:ext cx="96838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5" name="Line 1319">
            <a:extLst>
              <a:ext uri="{FF2B5EF4-FFF2-40B4-BE49-F238E27FC236}">
                <a16:creationId xmlns:a16="http://schemas.microsoft.com/office/drawing/2014/main" id="{32509262-2D45-0458-7598-CF82DE4B2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313" y="2747963"/>
            <a:ext cx="481013" cy="4079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6" name="Line 1320">
            <a:extLst>
              <a:ext uri="{FF2B5EF4-FFF2-40B4-BE49-F238E27FC236}">
                <a16:creationId xmlns:a16="http://schemas.microsoft.com/office/drawing/2014/main" id="{51CA5214-89BE-8F94-5B23-F28CC9FCA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713" y="3249613"/>
            <a:ext cx="131763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7" name="Line 1321">
            <a:extLst>
              <a:ext uri="{FF2B5EF4-FFF2-40B4-BE49-F238E27FC236}">
                <a16:creationId xmlns:a16="http://schemas.microsoft.com/office/drawing/2014/main" id="{C9F2D6B0-48A8-B455-C862-0E3550C52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3075" y="1709738"/>
            <a:ext cx="61913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8" name="Line 1322">
            <a:extLst>
              <a:ext uri="{FF2B5EF4-FFF2-40B4-BE49-F238E27FC236}">
                <a16:creationId xmlns:a16="http://schemas.microsoft.com/office/drawing/2014/main" id="{1DEF2BE0-4E72-7CA3-50AE-54BFBFEC2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75" y="3319463"/>
            <a:ext cx="71438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9" name="Line 1323">
            <a:extLst>
              <a:ext uri="{FF2B5EF4-FFF2-40B4-BE49-F238E27FC236}">
                <a16:creationId xmlns:a16="http://schemas.microsoft.com/office/drawing/2014/main" id="{61C19BC7-82FE-8C4B-4718-D7B171259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4563" y="2971801"/>
            <a:ext cx="220663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0" name="Line 1324">
            <a:extLst>
              <a:ext uri="{FF2B5EF4-FFF2-40B4-BE49-F238E27FC236}">
                <a16:creationId xmlns:a16="http://schemas.microsoft.com/office/drawing/2014/main" id="{2DF04FA0-511B-FEA3-C634-511F78C913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0538" y="214313"/>
            <a:ext cx="44450" cy="63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1" name="Line 1325">
            <a:extLst>
              <a:ext uri="{FF2B5EF4-FFF2-40B4-BE49-F238E27FC236}">
                <a16:creationId xmlns:a16="http://schemas.microsoft.com/office/drawing/2014/main" id="{37496CEF-8F89-F1F7-0168-CA80C5860D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743201"/>
            <a:ext cx="220663" cy="2444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2" name="Line 1326">
            <a:extLst>
              <a:ext uri="{FF2B5EF4-FFF2-40B4-BE49-F238E27FC236}">
                <a16:creationId xmlns:a16="http://schemas.microsoft.com/office/drawing/2014/main" id="{15E27137-9C40-535B-C0C3-1BF33F6C7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00051"/>
            <a:ext cx="188913" cy="179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3" name="Line 1327">
            <a:extLst>
              <a:ext uri="{FF2B5EF4-FFF2-40B4-BE49-F238E27FC236}">
                <a16:creationId xmlns:a16="http://schemas.microsoft.com/office/drawing/2014/main" id="{9C6317B1-A079-DE74-05E2-60C86818C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113" y="2898776"/>
            <a:ext cx="476250" cy="4619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4" name="Line 1328">
            <a:extLst>
              <a:ext uri="{FF2B5EF4-FFF2-40B4-BE49-F238E27FC236}">
                <a16:creationId xmlns:a16="http://schemas.microsoft.com/office/drawing/2014/main" id="{23AE85E0-13FA-E08A-5F71-DC54DBE1F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1414463"/>
            <a:ext cx="422275" cy="419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5" name="Line 1329">
            <a:extLst>
              <a:ext uri="{FF2B5EF4-FFF2-40B4-BE49-F238E27FC236}">
                <a16:creationId xmlns:a16="http://schemas.microsoft.com/office/drawing/2014/main" id="{F4FC3206-4BB1-8A6E-3F94-69B4F0DDC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4075" y="1068388"/>
            <a:ext cx="93663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6" name="Line 1330">
            <a:extLst>
              <a:ext uri="{FF2B5EF4-FFF2-40B4-BE49-F238E27FC236}">
                <a16:creationId xmlns:a16="http://schemas.microsoft.com/office/drawing/2014/main" id="{AD83B76A-EFF9-77FC-6BFE-39FBDB293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475" y="214313"/>
            <a:ext cx="114300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7" name="Line 1331">
            <a:extLst>
              <a:ext uri="{FF2B5EF4-FFF2-40B4-BE49-F238E27FC236}">
                <a16:creationId xmlns:a16="http://schemas.microsoft.com/office/drawing/2014/main" id="{A0DB38EE-6D22-49A2-8522-288558B09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8" y="1662113"/>
            <a:ext cx="136525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8" name="Line 1332">
            <a:extLst>
              <a:ext uri="{FF2B5EF4-FFF2-40B4-BE49-F238E27FC236}">
                <a16:creationId xmlns:a16="http://schemas.microsoft.com/office/drawing/2014/main" id="{A102B3A0-443A-4179-6F0C-E86EDC15A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749426"/>
            <a:ext cx="433388" cy="325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9" name="Line 1333">
            <a:extLst>
              <a:ext uri="{FF2B5EF4-FFF2-40B4-BE49-F238E27FC236}">
                <a16:creationId xmlns:a16="http://schemas.microsoft.com/office/drawing/2014/main" id="{5E6A9F21-0A38-792A-3532-51E6150F40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3238" y="1144588"/>
            <a:ext cx="242888" cy="436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0" name="Line 1334">
            <a:extLst>
              <a:ext uri="{FF2B5EF4-FFF2-40B4-BE49-F238E27FC236}">
                <a16:creationId xmlns:a16="http://schemas.microsoft.com/office/drawing/2014/main" id="{224059F8-71AD-ABEC-FB17-F3E9A7D98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211388"/>
            <a:ext cx="209550" cy="169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1" name="Line 1335">
            <a:extLst>
              <a:ext uri="{FF2B5EF4-FFF2-40B4-BE49-F238E27FC236}">
                <a16:creationId xmlns:a16="http://schemas.microsoft.com/office/drawing/2014/main" id="{CD4A4BEF-B010-5975-20F3-98C29A7CF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5275" y="322263"/>
            <a:ext cx="366713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2" name="Line 1336">
            <a:extLst>
              <a:ext uri="{FF2B5EF4-FFF2-40B4-BE49-F238E27FC236}">
                <a16:creationId xmlns:a16="http://schemas.microsoft.com/office/drawing/2014/main" id="{6AA8BFBC-B97F-07E5-DD0A-10E35E97C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8850" y="1371601"/>
            <a:ext cx="501650" cy="434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3" name="Line 1337">
            <a:extLst>
              <a:ext uri="{FF2B5EF4-FFF2-40B4-BE49-F238E27FC236}">
                <a16:creationId xmlns:a16="http://schemas.microsoft.com/office/drawing/2014/main" id="{0994C48F-EAF0-856B-5B74-29019C22B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813" y="2366963"/>
            <a:ext cx="165100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4" name="Line 1338">
            <a:extLst>
              <a:ext uri="{FF2B5EF4-FFF2-40B4-BE49-F238E27FC236}">
                <a16:creationId xmlns:a16="http://schemas.microsoft.com/office/drawing/2014/main" id="{6F4B7990-95D6-1D51-04AD-E65F6F879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4225" y="1381126"/>
            <a:ext cx="93663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5" name="Line 1339">
            <a:extLst>
              <a:ext uri="{FF2B5EF4-FFF2-40B4-BE49-F238E27FC236}">
                <a16:creationId xmlns:a16="http://schemas.microsoft.com/office/drawing/2014/main" id="{8ED6CFE7-B4D8-10ED-5299-F90B74632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2462213"/>
            <a:ext cx="546100" cy="488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6" name="Line 1340">
            <a:extLst>
              <a:ext uri="{FF2B5EF4-FFF2-40B4-BE49-F238E27FC236}">
                <a16:creationId xmlns:a16="http://schemas.microsoft.com/office/drawing/2014/main" id="{A40D5A2D-1C94-C453-D7FD-C89B4DE94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4475" y="3365501"/>
            <a:ext cx="26988" cy="25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7" name="Line 1341">
            <a:extLst>
              <a:ext uri="{FF2B5EF4-FFF2-40B4-BE49-F238E27FC236}">
                <a16:creationId xmlns:a16="http://schemas.microsoft.com/office/drawing/2014/main" id="{D519DE38-EB1E-83BC-FA0D-7B0ED517B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3013" y="1106488"/>
            <a:ext cx="233363" cy="260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8" name="Line 1342">
            <a:extLst>
              <a:ext uri="{FF2B5EF4-FFF2-40B4-BE49-F238E27FC236}">
                <a16:creationId xmlns:a16="http://schemas.microsoft.com/office/drawing/2014/main" id="{56E947E9-5257-8F9A-02EC-3DCB10F73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138" y="2981326"/>
            <a:ext cx="6985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9" name="Line 1343">
            <a:extLst>
              <a:ext uri="{FF2B5EF4-FFF2-40B4-BE49-F238E27FC236}">
                <a16:creationId xmlns:a16="http://schemas.microsoft.com/office/drawing/2014/main" id="{DF0265AC-8738-0E7D-95CE-CD4F6C02A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738438"/>
            <a:ext cx="258763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0" name="Line 1344">
            <a:extLst>
              <a:ext uri="{FF2B5EF4-FFF2-40B4-BE49-F238E27FC236}">
                <a16:creationId xmlns:a16="http://schemas.microsoft.com/office/drawing/2014/main" id="{2AAA6127-6CCB-C0D4-E6E4-636D4BE01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860676"/>
            <a:ext cx="80963" cy="112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1" name="Line 1345">
            <a:extLst>
              <a:ext uri="{FF2B5EF4-FFF2-40B4-BE49-F238E27FC236}">
                <a16:creationId xmlns:a16="http://schemas.microsoft.com/office/drawing/2014/main" id="{FA5A0FA8-278D-2E70-DB37-D4FA6EC47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8513" y="744538"/>
            <a:ext cx="80963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2" name="Line 1346">
            <a:extLst>
              <a:ext uri="{FF2B5EF4-FFF2-40B4-BE49-F238E27FC236}">
                <a16:creationId xmlns:a16="http://schemas.microsoft.com/office/drawing/2014/main" id="{C9841B59-A482-EC1A-AD64-FE2FB6E91E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060701"/>
            <a:ext cx="12700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3" name="Line 1347">
            <a:extLst>
              <a:ext uri="{FF2B5EF4-FFF2-40B4-BE49-F238E27FC236}">
                <a16:creationId xmlns:a16="http://schemas.microsoft.com/office/drawing/2014/main" id="{40FC15B1-939E-9625-817D-2D13A6364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76226"/>
            <a:ext cx="39688" cy="38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4" name="Line 1348">
            <a:extLst>
              <a:ext uri="{FF2B5EF4-FFF2-40B4-BE49-F238E27FC236}">
                <a16:creationId xmlns:a16="http://schemas.microsoft.com/office/drawing/2014/main" id="{20960D58-3291-9C13-6B54-FB57D92F0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352676"/>
            <a:ext cx="15875" cy="20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5" name="Line 1349">
            <a:extLst>
              <a:ext uri="{FF2B5EF4-FFF2-40B4-BE49-F238E27FC236}">
                <a16:creationId xmlns:a16="http://schemas.microsoft.com/office/drawing/2014/main" id="{7FAFC4DE-0FED-1A82-F92B-EB4FE970E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230438"/>
            <a:ext cx="388938" cy="327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6" name="Line 1350">
            <a:extLst>
              <a:ext uri="{FF2B5EF4-FFF2-40B4-BE49-F238E27FC236}">
                <a16:creationId xmlns:a16="http://schemas.microsoft.com/office/drawing/2014/main" id="{D7CE6677-2235-3CB8-77DC-D4FB8E72E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075" y="2327276"/>
            <a:ext cx="169863" cy="198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7" name="Line 1351">
            <a:extLst>
              <a:ext uri="{FF2B5EF4-FFF2-40B4-BE49-F238E27FC236}">
                <a16:creationId xmlns:a16="http://schemas.microsoft.com/office/drawing/2014/main" id="{95B874C8-63C8-AB1B-B503-5B51648BE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2138" y="2597151"/>
            <a:ext cx="171450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8" name="Line 1352">
            <a:extLst>
              <a:ext uri="{FF2B5EF4-FFF2-40B4-BE49-F238E27FC236}">
                <a16:creationId xmlns:a16="http://schemas.microsoft.com/office/drawing/2014/main" id="{F9B85FA7-A276-1640-B31E-84445D5C6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9875" y="2057401"/>
            <a:ext cx="265113" cy="257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9" name="Line 1353">
            <a:extLst>
              <a:ext uri="{FF2B5EF4-FFF2-40B4-BE49-F238E27FC236}">
                <a16:creationId xmlns:a16="http://schemas.microsoft.com/office/drawing/2014/main" id="{757041FE-B5DD-F3BC-D29C-514ADA7F5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475" y="2622551"/>
            <a:ext cx="36513" cy="28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0" name="Line 1354">
            <a:extLst>
              <a:ext uri="{FF2B5EF4-FFF2-40B4-BE49-F238E27FC236}">
                <a16:creationId xmlns:a16="http://schemas.microsoft.com/office/drawing/2014/main" id="{A68A87AE-9930-A4BD-E6EF-FD855349D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213" y="979488"/>
            <a:ext cx="76200" cy="76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1" name="Line 1355">
            <a:extLst>
              <a:ext uri="{FF2B5EF4-FFF2-40B4-BE49-F238E27FC236}">
                <a16:creationId xmlns:a16="http://schemas.microsoft.com/office/drawing/2014/main" id="{70968C49-9E1A-9742-1382-036D09C64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7513" y="1470026"/>
            <a:ext cx="117475" cy="120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2" name="Line 1356">
            <a:extLst>
              <a:ext uri="{FF2B5EF4-FFF2-40B4-BE49-F238E27FC236}">
                <a16:creationId xmlns:a16="http://schemas.microsoft.com/office/drawing/2014/main" id="{455B36B3-5859-A38A-8BF1-B0CA2AB97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413" y="2333626"/>
            <a:ext cx="282575" cy="265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3" name="Line 1357">
            <a:extLst>
              <a:ext uri="{FF2B5EF4-FFF2-40B4-BE49-F238E27FC236}">
                <a16:creationId xmlns:a16="http://schemas.microsoft.com/office/drawing/2014/main" id="{C957F919-CD6E-286E-8D39-42DBBDC75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3075" y="3265488"/>
            <a:ext cx="61913" cy="57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4" name="Line 1358">
            <a:extLst>
              <a:ext uri="{FF2B5EF4-FFF2-40B4-BE49-F238E27FC236}">
                <a16:creationId xmlns:a16="http://schemas.microsoft.com/office/drawing/2014/main" id="{E49B2C4F-3336-A75D-AA05-192A1522BA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3332163"/>
            <a:ext cx="57150" cy="58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5" name="Line 1359">
            <a:extLst>
              <a:ext uri="{FF2B5EF4-FFF2-40B4-BE49-F238E27FC236}">
                <a16:creationId xmlns:a16="http://schemas.microsoft.com/office/drawing/2014/main" id="{A10D7747-4C3A-BCF9-FBAF-B23882908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575" y="750888"/>
            <a:ext cx="214313" cy="250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6" name="Line 1360">
            <a:extLst>
              <a:ext uri="{FF2B5EF4-FFF2-40B4-BE49-F238E27FC236}">
                <a16:creationId xmlns:a16="http://schemas.microsoft.com/office/drawing/2014/main" id="{A1FFF867-FAF9-DCBA-214B-F77ACDC54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2127251"/>
            <a:ext cx="231775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7" name="Line 1361">
            <a:extLst>
              <a:ext uri="{FF2B5EF4-FFF2-40B4-BE49-F238E27FC236}">
                <a16:creationId xmlns:a16="http://schemas.microsoft.com/office/drawing/2014/main" id="{449B138A-5BE1-E4BF-A902-81FC9FB66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2750" y="2794001"/>
            <a:ext cx="590550" cy="4333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8" name="Line 1362">
            <a:extLst>
              <a:ext uri="{FF2B5EF4-FFF2-40B4-BE49-F238E27FC236}">
                <a16:creationId xmlns:a16="http://schemas.microsoft.com/office/drawing/2014/main" id="{B611A3E8-3022-68EE-AE90-C41B09EFC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9988" y="2611438"/>
            <a:ext cx="95250" cy="131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9" name="Line 1363">
            <a:extLst>
              <a:ext uri="{FF2B5EF4-FFF2-40B4-BE49-F238E27FC236}">
                <a16:creationId xmlns:a16="http://schemas.microsoft.com/office/drawing/2014/main" id="{F82EC6BB-B08A-1C92-6E51-720A475D6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6838" y="2514601"/>
            <a:ext cx="98425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0" name="Line 1364">
            <a:extLst>
              <a:ext uri="{FF2B5EF4-FFF2-40B4-BE49-F238E27FC236}">
                <a16:creationId xmlns:a16="http://schemas.microsoft.com/office/drawing/2014/main" id="{C226236F-C77C-8B6F-99B0-6E21C9FB2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0213" y="2978151"/>
            <a:ext cx="104775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1" name="Line 1365">
            <a:extLst>
              <a:ext uri="{FF2B5EF4-FFF2-40B4-BE49-F238E27FC236}">
                <a16:creationId xmlns:a16="http://schemas.microsoft.com/office/drawing/2014/main" id="{28EFF3A2-A5D2-1AF5-DD12-7B291A05C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0" y="1400176"/>
            <a:ext cx="152400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" name="Line 1366">
            <a:extLst>
              <a:ext uri="{FF2B5EF4-FFF2-40B4-BE49-F238E27FC236}">
                <a16:creationId xmlns:a16="http://schemas.microsoft.com/office/drawing/2014/main" id="{4CB093A1-B7A7-0FF1-5CA0-D0F5A3FFD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7275" y="3348038"/>
            <a:ext cx="31750" cy="42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" name="Line 1367">
            <a:extLst>
              <a:ext uri="{FF2B5EF4-FFF2-40B4-BE49-F238E27FC236}">
                <a16:creationId xmlns:a16="http://schemas.microsoft.com/office/drawing/2014/main" id="{0965298E-BB2E-DB01-A5D6-07512E7D9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538" y="1698626"/>
            <a:ext cx="142875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4" name="Line 1368">
            <a:extLst>
              <a:ext uri="{FF2B5EF4-FFF2-40B4-BE49-F238E27FC236}">
                <a16:creationId xmlns:a16="http://schemas.microsoft.com/office/drawing/2014/main" id="{9320BCFF-DAA9-8365-5041-047BC64B9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14313"/>
            <a:ext cx="180975" cy="212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5" name="Line 1369">
            <a:extLst>
              <a:ext uri="{FF2B5EF4-FFF2-40B4-BE49-F238E27FC236}">
                <a16:creationId xmlns:a16="http://schemas.microsoft.com/office/drawing/2014/main" id="{C42FA12E-D2F3-DD75-68E7-1354DD230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5725" y="2724151"/>
            <a:ext cx="419100" cy="374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6" name="Line 1370">
            <a:extLst>
              <a:ext uri="{FF2B5EF4-FFF2-40B4-BE49-F238E27FC236}">
                <a16:creationId xmlns:a16="http://schemas.microsoft.com/office/drawing/2014/main" id="{FCD393BC-5722-D311-00EF-0A71A54C7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2760663"/>
            <a:ext cx="312738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7" name="Line 1371">
            <a:extLst>
              <a:ext uri="{FF2B5EF4-FFF2-40B4-BE49-F238E27FC236}">
                <a16:creationId xmlns:a16="http://schemas.microsoft.com/office/drawing/2014/main" id="{2E9F92E1-138A-BFD4-C582-10D326CBD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3" y="214313"/>
            <a:ext cx="158750" cy="146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8" name="Line 1372">
            <a:extLst>
              <a:ext uri="{FF2B5EF4-FFF2-40B4-BE49-F238E27FC236}">
                <a16:creationId xmlns:a16="http://schemas.microsoft.com/office/drawing/2014/main" id="{3D7F6A31-D706-62C4-5338-C098C5DBA1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4275" y="2363788"/>
            <a:ext cx="484188" cy="5492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9" name="Line 1373">
            <a:extLst>
              <a:ext uri="{FF2B5EF4-FFF2-40B4-BE49-F238E27FC236}">
                <a16:creationId xmlns:a16="http://schemas.microsoft.com/office/drawing/2014/main" id="{9ED36996-2965-F0FF-6823-249375851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5788" y="1392238"/>
            <a:ext cx="515938" cy="519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0" name="Line 1374">
            <a:extLst>
              <a:ext uri="{FF2B5EF4-FFF2-40B4-BE49-F238E27FC236}">
                <a16:creationId xmlns:a16="http://schemas.microsoft.com/office/drawing/2014/main" id="{2453E857-1DF2-B978-59B3-80AD4E9F1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5" y="2806701"/>
            <a:ext cx="201613" cy="114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1" name="Line 1375">
            <a:extLst>
              <a:ext uri="{FF2B5EF4-FFF2-40B4-BE49-F238E27FC236}">
                <a16:creationId xmlns:a16="http://schemas.microsoft.com/office/drawing/2014/main" id="{01722042-4853-332D-4DD7-9082DC7E1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750" y="2189163"/>
            <a:ext cx="180975" cy="165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2" name="Line 1376">
            <a:extLst>
              <a:ext uri="{FF2B5EF4-FFF2-40B4-BE49-F238E27FC236}">
                <a16:creationId xmlns:a16="http://schemas.microsoft.com/office/drawing/2014/main" id="{FBA7A74E-D4C0-A457-1D28-B8B2297CE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7763" y="1531938"/>
            <a:ext cx="555625" cy="298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3" name="Line 1377">
            <a:extLst>
              <a:ext uri="{FF2B5EF4-FFF2-40B4-BE49-F238E27FC236}">
                <a16:creationId xmlns:a16="http://schemas.microsoft.com/office/drawing/2014/main" id="{8529F05C-7BCE-03EF-E933-41A4AB9A9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4075" y="2198688"/>
            <a:ext cx="236538" cy="344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4" name="Line 1378">
            <a:extLst>
              <a:ext uri="{FF2B5EF4-FFF2-40B4-BE49-F238E27FC236}">
                <a16:creationId xmlns:a16="http://schemas.microsoft.com/office/drawing/2014/main" id="{CD1D2FAE-77AC-A406-B1ED-98DA15881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238" y="1238251"/>
            <a:ext cx="144463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5" name="Line 1379">
            <a:extLst>
              <a:ext uri="{FF2B5EF4-FFF2-40B4-BE49-F238E27FC236}">
                <a16:creationId xmlns:a16="http://schemas.microsoft.com/office/drawing/2014/main" id="{DB8EA704-BA31-1315-0283-47BB15336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5425" y="1063626"/>
            <a:ext cx="220663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6" name="Line 1380">
            <a:extLst>
              <a:ext uri="{FF2B5EF4-FFF2-40B4-BE49-F238E27FC236}">
                <a16:creationId xmlns:a16="http://schemas.microsoft.com/office/drawing/2014/main" id="{F401CC74-A60E-BD25-0611-8784F4669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3725" y="2368551"/>
            <a:ext cx="212725" cy="227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7" name="Line 1381">
            <a:extLst>
              <a:ext uri="{FF2B5EF4-FFF2-40B4-BE49-F238E27FC236}">
                <a16:creationId xmlns:a16="http://schemas.microsoft.com/office/drawing/2014/main" id="{A028F5E6-98F9-2BD2-BD2F-022B97585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6450" y="2490788"/>
            <a:ext cx="539750" cy="495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8" name="Line 1382">
            <a:extLst>
              <a:ext uri="{FF2B5EF4-FFF2-40B4-BE49-F238E27FC236}">
                <a16:creationId xmlns:a16="http://schemas.microsoft.com/office/drawing/2014/main" id="{C90143F9-BB0B-66C3-4AA9-97C23A837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7400" y="1177926"/>
            <a:ext cx="322263" cy="303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9" name="Line 1383">
            <a:extLst>
              <a:ext uri="{FF2B5EF4-FFF2-40B4-BE49-F238E27FC236}">
                <a16:creationId xmlns:a16="http://schemas.microsoft.com/office/drawing/2014/main" id="{EDCE1136-EE3F-B9E0-F865-5F571CE9D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4475" y="1562101"/>
            <a:ext cx="290513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0" name="Line 1384">
            <a:extLst>
              <a:ext uri="{FF2B5EF4-FFF2-40B4-BE49-F238E27FC236}">
                <a16:creationId xmlns:a16="http://schemas.microsoft.com/office/drawing/2014/main" id="{79439402-8F1F-E99C-833D-DE8CCF675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0813" y="1604963"/>
            <a:ext cx="161925" cy="287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1" name="Line 1385">
            <a:extLst>
              <a:ext uri="{FF2B5EF4-FFF2-40B4-BE49-F238E27FC236}">
                <a16:creationId xmlns:a16="http://schemas.microsoft.com/office/drawing/2014/main" id="{C3330293-0136-FB80-778D-8003C1D86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9525" y="1490663"/>
            <a:ext cx="68263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2" name="Line 1386">
            <a:extLst>
              <a:ext uri="{FF2B5EF4-FFF2-40B4-BE49-F238E27FC236}">
                <a16:creationId xmlns:a16="http://schemas.microsoft.com/office/drawing/2014/main" id="{DA02AFAF-DA30-6C7F-3807-A511416D4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8725" y="2968626"/>
            <a:ext cx="188913" cy="225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3" name="Line 1387">
            <a:extLst>
              <a:ext uri="{FF2B5EF4-FFF2-40B4-BE49-F238E27FC236}">
                <a16:creationId xmlns:a16="http://schemas.microsoft.com/office/drawing/2014/main" id="{249210DA-C152-E0E0-A16F-5B5043137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174876"/>
            <a:ext cx="6350" cy="47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4" name="Line 1388">
            <a:extLst>
              <a:ext uri="{FF2B5EF4-FFF2-40B4-BE49-F238E27FC236}">
                <a16:creationId xmlns:a16="http://schemas.microsoft.com/office/drawing/2014/main" id="{D530B1A8-1553-39FE-9F72-6CD5787A5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749426"/>
            <a:ext cx="165100" cy="200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5" name="Line 1389">
            <a:extLst>
              <a:ext uri="{FF2B5EF4-FFF2-40B4-BE49-F238E27FC236}">
                <a16:creationId xmlns:a16="http://schemas.microsoft.com/office/drawing/2014/main" id="{2BE919FD-2184-402F-ED03-A5109B885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3" y="2882901"/>
            <a:ext cx="73025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6" name="Line 1390">
            <a:extLst>
              <a:ext uri="{FF2B5EF4-FFF2-40B4-BE49-F238E27FC236}">
                <a16:creationId xmlns:a16="http://schemas.microsoft.com/office/drawing/2014/main" id="{E14DB3DC-A9DB-2C6B-8283-1C819A808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5138" y="214313"/>
            <a:ext cx="100013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7" name="Line 1391">
            <a:extLst>
              <a:ext uri="{FF2B5EF4-FFF2-40B4-BE49-F238E27FC236}">
                <a16:creationId xmlns:a16="http://schemas.microsoft.com/office/drawing/2014/main" id="{8C30B419-29F5-5A7F-B315-CFC08AEA1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1538" y="2743201"/>
            <a:ext cx="125413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8" name="Line 1392">
            <a:extLst>
              <a:ext uri="{FF2B5EF4-FFF2-40B4-BE49-F238E27FC236}">
                <a16:creationId xmlns:a16="http://schemas.microsoft.com/office/drawing/2014/main" id="{2F472523-E6F0-6E5B-786C-E9B02FC6F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9638" y="493713"/>
            <a:ext cx="252413" cy="273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9" name="Line 1393">
            <a:extLst>
              <a:ext uri="{FF2B5EF4-FFF2-40B4-BE49-F238E27FC236}">
                <a16:creationId xmlns:a16="http://schemas.microsoft.com/office/drawing/2014/main" id="{D8ED4B2F-FE9E-B503-BCDA-3B345B422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9588" y="2389188"/>
            <a:ext cx="379413" cy="460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0" name="Line 1394">
            <a:extLst>
              <a:ext uri="{FF2B5EF4-FFF2-40B4-BE49-F238E27FC236}">
                <a16:creationId xmlns:a16="http://schemas.microsoft.com/office/drawing/2014/main" id="{4DD77ABE-0938-FBFE-0DF4-4083F8CB0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832101"/>
            <a:ext cx="17463" cy="15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1" name="Line 1395">
            <a:extLst>
              <a:ext uri="{FF2B5EF4-FFF2-40B4-BE49-F238E27FC236}">
                <a16:creationId xmlns:a16="http://schemas.microsoft.com/office/drawing/2014/main" id="{479D8AD7-405A-305F-639F-BF6FB0860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214313"/>
            <a:ext cx="134938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2" name="Line 1396">
            <a:extLst>
              <a:ext uri="{FF2B5EF4-FFF2-40B4-BE49-F238E27FC236}">
                <a16:creationId xmlns:a16="http://schemas.microsoft.com/office/drawing/2014/main" id="{5F30B79B-C052-68C4-BA29-92C0F61B8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044701"/>
            <a:ext cx="98425" cy="698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3" name="Line 1397">
            <a:extLst>
              <a:ext uri="{FF2B5EF4-FFF2-40B4-BE49-F238E27FC236}">
                <a16:creationId xmlns:a16="http://schemas.microsoft.com/office/drawing/2014/main" id="{00B0B59E-F8DE-A179-A72E-564B753CA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352801"/>
            <a:ext cx="36513" cy="381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4" name="Line 1398">
            <a:extLst>
              <a:ext uri="{FF2B5EF4-FFF2-40B4-BE49-F238E27FC236}">
                <a16:creationId xmlns:a16="http://schemas.microsoft.com/office/drawing/2014/main" id="{A9CF92A2-D6F0-9DB4-4EE3-16D2DFB8D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2089151"/>
            <a:ext cx="300038" cy="290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5" name="Line 1399">
            <a:extLst>
              <a:ext uri="{FF2B5EF4-FFF2-40B4-BE49-F238E27FC236}">
                <a16:creationId xmlns:a16="http://schemas.microsoft.com/office/drawing/2014/main" id="{9B654658-B6D7-ACBB-8A66-578A06B4EC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363538"/>
            <a:ext cx="514350" cy="569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6" name="Line 1400">
            <a:extLst>
              <a:ext uri="{FF2B5EF4-FFF2-40B4-BE49-F238E27FC236}">
                <a16:creationId xmlns:a16="http://schemas.microsoft.com/office/drawing/2014/main" id="{E426D5FC-89A7-C052-909E-3E5CE8893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7488" y="381001"/>
            <a:ext cx="127000" cy="1460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7" name="Line 1401">
            <a:extLst>
              <a:ext uri="{FF2B5EF4-FFF2-40B4-BE49-F238E27FC236}">
                <a16:creationId xmlns:a16="http://schemas.microsoft.com/office/drawing/2014/main" id="{7198923A-6F8E-B112-F67E-CEC5B45FD7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675" y="3109913"/>
            <a:ext cx="106363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8" name="Line 1402">
            <a:extLst>
              <a:ext uri="{FF2B5EF4-FFF2-40B4-BE49-F238E27FC236}">
                <a16:creationId xmlns:a16="http://schemas.microsoft.com/office/drawing/2014/main" id="{8E61A5A3-2576-BFFF-5BD4-938140E91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3363" y="2132013"/>
            <a:ext cx="301625" cy="247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9" name="Line 1403">
            <a:extLst>
              <a:ext uri="{FF2B5EF4-FFF2-40B4-BE49-F238E27FC236}">
                <a16:creationId xmlns:a16="http://schemas.microsoft.com/office/drawing/2014/main" id="{9F0F4E83-F656-8805-77CA-8F673C066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2575" y="214313"/>
            <a:ext cx="50800" cy="60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0" name="Line 1404">
            <a:extLst>
              <a:ext uri="{FF2B5EF4-FFF2-40B4-BE49-F238E27FC236}">
                <a16:creationId xmlns:a16="http://schemas.microsoft.com/office/drawing/2014/main" id="{092B405D-56E6-42B3-0617-69C54B5D4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1513" y="2679701"/>
            <a:ext cx="109538" cy="158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1" name="Line 1405">
            <a:extLst>
              <a:ext uri="{FF2B5EF4-FFF2-40B4-BE49-F238E27FC236}">
                <a16:creationId xmlns:a16="http://schemas.microsoft.com/office/drawing/2014/main" id="{0211CD3D-8C83-BCA0-A486-FD5363C70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0525" y="3294063"/>
            <a:ext cx="92075" cy="968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2" name="Line 1406">
            <a:extLst>
              <a:ext uri="{FF2B5EF4-FFF2-40B4-BE49-F238E27FC236}">
                <a16:creationId xmlns:a16="http://schemas.microsoft.com/office/drawing/2014/main" id="{282386AD-B955-D55A-1DBD-21F6293FF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213" y="3132138"/>
            <a:ext cx="261938" cy="2301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3" name="Line 1407">
            <a:extLst>
              <a:ext uri="{FF2B5EF4-FFF2-40B4-BE49-F238E27FC236}">
                <a16:creationId xmlns:a16="http://schemas.microsoft.com/office/drawing/2014/main" id="{11EC5543-CEF6-6346-8568-672FB5854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425" y="693738"/>
            <a:ext cx="420688" cy="468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4" name="Line 1408">
            <a:extLst>
              <a:ext uri="{FF2B5EF4-FFF2-40B4-BE49-F238E27FC236}">
                <a16:creationId xmlns:a16="http://schemas.microsoft.com/office/drawing/2014/main" id="{0E5810E7-36A4-5969-CC5A-C2AE6F0EE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1074738"/>
            <a:ext cx="142875" cy="952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5" name="Line 1409">
            <a:extLst>
              <a:ext uri="{FF2B5EF4-FFF2-40B4-BE49-F238E27FC236}">
                <a16:creationId xmlns:a16="http://schemas.microsoft.com/office/drawing/2014/main" id="{DF8B9F5C-9BA1-E548-6069-5174A6609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133601"/>
            <a:ext cx="120650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6" name="Line 1410">
            <a:extLst>
              <a:ext uri="{FF2B5EF4-FFF2-40B4-BE49-F238E27FC236}">
                <a16:creationId xmlns:a16="http://schemas.microsoft.com/office/drawing/2014/main" id="{810CA445-5BD6-038F-4B91-73163A975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5713" y="2613026"/>
            <a:ext cx="128588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" name="Line 1412">
            <a:extLst>
              <a:ext uri="{FF2B5EF4-FFF2-40B4-BE49-F238E27FC236}">
                <a16:creationId xmlns:a16="http://schemas.microsoft.com/office/drawing/2014/main" id="{AEBF58D6-8FCF-072B-FFFA-15460C59C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8688" y="1119188"/>
            <a:ext cx="473075" cy="465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" name="Line 1413">
            <a:extLst>
              <a:ext uri="{FF2B5EF4-FFF2-40B4-BE49-F238E27FC236}">
                <a16:creationId xmlns:a16="http://schemas.microsoft.com/office/drawing/2014/main" id="{6AD53A4B-C60B-E24D-12D6-B88295573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188" y="2797176"/>
            <a:ext cx="241300" cy="4381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" name="Line 1414">
            <a:extLst>
              <a:ext uri="{FF2B5EF4-FFF2-40B4-BE49-F238E27FC236}">
                <a16:creationId xmlns:a16="http://schemas.microsoft.com/office/drawing/2014/main" id="{38DB1E2D-5C21-E112-F018-6FFE87006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6225" y="1233488"/>
            <a:ext cx="417513" cy="376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" name="Line 1415">
            <a:extLst>
              <a:ext uri="{FF2B5EF4-FFF2-40B4-BE49-F238E27FC236}">
                <a16:creationId xmlns:a16="http://schemas.microsoft.com/office/drawing/2014/main" id="{C4D058DD-D8F4-A2C6-3F65-35DB155361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2684463"/>
            <a:ext cx="115888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" name="Line 1416">
            <a:extLst>
              <a:ext uri="{FF2B5EF4-FFF2-40B4-BE49-F238E27FC236}">
                <a16:creationId xmlns:a16="http://schemas.microsoft.com/office/drawing/2014/main" id="{492D6AD3-2398-F8A4-1144-87349FC40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505076"/>
            <a:ext cx="346075" cy="442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" name="Line 1417">
            <a:extLst>
              <a:ext uri="{FF2B5EF4-FFF2-40B4-BE49-F238E27FC236}">
                <a16:creationId xmlns:a16="http://schemas.microsoft.com/office/drawing/2014/main" id="{B3D08B4C-A48D-C866-ED56-69DB9C199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157413"/>
            <a:ext cx="165100" cy="158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" name="Line 1418">
            <a:extLst>
              <a:ext uri="{FF2B5EF4-FFF2-40B4-BE49-F238E27FC236}">
                <a16:creationId xmlns:a16="http://schemas.microsoft.com/office/drawing/2014/main" id="{80358AC6-39B0-8FBD-3674-197ACF5EE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6338" y="2017713"/>
            <a:ext cx="90488" cy="100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" name="Line 1419">
            <a:extLst>
              <a:ext uri="{FF2B5EF4-FFF2-40B4-BE49-F238E27FC236}">
                <a16:creationId xmlns:a16="http://schemas.microsoft.com/office/drawing/2014/main" id="{B74CFFA5-1CFE-C36C-96D3-B845255FD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175" y="3035301"/>
            <a:ext cx="150813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" name="Line 1420">
            <a:extLst>
              <a:ext uri="{FF2B5EF4-FFF2-40B4-BE49-F238E27FC236}">
                <a16:creationId xmlns:a16="http://schemas.microsoft.com/office/drawing/2014/main" id="{7EB45E97-D8E7-C7E3-1885-80B9AC89C0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2413" y="1287463"/>
            <a:ext cx="187325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" name="Line 1421">
            <a:extLst>
              <a:ext uri="{FF2B5EF4-FFF2-40B4-BE49-F238E27FC236}">
                <a16:creationId xmlns:a16="http://schemas.microsoft.com/office/drawing/2014/main" id="{1D582052-51B9-F843-2BB0-898E054DC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304926"/>
            <a:ext cx="179388" cy="163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" name="Line 1422">
            <a:extLst>
              <a:ext uri="{FF2B5EF4-FFF2-40B4-BE49-F238E27FC236}">
                <a16:creationId xmlns:a16="http://schemas.microsoft.com/office/drawing/2014/main" id="{EEC5856B-291E-2CB1-3B88-B4C022156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8" y="2159001"/>
            <a:ext cx="263525" cy="325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" name="Line 1423">
            <a:extLst>
              <a:ext uri="{FF2B5EF4-FFF2-40B4-BE49-F238E27FC236}">
                <a16:creationId xmlns:a16="http://schemas.microsoft.com/office/drawing/2014/main" id="{C165B227-CE3B-7E61-F064-FFD2E6F52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5488" y="2617788"/>
            <a:ext cx="88900" cy="112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" name="Line 1424">
            <a:extLst>
              <a:ext uri="{FF2B5EF4-FFF2-40B4-BE49-F238E27FC236}">
                <a16:creationId xmlns:a16="http://schemas.microsoft.com/office/drawing/2014/main" id="{71CF7352-09A1-7886-267A-EE76FD086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420938"/>
            <a:ext cx="41275" cy="55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" name="Line 1425">
            <a:extLst>
              <a:ext uri="{FF2B5EF4-FFF2-40B4-BE49-F238E27FC236}">
                <a16:creationId xmlns:a16="http://schemas.microsoft.com/office/drawing/2014/main" id="{CC5828C9-146E-84CB-1686-998940E0E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7113" y="3170238"/>
            <a:ext cx="66675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" name="Line 1426">
            <a:extLst>
              <a:ext uri="{FF2B5EF4-FFF2-40B4-BE49-F238E27FC236}">
                <a16:creationId xmlns:a16="http://schemas.microsoft.com/office/drawing/2014/main" id="{63CDE396-6A69-258A-F070-315D5A9DE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1913" y="2976563"/>
            <a:ext cx="188913" cy="1809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" name="Line 1427">
            <a:extLst>
              <a:ext uri="{FF2B5EF4-FFF2-40B4-BE49-F238E27FC236}">
                <a16:creationId xmlns:a16="http://schemas.microsoft.com/office/drawing/2014/main" id="{33069BEA-B4D7-46DC-C1C0-E8EA6F9CF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8638" y="2774951"/>
            <a:ext cx="269875" cy="2238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" name="Line 1428">
            <a:extLst>
              <a:ext uri="{FF2B5EF4-FFF2-40B4-BE49-F238E27FC236}">
                <a16:creationId xmlns:a16="http://schemas.microsoft.com/office/drawing/2014/main" id="{C1BE61E1-799D-E029-BF23-78E0B09C0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434976"/>
            <a:ext cx="277813" cy="284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" name="Line 1429">
            <a:extLst>
              <a:ext uri="{FF2B5EF4-FFF2-40B4-BE49-F238E27FC236}">
                <a16:creationId xmlns:a16="http://schemas.microsoft.com/office/drawing/2014/main" id="{86264CAF-F2F7-1081-3351-EA6A7E67F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436563"/>
            <a:ext cx="180975" cy="185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" name="Line 1430">
            <a:extLst>
              <a:ext uri="{FF2B5EF4-FFF2-40B4-BE49-F238E27FC236}">
                <a16:creationId xmlns:a16="http://schemas.microsoft.com/office/drawing/2014/main" id="{89784E81-458B-A4B0-8730-2C6AFDAFA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2981326"/>
            <a:ext cx="427038" cy="409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6" name="Line 1431">
            <a:extLst>
              <a:ext uri="{FF2B5EF4-FFF2-40B4-BE49-F238E27FC236}">
                <a16:creationId xmlns:a16="http://schemas.microsoft.com/office/drawing/2014/main" id="{0A7E12AA-8DB5-4E3D-C083-A04C921DF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838" y="2862263"/>
            <a:ext cx="163513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7" name="Line 1432">
            <a:extLst>
              <a:ext uri="{FF2B5EF4-FFF2-40B4-BE49-F238E27FC236}">
                <a16:creationId xmlns:a16="http://schemas.microsoft.com/office/drawing/2014/main" id="{06B44686-92EE-F1E6-DF48-9820F66E7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041526"/>
            <a:ext cx="182563" cy="220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8" name="Line 1433">
            <a:extLst>
              <a:ext uri="{FF2B5EF4-FFF2-40B4-BE49-F238E27FC236}">
                <a16:creationId xmlns:a16="http://schemas.microsoft.com/office/drawing/2014/main" id="{E9A8C38C-5545-5A3D-C083-8A83B14CC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1538" y="214313"/>
            <a:ext cx="134938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9" name="Line 1434">
            <a:extLst>
              <a:ext uri="{FF2B5EF4-FFF2-40B4-BE49-F238E27FC236}">
                <a16:creationId xmlns:a16="http://schemas.microsoft.com/office/drawing/2014/main" id="{D4C15F37-8AFC-C889-228A-32C5C5018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975" y="731838"/>
            <a:ext cx="265113" cy="2270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0" name="Line 1435">
            <a:extLst>
              <a:ext uri="{FF2B5EF4-FFF2-40B4-BE49-F238E27FC236}">
                <a16:creationId xmlns:a16="http://schemas.microsoft.com/office/drawing/2014/main" id="{5A667BE1-C5AA-8A43-9469-8770CCB81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0988" y="623888"/>
            <a:ext cx="68263" cy="90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1" name="Line 1436">
            <a:extLst>
              <a:ext uri="{FF2B5EF4-FFF2-40B4-BE49-F238E27FC236}">
                <a16:creationId xmlns:a16="http://schemas.microsoft.com/office/drawing/2014/main" id="{CA307356-FF62-EA6B-DDB2-3CF3CCED7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1650" y="917576"/>
            <a:ext cx="96838" cy="58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2" name="Line 1437">
            <a:extLst>
              <a:ext uri="{FF2B5EF4-FFF2-40B4-BE49-F238E27FC236}">
                <a16:creationId xmlns:a16="http://schemas.microsoft.com/office/drawing/2014/main" id="{9055E24A-94D3-6548-2622-C66983041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3" y="357188"/>
            <a:ext cx="3175" cy="3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3" name="Line 1438">
            <a:extLst>
              <a:ext uri="{FF2B5EF4-FFF2-40B4-BE49-F238E27FC236}">
                <a16:creationId xmlns:a16="http://schemas.microsoft.com/office/drawing/2014/main" id="{BCF84B70-326E-7EE0-BD5E-3C01D0058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6525" y="3175001"/>
            <a:ext cx="146050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" name="Line 1439">
            <a:extLst>
              <a:ext uri="{FF2B5EF4-FFF2-40B4-BE49-F238E27FC236}">
                <a16:creationId xmlns:a16="http://schemas.microsoft.com/office/drawing/2014/main" id="{D00F8BD8-4C49-585D-B73F-0E0B6EB1F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2638" y="3105151"/>
            <a:ext cx="139700" cy="201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5" name="Line 1440">
            <a:extLst>
              <a:ext uri="{FF2B5EF4-FFF2-40B4-BE49-F238E27FC236}">
                <a16:creationId xmlns:a16="http://schemas.microsoft.com/office/drawing/2014/main" id="{6BE3A13F-107F-95DC-BFAD-9C6D402C8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813" y="1887538"/>
            <a:ext cx="503238" cy="482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6" name="Line 1441">
            <a:extLst>
              <a:ext uri="{FF2B5EF4-FFF2-40B4-BE49-F238E27FC236}">
                <a16:creationId xmlns:a16="http://schemas.microsoft.com/office/drawing/2014/main" id="{43951C9F-4173-AFF4-A62D-BD2B1EFFE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7488" y="3354388"/>
            <a:ext cx="34925" cy="36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7" name="Line 1442">
            <a:extLst>
              <a:ext uri="{FF2B5EF4-FFF2-40B4-BE49-F238E27FC236}">
                <a16:creationId xmlns:a16="http://schemas.microsoft.com/office/drawing/2014/main" id="{6253C596-53E6-94E2-253D-CE1CE3CB8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711451"/>
            <a:ext cx="155575" cy="1333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8" name="Line 1443">
            <a:extLst>
              <a:ext uri="{FF2B5EF4-FFF2-40B4-BE49-F238E27FC236}">
                <a16:creationId xmlns:a16="http://schemas.microsoft.com/office/drawing/2014/main" id="{8F5B21F1-D262-2214-8684-53170B6977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2625" y="1366838"/>
            <a:ext cx="130175" cy="1746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9" name="Line 1444">
            <a:extLst>
              <a:ext uri="{FF2B5EF4-FFF2-40B4-BE49-F238E27FC236}">
                <a16:creationId xmlns:a16="http://schemas.microsoft.com/office/drawing/2014/main" id="{BF44DBF4-0C27-BD0D-0F67-0FC1C9E22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113" y="1449388"/>
            <a:ext cx="165100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0" name="Line 1445">
            <a:extLst>
              <a:ext uri="{FF2B5EF4-FFF2-40B4-BE49-F238E27FC236}">
                <a16:creationId xmlns:a16="http://schemas.microsoft.com/office/drawing/2014/main" id="{F6A7C4F1-993F-4C48-0631-C8A97C598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1606551"/>
            <a:ext cx="120650" cy="1412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1" name="Line 1446">
            <a:extLst>
              <a:ext uri="{FF2B5EF4-FFF2-40B4-BE49-F238E27FC236}">
                <a16:creationId xmlns:a16="http://schemas.microsoft.com/office/drawing/2014/main" id="{3A76E770-8EB7-99F6-9F2D-F1CE843EE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1749426"/>
            <a:ext cx="77788" cy="904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2" name="Line 1447">
            <a:extLst>
              <a:ext uri="{FF2B5EF4-FFF2-40B4-BE49-F238E27FC236}">
                <a16:creationId xmlns:a16="http://schemas.microsoft.com/office/drawing/2014/main" id="{43DDF0D3-7CD0-30DA-88C6-DAE74F605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2174876"/>
            <a:ext cx="34925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3" name="Line 1448">
            <a:extLst>
              <a:ext uri="{FF2B5EF4-FFF2-40B4-BE49-F238E27FC236}">
                <a16:creationId xmlns:a16="http://schemas.microsoft.com/office/drawing/2014/main" id="{BAE808CA-25D2-80D2-3B24-931EE276A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8038" y="3346451"/>
            <a:ext cx="39688" cy="44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4" name="Line 1449">
            <a:extLst>
              <a:ext uri="{FF2B5EF4-FFF2-40B4-BE49-F238E27FC236}">
                <a16:creationId xmlns:a16="http://schemas.microsoft.com/office/drawing/2014/main" id="{1EE6457B-0759-4A1A-FE1F-AC6CEF48C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4163" y="698501"/>
            <a:ext cx="112713" cy="101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5" name="Line 1450">
            <a:extLst>
              <a:ext uri="{FF2B5EF4-FFF2-40B4-BE49-F238E27FC236}">
                <a16:creationId xmlns:a16="http://schemas.microsoft.com/office/drawing/2014/main" id="{A2206165-CB2D-CD05-49B9-855FFC776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975" y="2205038"/>
            <a:ext cx="249238" cy="276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6" name="Line 1451">
            <a:extLst>
              <a:ext uri="{FF2B5EF4-FFF2-40B4-BE49-F238E27FC236}">
                <a16:creationId xmlns:a16="http://schemas.microsoft.com/office/drawing/2014/main" id="{F3FC8CE8-E584-1971-EB69-0B9928305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7150" y="858838"/>
            <a:ext cx="419100" cy="4238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7" name="Line 1452">
            <a:extLst>
              <a:ext uri="{FF2B5EF4-FFF2-40B4-BE49-F238E27FC236}">
                <a16:creationId xmlns:a16="http://schemas.microsoft.com/office/drawing/2014/main" id="{36D9D225-E28E-B601-1E89-6396B06FF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560638"/>
            <a:ext cx="23813" cy="301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8" name="Line 1453">
            <a:extLst>
              <a:ext uri="{FF2B5EF4-FFF2-40B4-BE49-F238E27FC236}">
                <a16:creationId xmlns:a16="http://schemas.microsoft.com/office/drawing/2014/main" id="{53F9CFED-CDA0-2D40-590B-85399CF9B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5475" y="2339976"/>
            <a:ext cx="115888" cy="127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9" name="Line 1454">
            <a:extLst>
              <a:ext uri="{FF2B5EF4-FFF2-40B4-BE49-F238E27FC236}">
                <a16:creationId xmlns:a16="http://schemas.microsoft.com/office/drawing/2014/main" id="{DB1709BC-0918-9B8A-EC1A-EC55EA8C6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1038" y="2281238"/>
            <a:ext cx="109538" cy="93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0" name="Line 1455">
            <a:extLst>
              <a:ext uri="{FF2B5EF4-FFF2-40B4-BE49-F238E27FC236}">
                <a16:creationId xmlns:a16="http://schemas.microsoft.com/office/drawing/2014/main" id="{1399D10A-D111-B7CF-D52B-0A34527BE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1093788"/>
            <a:ext cx="174625" cy="171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1" name="Line 1456">
            <a:extLst>
              <a:ext uri="{FF2B5EF4-FFF2-40B4-BE49-F238E27FC236}">
                <a16:creationId xmlns:a16="http://schemas.microsoft.com/office/drawing/2014/main" id="{37E2BF77-868C-5E06-8236-82CFC8480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1613" y="3149601"/>
            <a:ext cx="246063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2" name="Line 1457">
            <a:extLst>
              <a:ext uri="{FF2B5EF4-FFF2-40B4-BE49-F238E27FC236}">
                <a16:creationId xmlns:a16="http://schemas.microsoft.com/office/drawing/2014/main" id="{40C6913D-54C6-9564-42A3-31166A1A0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113" y="593726"/>
            <a:ext cx="269875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3" name="Line 1458">
            <a:extLst>
              <a:ext uri="{FF2B5EF4-FFF2-40B4-BE49-F238E27FC236}">
                <a16:creationId xmlns:a16="http://schemas.microsoft.com/office/drawing/2014/main" id="{AE4BDFC7-C79A-2335-2040-1F3BC1649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2313" y="1104901"/>
            <a:ext cx="293688" cy="331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" name="Line 1459">
            <a:extLst>
              <a:ext uri="{FF2B5EF4-FFF2-40B4-BE49-F238E27FC236}">
                <a16:creationId xmlns:a16="http://schemas.microsoft.com/office/drawing/2014/main" id="{53FC87CF-6192-1B5E-7F0E-D3CB66EDC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8613" y="657226"/>
            <a:ext cx="260350" cy="263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" name="Line 1460">
            <a:extLst>
              <a:ext uri="{FF2B5EF4-FFF2-40B4-BE49-F238E27FC236}">
                <a16:creationId xmlns:a16="http://schemas.microsoft.com/office/drawing/2014/main" id="{9007A5DF-E529-9AC1-2887-694D92716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0" y="1719263"/>
            <a:ext cx="282575" cy="2413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6" name="Line 1461">
            <a:extLst>
              <a:ext uri="{FF2B5EF4-FFF2-40B4-BE49-F238E27FC236}">
                <a16:creationId xmlns:a16="http://schemas.microsoft.com/office/drawing/2014/main" id="{D1F480F5-009A-A6FA-89E9-72B939B41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9588" y="2146301"/>
            <a:ext cx="71438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7" name="Line 1462">
            <a:extLst>
              <a:ext uri="{FF2B5EF4-FFF2-40B4-BE49-F238E27FC236}">
                <a16:creationId xmlns:a16="http://schemas.microsoft.com/office/drawing/2014/main" id="{492A77FE-517B-286D-42E7-712B59A70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6413" y="1862138"/>
            <a:ext cx="292100" cy="2984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8" name="Line 1463">
            <a:extLst>
              <a:ext uri="{FF2B5EF4-FFF2-40B4-BE49-F238E27FC236}">
                <a16:creationId xmlns:a16="http://schemas.microsoft.com/office/drawing/2014/main" id="{E68CE54C-98FA-2950-C1B6-30B795D62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5875" y="1571626"/>
            <a:ext cx="98425" cy="93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Line 1464">
            <a:extLst>
              <a:ext uri="{FF2B5EF4-FFF2-40B4-BE49-F238E27FC236}">
                <a16:creationId xmlns:a16="http://schemas.microsoft.com/office/drawing/2014/main" id="{403004BA-09E8-8732-9853-1D2893B84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4763" y="3048001"/>
            <a:ext cx="214313" cy="303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Line 1465">
            <a:extLst>
              <a:ext uri="{FF2B5EF4-FFF2-40B4-BE49-F238E27FC236}">
                <a16:creationId xmlns:a16="http://schemas.microsoft.com/office/drawing/2014/main" id="{612EBC5C-6A74-794A-1D17-0B7B8BDE1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7563" y="2703513"/>
            <a:ext cx="85725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Line 1466">
            <a:extLst>
              <a:ext uri="{FF2B5EF4-FFF2-40B4-BE49-F238E27FC236}">
                <a16:creationId xmlns:a16="http://schemas.microsoft.com/office/drawing/2014/main" id="{31482DF3-FA92-A485-04A0-D05390EC8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1600" y="587376"/>
            <a:ext cx="76200" cy="68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Line 1467">
            <a:extLst>
              <a:ext uri="{FF2B5EF4-FFF2-40B4-BE49-F238E27FC236}">
                <a16:creationId xmlns:a16="http://schemas.microsoft.com/office/drawing/2014/main" id="{894D254F-719E-B297-F895-5A4E5EFC7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3763" y="446088"/>
            <a:ext cx="300038" cy="361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Line 1468">
            <a:extLst>
              <a:ext uri="{FF2B5EF4-FFF2-40B4-BE49-F238E27FC236}">
                <a16:creationId xmlns:a16="http://schemas.microsoft.com/office/drawing/2014/main" id="{7B922943-E304-4D5C-BF18-4CC6252D8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3113" y="817563"/>
            <a:ext cx="195263" cy="1952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Line 1469">
            <a:extLst>
              <a:ext uri="{FF2B5EF4-FFF2-40B4-BE49-F238E27FC236}">
                <a16:creationId xmlns:a16="http://schemas.microsoft.com/office/drawing/2014/main" id="{8437C319-797B-26F7-F446-8A90F7B15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788" y="1730376"/>
            <a:ext cx="255588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Line 1470">
            <a:extLst>
              <a:ext uri="{FF2B5EF4-FFF2-40B4-BE49-F238E27FC236}">
                <a16:creationId xmlns:a16="http://schemas.microsoft.com/office/drawing/2014/main" id="{BF3F3C58-DBFE-7892-73F4-E26CBDCBC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7263" y="954088"/>
            <a:ext cx="79375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Line 1471">
            <a:extLst>
              <a:ext uri="{FF2B5EF4-FFF2-40B4-BE49-F238E27FC236}">
                <a16:creationId xmlns:a16="http://schemas.microsoft.com/office/drawing/2014/main" id="{C78832A4-32C9-E127-E301-6E36AB9BB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6025" y="1612901"/>
            <a:ext cx="101600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Line 1472">
            <a:extLst>
              <a:ext uri="{FF2B5EF4-FFF2-40B4-BE49-F238E27FC236}">
                <a16:creationId xmlns:a16="http://schemas.microsoft.com/office/drawing/2014/main" id="{EBAE8AB7-8CE2-8483-832C-E0E5EE34A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104901"/>
            <a:ext cx="184150" cy="188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8" name="Line 1473">
            <a:extLst>
              <a:ext uri="{FF2B5EF4-FFF2-40B4-BE49-F238E27FC236}">
                <a16:creationId xmlns:a16="http://schemas.microsoft.com/office/drawing/2014/main" id="{05458557-1F71-06B1-2667-022067C64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4788" y="1676401"/>
            <a:ext cx="288925" cy="558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9" name="Line 1474">
            <a:extLst>
              <a:ext uri="{FF2B5EF4-FFF2-40B4-BE49-F238E27FC236}">
                <a16:creationId xmlns:a16="http://schemas.microsoft.com/office/drawing/2014/main" id="{C6464E1F-1EF0-FD01-D2F1-591977D5F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1957388"/>
            <a:ext cx="454025" cy="531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Line 1475">
            <a:extLst>
              <a:ext uri="{FF2B5EF4-FFF2-40B4-BE49-F238E27FC236}">
                <a16:creationId xmlns:a16="http://schemas.microsoft.com/office/drawing/2014/main" id="{60363502-2D07-B5D1-999A-32D45CF4A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9638" y="368301"/>
            <a:ext cx="98425" cy="825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Line 1476">
            <a:extLst>
              <a:ext uri="{FF2B5EF4-FFF2-40B4-BE49-F238E27FC236}">
                <a16:creationId xmlns:a16="http://schemas.microsoft.com/office/drawing/2014/main" id="{CC933A83-F662-89BA-5E5F-98E2498C9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8588" y="2373313"/>
            <a:ext cx="8255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2" name="Line 1477">
            <a:extLst>
              <a:ext uri="{FF2B5EF4-FFF2-40B4-BE49-F238E27FC236}">
                <a16:creationId xmlns:a16="http://schemas.microsoft.com/office/drawing/2014/main" id="{145AD86B-FE43-040D-DFDC-64A505A73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3155951"/>
            <a:ext cx="34925" cy="34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3" name="Line 1478">
            <a:extLst>
              <a:ext uri="{FF2B5EF4-FFF2-40B4-BE49-F238E27FC236}">
                <a16:creationId xmlns:a16="http://schemas.microsoft.com/office/drawing/2014/main" id="{975ADCF9-842D-6303-28CB-CAE6F8946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9500" y="1193801"/>
            <a:ext cx="122238" cy="1063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4" name="Line 1479">
            <a:extLst>
              <a:ext uri="{FF2B5EF4-FFF2-40B4-BE49-F238E27FC236}">
                <a16:creationId xmlns:a16="http://schemas.microsoft.com/office/drawing/2014/main" id="{6BAFD7CA-EB70-F887-7EDB-8C5EFA8FF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3725" y="2025651"/>
            <a:ext cx="77788" cy="746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5" name="Line 1480">
            <a:extLst>
              <a:ext uri="{FF2B5EF4-FFF2-40B4-BE49-F238E27FC236}">
                <a16:creationId xmlns:a16="http://schemas.microsoft.com/office/drawing/2014/main" id="{34D86E1E-03B3-76A1-C778-B879B9BDA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575" y="2228851"/>
            <a:ext cx="84138" cy="87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6" name="Line 1481">
            <a:extLst>
              <a:ext uri="{FF2B5EF4-FFF2-40B4-BE49-F238E27FC236}">
                <a16:creationId xmlns:a16="http://schemas.microsoft.com/office/drawing/2014/main" id="{43CC4E0B-B4BE-CF67-0201-1AEFF8353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1063" y="3268663"/>
            <a:ext cx="120650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7" name="Line 1482">
            <a:extLst>
              <a:ext uri="{FF2B5EF4-FFF2-40B4-BE49-F238E27FC236}">
                <a16:creationId xmlns:a16="http://schemas.microsoft.com/office/drawing/2014/main" id="{5BE24F44-8410-70B1-595B-C8BD01B40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5500" y="715963"/>
            <a:ext cx="388938" cy="4968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8" name="Line 1483">
            <a:extLst>
              <a:ext uri="{FF2B5EF4-FFF2-40B4-BE49-F238E27FC236}">
                <a16:creationId xmlns:a16="http://schemas.microsoft.com/office/drawing/2014/main" id="{92DFBB18-F107-F000-7750-0E7E87D4E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25" y="2195513"/>
            <a:ext cx="228600" cy="236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9" name="Line 1484">
            <a:extLst>
              <a:ext uri="{FF2B5EF4-FFF2-40B4-BE49-F238E27FC236}">
                <a16:creationId xmlns:a16="http://schemas.microsoft.com/office/drawing/2014/main" id="{1EB6E540-9246-88FB-A956-40659B22D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3388" y="2187576"/>
            <a:ext cx="203200" cy="234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0" name="Line 1485">
            <a:extLst>
              <a:ext uri="{FF2B5EF4-FFF2-40B4-BE49-F238E27FC236}">
                <a16:creationId xmlns:a16="http://schemas.microsoft.com/office/drawing/2014/main" id="{ECA2D770-FE33-03C2-84DC-445F14E8F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44488"/>
            <a:ext cx="211138" cy="150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1" name="Line 1486">
            <a:extLst>
              <a:ext uri="{FF2B5EF4-FFF2-40B4-BE49-F238E27FC236}">
                <a16:creationId xmlns:a16="http://schemas.microsoft.com/office/drawing/2014/main" id="{15F7D2C6-6FB5-F84C-7FFB-B1CF5D0C2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438" y="2157413"/>
            <a:ext cx="282575" cy="239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2" name="Line 1487">
            <a:extLst>
              <a:ext uri="{FF2B5EF4-FFF2-40B4-BE49-F238E27FC236}">
                <a16:creationId xmlns:a16="http://schemas.microsoft.com/office/drawing/2014/main" id="{8BE6B00C-E723-3DBE-D576-E423535E7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2750" y="2790826"/>
            <a:ext cx="169863" cy="198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3" name="Line 1488">
            <a:extLst>
              <a:ext uri="{FF2B5EF4-FFF2-40B4-BE49-F238E27FC236}">
                <a16:creationId xmlns:a16="http://schemas.microsoft.com/office/drawing/2014/main" id="{B3B23FA0-E578-7E39-251B-E7BBE3831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6413" y="2852738"/>
            <a:ext cx="227013" cy="2397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4" name="Line 1489">
            <a:extLst>
              <a:ext uri="{FF2B5EF4-FFF2-40B4-BE49-F238E27FC236}">
                <a16:creationId xmlns:a16="http://schemas.microsoft.com/office/drawing/2014/main" id="{81DA7809-4806-D948-4C2A-A77D1419C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7813" y="528638"/>
            <a:ext cx="120650" cy="1365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" name="Line 1490">
            <a:extLst>
              <a:ext uri="{FF2B5EF4-FFF2-40B4-BE49-F238E27FC236}">
                <a16:creationId xmlns:a16="http://schemas.microsoft.com/office/drawing/2014/main" id="{B4F7E554-7A73-E06B-5B84-121C05BF3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984501"/>
            <a:ext cx="7938" cy="17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6" name="Line 1491">
            <a:extLst>
              <a:ext uri="{FF2B5EF4-FFF2-40B4-BE49-F238E27FC236}">
                <a16:creationId xmlns:a16="http://schemas.microsoft.com/office/drawing/2014/main" id="{FC8B78B3-57B5-463B-3FBE-DB08210A1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9675" y="2668588"/>
            <a:ext cx="69850" cy="730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7" name="Line 1492">
            <a:extLst>
              <a:ext uri="{FF2B5EF4-FFF2-40B4-BE49-F238E27FC236}">
                <a16:creationId xmlns:a16="http://schemas.microsoft.com/office/drawing/2014/main" id="{D9ECFB95-AB1B-3948-2393-EE2A73215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3" y="1239838"/>
            <a:ext cx="168275" cy="1762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8" name="Line 1493">
            <a:extLst>
              <a:ext uri="{FF2B5EF4-FFF2-40B4-BE49-F238E27FC236}">
                <a16:creationId xmlns:a16="http://schemas.microsoft.com/office/drawing/2014/main" id="{47FC41D4-0525-FAA8-DCF3-0DC00354C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4688" y="449263"/>
            <a:ext cx="536575" cy="446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9" name="Line 1494">
            <a:extLst>
              <a:ext uri="{FF2B5EF4-FFF2-40B4-BE49-F238E27FC236}">
                <a16:creationId xmlns:a16="http://schemas.microsoft.com/office/drawing/2014/main" id="{E2BE8E7F-C56C-4B01-34F6-E78CFAB75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325" y="3279776"/>
            <a:ext cx="82550" cy="111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0" name="Line 1495">
            <a:extLst>
              <a:ext uri="{FF2B5EF4-FFF2-40B4-BE49-F238E27FC236}">
                <a16:creationId xmlns:a16="http://schemas.microsoft.com/office/drawing/2014/main" id="{06F39E08-F93A-5F59-DD20-E1584532B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0" y="2225676"/>
            <a:ext cx="58738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1" name="Line 1496">
            <a:extLst>
              <a:ext uri="{FF2B5EF4-FFF2-40B4-BE49-F238E27FC236}">
                <a16:creationId xmlns:a16="http://schemas.microsoft.com/office/drawing/2014/main" id="{C206E971-AFC0-2E1B-05A1-73B784C78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2413" y="2706688"/>
            <a:ext cx="106363" cy="1603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2" name="Line 1497">
            <a:extLst>
              <a:ext uri="{FF2B5EF4-FFF2-40B4-BE49-F238E27FC236}">
                <a16:creationId xmlns:a16="http://schemas.microsoft.com/office/drawing/2014/main" id="{5ACFC016-90F5-800B-8DB8-3D9C75580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9475" y="420688"/>
            <a:ext cx="665163" cy="382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3" name="Line 1498">
            <a:extLst>
              <a:ext uri="{FF2B5EF4-FFF2-40B4-BE49-F238E27FC236}">
                <a16:creationId xmlns:a16="http://schemas.microsoft.com/office/drawing/2014/main" id="{52B50A99-6E43-4562-64FD-283CB5F6B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5450" y="2903538"/>
            <a:ext cx="207963" cy="231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4" name="Line 1499">
            <a:extLst>
              <a:ext uri="{FF2B5EF4-FFF2-40B4-BE49-F238E27FC236}">
                <a16:creationId xmlns:a16="http://schemas.microsoft.com/office/drawing/2014/main" id="{56616481-88E3-4628-2A22-2BC6274DF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5850" y="2741613"/>
            <a:ext cx="98425" cy="1666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5" name="Line 1500">
            <a:extLst>
              <a:ext uri="{FF2B5EF4-FFF2-40B4-BE49-F238E27FC236}">
                <a16:creationId xmlns:a16="http://schemas.microsoft.com/office/drawing/2014/main" id="{28B305B9-1FC0-4703-29AB-366B333F8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9763" y="350838"/>
            <a:ext cx="447675" cy="282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6" name="Line 1501">
            <a:extLst>
              <a:ext uri="{FF2B5EF4-FFF2-40B4-BE49-F238E27FC236}">
                <a16:creationId xmlns:a16="http://schemas.microsoft.com/office/drawing/2014/main" id="{1637AD99-0B9B-5032-8F72-7268C475D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98451"/>
            <a:ext cx="188913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7" name="Line 1502">
            <a:extLst>
              <a:ext uri="{FF2B5EF4-FFF2-40B4-BE49-F238E27FC236}">
                <a16:creationId xmlns:a16="http://schemas.microsoft.com/office/drawing/2014/main" id="{7968A8E2-00D7-7CF6-E2F3-7219EA9A4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1788" y="2874963"/>
            <a:ext cx="39688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8" name="Line 1503">
            <a:extLst>
              <a:ext uri="{FF2B5EF4-FFF2-40B4-BE49-F238E27FC236}">
                <a16:creationId xmlns:a16="http://schemas.microsoft.com/office/drawing/2014/main" id="{5D8ED48B-5AD7-F7CF-E50E-FDC92D107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2371726"/>
            <a:ext cx="117475" cy="152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9" name="Line 1504">
            <a:extLst>
              <a:ext uri="{FF2B5EF4-FFF2-40B4-BE49-F238E27FC236}">
                <a16:creationId xmlns:a16="http://schemas.microsoft.com/office/drawing/2014/main" id="{78AE0E6D-400D-082B-198C-E4AEB2EE3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3225" y="214313"/>
            <a:ext cx="296863" cy="3127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0" name="Line 1505">
            <a:extLst>
              <a:ext uri="{FF2B5EF4-FFF2-40B4-BE49-F238E27FC236}">
                <a16:creationId xmlns:a16="http://schemas.microsoft.com/office/drawing/2014/main" id="{EF74AF0C-C2B7-EBAF-D1F8-72EE1C410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013" y="3040063"/>
            <a:ext cx="53975" cy="55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1" name="Line 1506">
            <a:extLst>
              <a:ext uri="{FF2B5EF4-FFF2-40B4-BE49-F238E27FC236}">
                <a16:creationId xmlns:a16="http://schemas.microsoft.com/office/drawing/2014/main" id="{F4843A1B-DC20-F6E3-86A6-ECAC2B5F33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7600" y="2490788"/>
            <a:ext cx="84138" cy="65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2" name="Line 1507">
            <a:extLst>
              <a:ext uri="{FF2B5EF4-FFF2-40B4-BE49-F238E27FC236}">
                <a16:creationId xmlns:a16="http://schemas.microsoft.com/office/drawing/2014/main" id="{9ADE992D-57FD-F2AF-CEAA-3FC96C816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3350" y="1143001"/>
            <a:ext cx="52388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3" name="Line 1508">
            <a:extLst>
              <a:ext uri="{FF2B5EF4-FFF2-40B4-BE49-F238E27FC236}">
                <a16:creationId xmlns:a16="http://schemas.microsoft.com/office/drawing/2014/main" id="{624C64DD-1F94-7E0F-0AF3-99EAB7C81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825" y="3262313"/>
            <a:ext cx="30163" cy="31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4" name="Line 1509">
            <a:extLst>
              <a:ext uri="{FF2B5EF4-FFF2-40B4-BE49-F238E27FC236}">
                <a16:creationId xmlns:a16="http://schemas.microsoft.com/office/drawing/2014/main" id="{D783BEB1-7A70-5697-3015-E1B1152B2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098676"/>
            <a:ext cx="207963" cy="2063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5" name="Line 1510">
            <a:extLst>
              <a:ext uri="{FF2B5EF4-FFF2-40B4-BE49-F238E27FC236}">
                <a16:creationId xmlns:a16="http://schemas.microsoft.com/office/drawing/2014/main" id="{2503C61E-B91E-50B8-CFF8-9D82DF8A9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1075" y="3000376"/>
            <a:ext cx="66675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6" name="Line 1511">
            <a:extLst>
              <a:ext uri="{FF2B5EF4-FFF2-40B4-BE49-F238E27FC236}">
                <a16:creationId xmlns:a16="http://schemas.microsoft.com/office/drawing/2014/main" id="{6E7B3033-198C-373A-1565-1D23F75C0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2175" y="2332038"/>
            <a:ext cx="80963" cy="61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7" name="Line 1512">
            <a:extLst>
              <a:ext uri="{FF2B5EF4-FFF2-40B4-BE49-F238E27FC236}">
                <a16:creationId xmlns:a16="http://schemas.microsoft.com/office/drawing/2014/main" id="{C0010A49-AA20-9420-0E12-0861F31EC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2668588"/>
            <a:ext cx="219075" cy="2206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8" name="Line 1513">
            <a:extLst>
              <a:ext uri="{FF2B5EF4-FFF2-40B4-BE49-F238E27FC236}">
                <a16:creationId xmlns:a16="http://schemas.microsoft.com/office/drawing/2014/main" id="{3E98E1C3-2623-C3F5-C780-262CAEC471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2425" y="1831976"/>
            <a:ext cx="249238" cy="304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9" name="Line 1514">
            <a:extLst>
              <a:ext uri="{FF2B5EF4-FFF2-40B4-BE49-F238E27FC236}">
                <a16:creationId xmlns:a16="http://schemas.microsoft.com/office/drawing/2014/main" id="{D7AE0EA7-0FF8-2E94-DE9D-0BFFAA8E11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6863" y="2384426"/>
            <a:ext cx="120650" cy="1079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0" name="Line 1515">
            <a:extLst>
              <a:ext uri="{FF2B5EF4-FFF2-40B4-BE49-F238E27FC236}">
                <a16:creationId xmlns:a16="http://schemas.microsoft.com/office/drawing/2014/main" id="{0E1AEB3B-F783-2A47-F75D-F75F3CA8C4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7363" y="1062038"/>
            <a:ext cx="492125" cy="542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1" name="Line 1516">
            <a:extLst>
              <a:ext uri="{FF2B5EF4-FFF2-40B4-BE49-F238E27FC236}">
                <a16:creationId xmlns:a16="http://schemas.microsoft.com/office/drawing/2014/main" id="{2D622EC3-D454-9368-4805-EDC644DEB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3238" y="1831976"/>
            <a:ext cx="31750" cy="238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2" name="Line 1517">
            <a:extLst>
              <a:ext uri="{FF2B5EF4-FFF2-40B4-BE49-F238E27FC236}">
                <a16:creationId xmlns:a16="http://schemas.microsoft.com/office/drawing/2014/main" id="{4E3B7AE8-763A-9D18-F675-97B9D4EB1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9263" y="1485901"/>
            <a:ext cx="177800" cy="1905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3" name="Line 1518">
            <a:extLst>
              <a:ext uri="{FF2B5EF4-FFF2-40B4-BE49-F238E27FC236}">
                <a16:creationId xmlns:a16="http://schemas.microsoft.com/office/drawing/2014/main" id="{6E15F12F-C943-3DBE-C77C-2D2B9C4B9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9500" y="1473201"/>
            <a:ext cx="390525" cy="4032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4" name="Line 1519">
            <a:extLst>
              <a:ext uri="{FF2B5EF4-FFF2-40B4-BE49-F238E27FC236}">
                <a16:creationId xmlns:a16="http://schemas.microsoft.com/office/drawing/2014/main" id="{5AC9F78F-CC3A-E91F-30D6-EC8F15EBA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6350" y="2100263"/>
            <a:ext cx="161925" cy="125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5" name="Line 1520">
            <a:extLst>
              <a:ext uri="{FF2B5EF4-FFF2-40B4-BE49-F238E27FC236}">
                <a16:creationId xmlns:a16="http://schemas.microsoft.com/office/drawing/2014/main" id="{6EE5B6BA-A23F-2FFF-F0B6-BE97FFC21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9813" y="1285876"/>
            <a:ext cx="350838" cy="3571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6" name="Line 1521">
            <a:extLst>
              <a:ext uri="{FF2B5EF4-FFF2-40B4-BE49-F238E27FC236}">
                <a16:creationId xmlns:a16="http://schemas.microsoft.com/office/drawing/2014/main" id="{5867B1D0-673C-F328-688E-50C44D38D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2150" y="2746376"/>
            <a:ext cx="211138" cy="2794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7" name="Line 1522">
            <a:extLst>
              <a:ext uri="{FF2B5EF4-FFF2-40B4-BE49-F238E27FC236}">
                <a16:creationId xmlns:a16="http://schemas.microsoft.com/office/drawing/2014/main" id="{C293DA1A-B6A4-B3D4-30AF-851766E46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668588"/>
            <a:ext cx="47625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8" name="Line 1523">
            <a:extLst>
              <a:ext uri="{FF2B5EF4-FFF2-40B4-BE49-F238E27FC236}">
                <a16:creationId xmlns:a16="http://schemas.microsoft.com/office/drawing/2014/main" id="{EB4F23D4-51B7-5E65-7CFB-51846680F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4450" y="3306763"/>
            <a:ext cx="111125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9" name="Line 1524">
            <a:extLst>
              <a:ext uri="{FF2B5EF4-FFF2-40B4-BE49-F238E27FC236}">
                <a16:creationId xmlns:a16="http://schemas.microsoft.com/office/drawing/2014/main" id="{AAEE9DEA-C916-7A85-921C-6A5F3ED78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2351088"/>
            <a:ext cx="257175" cy="2381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0" name="Line 1525">
            <a:extLst>
              <a:ext uri="{FF2B5EF4-FFF2-40B4-BE49-F238E27FC236}">
                <a16:creationId xmlns:a16="http://schemas.microsoft.com/office/drawing/2014/main" id="{C2C52F06-EC46-ABA6-F714-6968FDAD4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052763"/>
            <a:ext cx="80963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1" name="Line 1526">
            <a:extLst>
              <a:ext uri="{FF2B5EF4-FFF2-40B4-BE49-F238E27FC236}">
                <a16:creationId xmlns:a16="http://schemas.microsoft.com/office/drawing/2014/main" id="{B617AE94-44E5-223B-E159-5E8376B3D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8150" y="3281363"/>
            <a:ext cx="96838" cy="1095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2" name="Line 1527">
            <a:extLst>
              <a:ext uri="{FF2B5EF4-FFF2-40B4-BE49-F238E27FC236}">
                <a16:creationId xmlns:a16="http://schemas.microsoft.com/office/drawing/2014/main" id="{D4FB8B01-AA2D-7C4D-ECAD-838F0ECA0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4525" y="249238"/>
            <a:ext cx="144463" cy="1301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3" name="Line 1528">
            <a:extLst>
              <a:ext uri="{FF2B5EF4-FFF2-40B4-BE49-F238E27FC236}">
                <a16:creationId xmlns:a16="http://schemas.microsoft.com/office/drawing/2014/main" id="{8B61922E-D2B4-4E08-02F3-871B1A0F62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9250" y="385763"/>
            <a:ext cx="449263" cy="3937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4" name="Line 1529">
            <a:extLst>
              <a:ext uri="{FF2B5EF4-FFF2-40B4-BE49-F238E27FC236}">
                <a16:creationId xmlns:a16="http://schemas.microsoft.com/office/drawing/2014/main" id="{9F9C9A8C-C3CD-750D-96DC-942AA5DB57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8913" y="3235326"/>
            <a:ext cx="141288" cy="1555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5" name="Line 1530">
            <a:extLst>
              <a:ext uri="{FF2B5EF4-FFF2-40B4-BE49-F238E27FC236}">
                <a16:creationId xmlns:a16="http://schemas.microsoft.com/office/drawing/2014/main" id="{7F76D192-26F3-149C-FD8E-25F01B6FC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188" y="2433638"/>
            <a:ext cx="136525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6" name="Line 1531">
            <a:extLst>
              <a:ext uri="{FF2B5EF4-FFF2-40B4-BE49-F238E27FC236}">
                <a16:creationId xmlns:a16="http://schemas.microsoft.com/office/drawing/2014/main" id="{171ADF6E-3ECA-01C7-48E4-2C5836C1F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5" y="1006476"/>
            <a:ext cx="157163" cy="1635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7" name="Line 1532">
            <a:extLst>
              <a:ext uri="{FF2B5EF4-FFF2-40B4-BE49-F238E27FC236}">
                <a16:creationId xmlns:a16="http://schemas.microsoft.com/office/drawing/2014/main" id="{A55205F8-50F9-923A-7F5D-800C530F2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938" y="1320801"/>
            <a:ext cx="101600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8" name="Line 1533">
            <a:extLst>
              <a:ext uri="{FF2B5EF4-FFF2-40B4-BE49-F238E27FC236}">
                <a16:creationId xmlns:a16="http://schemas.microsoft.com/office/drawing/2014/main" id="{5BFE937D-2CD6-06E7-92DC-5E813A9B4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5" y="665163"/>
            <a:ext cx="76200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9" name="Line 1534">
            <a:extLst>
              <a:ext uri="{FF2B5EF4-FFF2-40B4-BE49-F238E27FC236}">
                <a16:creationId xmlns:a16="http://schemas.microsoft.com/office/drawing/2014/main" id="{93B04416-82F2-5CEA-0D88-F5CCBFF6B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46063"/>
            <a:ext cx="55563" cy="508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0" name="Line 1535">
            <a:extLst>
              <a:ext uri="{FF2B5EF4-FFF2-40B4-BE49-F238E27FC236}">
                <a16:creationId xmlns:a16="http://schemas.microsoft.com/office/drawing/2014/main" id="{AE49A9C8-94F6-50BE-E1AF-37209E3B35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0038" y="954088"/>
            <a:ext cx="419100" cy="1444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1" name="Line 1536">
            <a:extLst>
              <a:ext uri="{FF2B5EF4-FFF2-40B4-BE49-F238E27FC236}">
                <a16:creationId xmlns:a16="http://schemas.microsoft.com/office/drawing/2014/main" id="{DAFB692B-09AB-0EE8-9623-270A5D4D5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325" y="1703388"/>
            <a:ext cx="434975" cy="501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2" name="Line 1537">
            <a:extLst>
              <a:ext uri="{FF2B5EF4-FFF2-40B4-BE49-F238E27FC236}">
                <a16:creationId xmlns:a16="http://schemas.microsoft.com/office/drawing/2014/main" id="{B3CA781A-7C44-AEC7-0207-A7A51CDA1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214313"/>
            <a:ext cx="323850" cy="3556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3" name="Line 1538">
            <a:extLst>
              <a:ext uri="{FF2B5EF4-FFF2-40B4-BE49-F238E27FC236}">
                <a16:creationId xmlns:a16="http://schemas.microsoft.com/office/drawing/2014/main" id="{99849A40-E1C3-9119-D1BD-753703C48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188" y="1106488"/>
            <a:ext cx="80963" cy="247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4" name="Line 1539">
            <a:extLst>
              <a:ext uri="{FF2B5EF4-FFF2-40B4-BE49-F238E27FC236}">
                <a16:creationId xmlns:a16="http://schemas.microsoft.com/office/drawing/2014/main" id="{0BB95694-DC19-A96A-2364-1FA1ADEDC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2825" y="214313"/>
            <a:ext cx="231775" cy="2524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5" name="Line 1540">
            <a:extLst>
              <a:ext uri="{FF2B5EF4-FFF2-40B4-BE49-F238E27FC236}">
                <a16:creationId xmlns:a16="http://schemas.microsoft.com/office/drawing/2014/main" id="{94DA57BA-09A7-E782-ABD1-AAE69BC5C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475" y="1060451"/>
            <a:ext cx="36513" cy="317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" name="Line 1541">
            <a:extLst>
              <a:ext uri="{FF2B5EF4-FFF2-40B4-BE49-F238E27FC236}">
                <a16:creationId xmlns:a16="http://schemas.microsoft.com/office/drawing/2014/main" id="{BF6C273E-C4E2-A9D0-191F-936AC3352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5588" y="374651"/>
            <a:ext cx="136525" cy="1381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7" name="Line 1542">
            <a:extLst>
              <a:ext uri="{FF2B5EF4-FFF2-40B4-BE49-F238E27FC236}">
                <a16:creationId xmlns:a16="http://schemas.microsoft.com/office/drawing/2014/main" id="{866A0FAF-06D8-2256-CC52-91D2B15B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842963"/>
            <a:ext cx="287338" cy="2079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8" name="Line 1543">
            <a:extLst>
              <a:ext uri="{FF2B5EF4-FFF2-40B4-BE49-F238E27FC236}">
                <a16:creationId xmlns:a16="http://schemas.microsoft.com/office/drawing/2014/main" id="{A2BA2B97-6CD7-47D7-2AD4-02C55E410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4025" y="1143001"/>
            <a:ext cx="80963" cy="714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9" name="Line 1544">
            <a:extLst>
              <a:ext uri="{FF2B5EF4-FFF2-40B4-BE49-F238E27FC236}">
                <a16:creationId xmlns:a16="http://schemas.microsoft.com/office/drawing/2014/main" id="{F091577D-F695-C1B6-3E65-909819DAE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7450" y="3286126"/>
            <a:ext cx="114300" cy="1047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0" name="Line 1545">
            <a:extLst>
              <a:ext uri="{FF2B5EF4-FFF2-40B4-BE49-F238E27FC236}">
                <a16:creationId xmlns:a16="http://schemas.microsoft.com/office/drawing/2014/main" id="{CA72976C-BA65-658E-751E-976547C1C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9563" y="1081088"/>
            <a:ext cx="58738" cy="889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1" name="Line 1546">
            <a:extLst>
              <a:ext uri="{FF2B5EF4-FFF2-40B4-BE49-F238E27FC236}">
                <a16:creationId xmlns:a16="http://schemas.microsoft.com/office/drawing/2014/main" id="{00FEA714-5BF6-8336-915E-008E5F753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5738" y="214313"/>
            <a:ext cx="96838" cy="98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2" name="Line 1547">
            <a:extLst>
              <a:ext uri="{FF2B5EF4-FFF2-40B4-BE49-F238E27FC236}">
                <a16:creationId xmlns:a16="http://schemas.microsoft.com/office/drawing/2014/main" id="{BFD1BA66-B09D-0D33-4FBC-F2D4968BB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9663" y="831851"/>
            <a:ext cx="142875" cy="1476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3" name="Line 1548">
            <a:extLst>
              <a:ext uri="{FF2B5EF4-FFF2-40B4-BE49-F238E27FC236}">
                <a16:creationId xmlns:a16="http://schemas.microsoft.com/office/drawing/2014/main" id="{5FF43D7C-0DC4-B792-A41F-95949205C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7263" y="1538288"/>
            <a:ext cx="125413" cy="1619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4" name="Line 1549">
            <a:extLst>
              <a:ext uri="{FF2B5EF4-FFF2-40B4-BE49-F238E27FC236}">
                <a16:creationId xmlns:a16="http://schemas.microsoft.com/office/drawing/2014/main" id="{050FF642-C858-72F0-166E-151ED4973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5313" y="1473201"/>
            <a:ext cx="274638" cy="3159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5" name="Line 1550">
            <a:extLst>
              <a:ext uri="{FF2B5EF4-FFF2-40B4-BE49-F238E27FC236}">
                <a16:creationId xmlns:a16="http://schemas.microsoft.com/office/drawing/2014/main" id="{194D3BB4-088D-6DA0-20EF-858DA9E5E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7975" y="2397126"/>
            <a:ext cx="88900" cy="92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6" name="Line 1551">
            <a:extLst>
              <a:ext uri="{FF2B5EF4-FFF2-40B4-BE49-F238E27FC236}">
                <a16:creationId xmlns:a16="http://schemas.microsoft.com/office/drawing/2014/main" id="{EBB4BF85-2A96-6270-864D-B649DEECD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063" y="657226"/>
            <a:ext cx="517525" cy="46831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7" name="Line 1552">
            <a:extLst>
              <a:ext uri="{FF2B5EF4-FFF2-40B4-BE49-F238E27FC236}">
                <a16:creationId xmlns:a16="http://schemas.microsoft.com/office/drawing/2014/main" id="{224D8ABE-9671-2321-1434-86C161B104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2025" y="2601913"/>
            <a:ext cx="63500" cy="77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8" name="Line 1553">
            <a:extLst>
              <a:ext uri="{FF2B5EF4-FFF2-40B4-BE49-F238E27FC236}">
                <a16:creationId xmlns:a16="http://schemas.microsoft.com/office/drawing/2014/main" id="{3ABF7439-29EE-DE8D-CE86-E607FA348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8613" y="320676"/>
            <a:ext cx="185738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9" name="Line 1554">
            <a:extLst>
              <a:ext uri="{FF2B5EF4-FFF2-40B4-BE49-F238E27FC236}">
                <a16:creationId xmlns:a16="http://schemas.microsoft.com/office/drawing/2014/main" id="{BBC7E4AD-9CC2-59C7-271D-FF25D4953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5" y="974726"/>
            <a:ext cx="157163" cy="254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0" name="Line 1555">
            <a:extLst>
              <a:ext uri="{FF2B5EF4-FFF2-40B4-BE49-F238E27FC236}">
                <a16:creationId xmlns:a16="http://schemas.microsoft.com/office/drawing/2014/main" id="{86014F81-79CA-799D-C1A8-0DD445DBC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4100" y="1870076"/>
            <a:ext cx="419100" cy="37465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1" name="Line 1556">
            <a:extLst>
              <a:ext uri="{FF2B5EF4-FFF2-40B4-BE49-F238E27FC236}">
                <a16:creationId xmlns:a16="http://schemas.microsoft.com/office/drawing/2014/main" id="{611BDCAA-B05B-D983-5F5B-9AB2B3A1B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14313"/>
            <a:ext cx="231775" cy="250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2" name="Line 1557">
            <a:extLst>
              <a:ext uri="{FF2B5EF4-FFF2-40B4-BE49-F238E27FC236}">
                <a16:creationId xmlns:a16="http://schemas.microsoft.com/office/drawing/2014/main" id="{D10AD698-4D3D-1460-D8A0-4C213407F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609601"/>
            <a:ext cx="188913" cy="2698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3" name="Line 1558">
            <a:extLst>
              <a:ext uri="{FF2B5EF4-FFF2-40B4-BE49-F238E27FC236}">
                <a16:creationId xmlns:a16="http://schemas.microsoft.com/office/drawing/2014/main" id="{03AFD729-E8E9-2705-31E0-D30B8AC0D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0100" y="1252538"/>
            <a:ext cx="239713" cy="2254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4" name="Line 1559">
            <a:extLst>
              <a:ext uri="{FF2B5EF4-FFF2-40B4-BE49-F238E27FC236}">
                <a16:creationId xmlns:a16="http://schemas.microsoft.com/office/drawing/2014/main" id="{D39831AF-899C-393D-8282-99BC175299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13" y="660401"/>
            <a:ext cx="344488" cy="3190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5" name="Line 1560">
            <a:extLst>
              <a:ext uri="{FF2B5EF4-FFF2-40B4-BE49-F238E27FC236}">
                <a16:creationId xmlns:a16="http://schemas.microsoft.com/office/drawing/2014/main" id="{78A43B1A-CB5E-72C2-3BA8-3E4709EF6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7038" y="2765426"/>
            <a:ext cx="95250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6" name="Line 1561">
            <a:extLst>
              <a:ext uri="{FF2B5EF4-FFF2-40B4-BE49-F238E27FC236}">
                <a16:creationId xmlns:a16="http://schemas.microsoft.com/office/drawing/2014/main" id="{49857A7A-8735-829E-E2AC-69E56084E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15901"/>
            <a:ext cx="139700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" name="Line 1562">
            <a:extLst>
              <a:ext uri="{FF2B5EF4-FFF2-40B4-BE49-F238E27FC236}">
                <a16:creationId xmlns:a16="http://schemas.microsoft.com/office/drawing/2014/main" id="{96D62ECB-7B9E-08C9-5FAA-9FE206053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2184401"/>
            <a:ext cx="466725" cy="4730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8" name="Line 1563">
            <a:extLst>
              <a:ext uri="{FF2B5EF4-FFF2-40B4-BE49-F238E27FC236}">
                <a16:creationId xmlns:a16="http://schemas.microsoft.com/office/drawing/2014/main" id="{70674D14-3E5E-F7F5-3405-A9F0001A2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7950" y="214313"/>
            <a:ext cx="87313" cy="396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9" name="Line 1564">
            <a:extLst>
              <a:ext uri="{FF2B5EF4-FFF2-40B4-BE49-F238E27FC236}">
                <a16:creationId xmlns:a16="http://schemas.microsoft.com/office/drawing/2014/main" id="{B7314443-F337-D7A9-F135-83CF589A7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2870201"/>
            <a:ext cx="104775" cy="1222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0" name="Line 1565">
            <a:extLst>
              <a:ext uri="{FF2B5EF4-FFF2-40B4-BE49-F238E27FC236}">
                <a16:creationId xmlns:a16="http://schemas.microsoft.com/office/drawing/2014/main" id="{400EE144-FDCC-BD53-E120-40206201A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5" y="1838326"/>
            <a:ext cx="149225" cy="8413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1" name="Line 1566">
            <a:extLst>
              <a:ext uri="{FF2B5EF4-FFF2-40B4-BE49-F238E27FC236}">
                <a16:creationId xmlns:a16="http://schemas.microsoft.com/office/drawing/2014/main" id="{F6B8098C-E42D-1269-CCF7-333E6386D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1325" y="525463"/>
            <a:ext cx="185738" cy="2047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2" name="Line 1567">
            <a:extLst>
              <a:ext uri="{FF2B5EF4-FFF2-40B4-BE49-F238E27FC236}">
                <a16:creationId xmlns:a16="http://schemas.microsoft.com/office/drawing/2014/main" id="{4FDEA633-4EE4-A54E-79F5-36ADB2FC5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661988"/>
            <a:ext cx="238125" cy="2540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3" name="Line 1568">
            <a:extLst>
              <a:ext uri="{FF2B5EF4-FFF2-40B4-BE49-F238E27FC236}">
                <a16:creationId xmlns:a16="http://schemas.microsoft.com/office/drawing/2014/main" id="{00871D88-9F20-4226-C406-13A09606C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1693863"/>
            <a:ext cx="104775" cy="857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4" name="Freeform 1569">
            <a:extLst>
              <a:ext uri="{FF2B5EF4-FFF2-40B4-BE49-F238E27FC236}">
                <a16:creationId xmlns:a16="http://schemas.microsoft.com/office/drawing/2014/main" id="{C81BC43F-5221-4308-89D2-7C292CD15372}"/>
              </a:ext>
            </a:extLst>
          </p:cNvPr>
          <p:cNvSpPr>
            <a:spLocks noEditPoints="1"/>
          </p:cNvSpPr>
          <p:nvPr/>
        </p:nvSpPr>
        <p:spPr bwMode="auto">
          <a:xfrm>
            <a:off x="4310063" y="1171576"/>
            <a:ext cx="85725" cy="22225"/>
          </a:xfrm>
          <a:custGeom>
            <a:avLst/>
            <a:gdLst>
              <a:gd name="T0" fmla="*/ 109 w 109"/>
              <a:gd name="T1" fmla="*/ 0 h 28"/>
              <a:gd name="T2" fmla="*/ 41 w 109"/>
              <a:gd name="T3" fmla="*/ 17 h 28"/>
              <a:gd name="T4" fmla="*/ 8 w 109"/>
              <a:gd name="T5" fmla="*/ 26 h 28"/>
              <a:gd name="T6" fmla="*/ 0 w 109"/>
              <a:gd name="T7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9" h="28">
                <a:moveTo>
                  <a:pt x="109" y="0"/>
                </a:moveTo>
                <a:lnTo>
                  <a:pt x="41" y="17"/>
                </a:lnTo>
                <a:moveTo>
                  <a:pt x="8" y="26"/>
                </a:moveTo>
                <a:lnTo>
                  <a:pt x="0" y="2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5" name="Freeform 1570">
            <a:extLst>
              <a:ext uri="{FF2B5EF4-FFF2-40B4-BE49-F238E27FC236}">
                <a16:creationId xmlns:a16="http://schemas.microsoft.com/office/drawing/2014/main" id="{40F1B12B-13C4-2E05-F38C-ED70DD765F20}"/>
              </a:ext>
            </a:extLst>
          </p:cNvPr>
          <p:cNvSpPr>
            <a:spLocks noEditPoints="1"/>
          </p:cNvSpPr>
          <p:nvPr/>
        </p:nvSpPr>
        <p:spPr bwMode="auto">
          <a:xfrm>
            <a:off x="5370513" y="3116263"/>
            <a:ext cx="131763" cy="44450"/>
          </a:xfrm>
          <a:custGeom>
            <a:avLst/>
            <a:gdLst>
              <a:gd name="T0" fmla="*/ 167 w 167"/>
              <a:gd name="T1" fmla="*/ 0 h 56"/>
              <a:gd name="T2" fmla="*/ 100 w 167"/>
              <a:gd name="T3" fmla="*/ 23 h 56"/>
              <a:gd name="T4" fmla="*/ 67 w 167"/>
              <a:gd name="T5" fmla="*/ 34 h 56"/>
              <a:gd name="T6" fmla="*/ 0 w 167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7" h="56">
                <a:moveTo>
                  <a:pt x="167" y="0"/>
                </a:moveTo>
                <a:lnTo>
                  <a:pt x="100" y="23"/>
                </a:lnTo>
                <a:moveTo>
                  <a:pt x="67" y="34"/>
                </a:moveTo>
                <a:lnTo>
                  <a:pt x="0" y="5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6" name="Line 1571">
            <a:extLst>
              <a:ext uri="{FF2B5EF4-FFF2-40B4-BE49-F238E27FC236}">
                <a16:creationId xmlns:a16="http://schemas.microsoft.com/office/drawing/2014/main" id="{8FD387A2-DF97-0690-04D7-105FD3FCCA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9788" y="2281238"/>
            <a:ext cx="33338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7" name="Freeform 1572">
            <a:extLst>
              <a:ext uri="{FF2B5EF4-FFF2-40B4-BE49-F238E27FC236}">
                <a16:creationId xmlns:a16="http://schemas.microsoft.com/office/drawing/2014/main" id="{CC58A02A-3CD7-DF68-64D8-A305558C06A8}"/>
              </a:ext>
            </a:extLst>
          </p:cNvPr>
          <p:cNvSpPr>
            <a:spLocks noEditPoints="1"/>
          </p:cNvSpPr>
          <p:nvPr/>
        </p:nvSpPr>
        <p:spPr bwMode="auto">
          <a:xfrm>
            <a:off x="4600575" y="2497138"/>
            <a:ext cx="304800" cy="11113"/>
          </a:xfrm>
          <a:custGeom>
            <a:avLst/>
            <a:gdLst>
              <a:gd name="T0" fmla="*/ 0 w 384"/>
              <a:gd name="T1" fmla="*/ 0 h 13"/>
              <a:gd name="T2" fmla="*/ 70 w 384"/>
              <a:gd name="T3" fmla="*/ 3 h 13"/>
              <a:gd name="T4" fmla="*/ 104 w 384"/>
              <a:gd name="T5" fmla="*/ 4 h 13"/>
              <a:gd name="T6" fmla="*/ 175 w 384"/>
              <a:gd name="T7" fmla="*/ 6 h 13"/>
              <a:gd name="T8" fmla="*/ 209 w 384"/>
              <a:gd name="T9" fmla="*/ 7 h 13"/>
              <a:gd name="T10" fmla="*/ 280 w 384"/>
              <a:gd name="T11" fmla="*/ 10 h 13"/>
              <a:gd name="T12" fmla="*/ 314 w 384"/>
              <a:gd name="T13" fmla="*/ 11 h 13"/>
              <a:gd name="T14" fmla="*/ 384 w 384"/>
              <a:gd name="T1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84" h="13">
                <a:moveTo>
                  <a:pt x="0" y="0"/>
                </a:moveTo>
                <a:lnTo>
                  <a:pt x="70" y="3"/>
                </a:lnTo>
                <a:moveTo>
                  <a:pt x="104" y="4"/>
                </a:moveTo>
                <a:lnTo>
                  <a:pt x="175" y="6"/>
                </a:lnTo>
                <a:moveTo>
                  <a:pt x="209" y="7"/>
                </a:moveTo>
                <a:lnTo>
                  <a:pt x="280" y="10"/>
                </a:lnTo>
                <a:moveTo>
                  <a:pt x="314" y="11"/>
                </a:moveTo>
                <a:lnTo>
                  <a:pt x="384" y="1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8" name="Freeform 1573">
            <a:extLst>
              <a:ext uri="{FF2B5EF4-FFF2-40B4-BE49-F238E27FC236}">
                <a16:creationId xmlns:a16="http://schemas.microsoft.com/office/drawing/2014/main" id="{C52C6292-61EC-7354-E114-8D0293CB3229}"/>
              </a:ext>
            </a:extLst>
          </p:cNvPr>
          <p:cNvSpPr>
            <a:spLocks noEditPoints="1"/>
          </p:cNvSpPr>
          <p:nvPr/>
        </p:nvSpPr>
        <p:spPr bwMode="auto">
          <a:xfrm>
            <a:off x="4738688" y="1054101"/>
            <a:ext cx="200025" cy="96838"/>
          </a:xfrm>
          <a:custGeom>
            <a:avLst/>
            <a:gdLst>
              <a:gd name="T0" fmla="*/ 252 w 252"/>
              <a:gd name="T1" fmla="*/ 0 h 122"/>
              <a:gd name="T2" fmla="*/ 188 w 252"/>
              <a:gd name="T3" fmla="*/ 31 h 122"/>
              <a:gd name="T4" fmla="*/ 158 w 252"/>
              <a:gd name="T5" fmla="*/ 46 h 122"/>
              <a:gd name="T6" fmla="*/ 94 w 252"/>
              <a:gd name="T7" fmla="*/ 77 h 122"/>
              <a:gd name="T8" fmla="*/ 63 w 252"/>
              <a:gd name="T9" fmla="*/ 91 h 122"/>
              <a:gd name="T10" fmla="*/ 0 w 252"/>
              <a:gd name="T11" fmla="*/ 122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2" h="122">
                <a:moveTo>
                  <a:pt x="252" y="0"/>
                </a:moveTo>
                <a:lnTo>
                  <a:pt x="188" y="31"/>
                </a:lnTo>
                <a:moveTo>
                  <a:pt x="158" y="46"/>
                </a:moveTo>
                <a:lnTo>
                  <a:pt x="94" y="77"/>
                </a:lnTo>
                <a:moveTo>
                  <a:pt x="63" y="91"/>
                </a:moveTo>
                <a:lnTo>
                  <a:pt x="0" y="12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9" name="Freeform 1574">
            <a:extLst>
              <a:ext uri="{FF2B5EF4-FFF2-40B4-BE49-F238E27FC236}">
                <a16:creationId xmlns:a16="http://schemas.microsoft.com/office/drawing/2014/main" id="{F4D467AD-8D39-8968-5A5D-D24362FAA9FE}"/>
              </a:ext>
            </a:extLst>
          </p:cNvPr>
          <p:cNvSpPr>
            <a:spLocks noEditPoints="1"/>
          </p:cNvSpPr>
          <p:nvPr/>
        </p:nvSpPr>
        <p:spPr bwMode="auto">
          <a:xfrm>
            <a:off x="5357813" y="1760538"/>
            <a:ext cx="171450" cy="1588"/>
          </a:xfrm>
          <a:custGeom>
            <a:avLst/>
            <a:gdLst>
              <a:gd name="T0" fmla="*/ 216 w 216"/>
              <a:gd name="T1" fmla="*/ 0 h 2"/>
              <a:gd name="T2" fmla="*/ 146 w 216"/>
              <a:gd name="T3" fmla="*/ 0 h 2"/>
              <a:gd name="T4" fmla="*/ 112 w 216"/>
              <a:gd name="T5" fmla="*/ 1 h 2"/>
              <a:gd name="T6" fmla="*/ 41 w 216"/>
              <a:gd name="T7" fmla="*/ 1 h 2"/>
              <a:gd name="T8" fmla="*/ 7 w 216"/>
              <a:gd name="T9" fmla="*/ 1 h 2"/>
              <a:gd name="T10" fmla="*/ 0 w 216"/>
              <a:gd name="T11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" h="2">
                <a:moveTo>
                  <a:pt x="216" y="0"/>
                </a:moveTo>
                <a:lnTo>
                  <a:pt x="146" y="0"/>
                </a:lnTo>
                <a:moveTo>
                  <a:pt x="112" y="1"/>
                </a:moveTo>
                <a:lnTo>
                  <a:pt x="41" y="1"/>
                </a:lnTo>
                <a:moveTo>
                  <a:pt x="7" y="1"/>
                </a:moveTo>
                <a:lnTo>
                  <a:pt x="0" y="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0" name="Freeform 1575">
            <a:extLst>
              <a:ext uri="{FF2B5EF4-FFF2-40B4-BE49-F238E27FC236}">
                <a16:creationId xmlns:a16="http://schemas.microsoft.com/office/drawing/2014/main" id="{AC9E5B26-A5DB-FD1A-8DBE-17DE43E81633}"/>
              </a:ext>
            </a:extLst>
          </p:cNvPr>
          <p:cNvSpPr>
            <a:spLocks noEditPoints="1"/>
          </p:cNvSpPr>
          <p:nvPr/>
        </p:nvSpPr>
        <p:spPr bwMode="auto">
          <a:xfrm>
            <a:off x="4581525" y="3232151"/>
            <a:ext cx="98425" cy="26988"/>
          </a:xfrm>
          <a:custGeom>
            <a:avLst/>
            <a:gdLst>
              <a:gd name="T0" fmla="*/ 124 w 124"/>
              <a:gd name="T1" fmla="*/ 0 h 34"/>
              <a:gd name="T2" fmla="*/ 56 w 124"/>
              <a:gd name="T3" fmla="*/ 19 h 34"/>
              <a:gd name="T4" fmla="*/ 23 w 124"/>
              <a:gd name="T5" fmla="*/ 28 h 34"/>
              <a:gd name="T6" fmla="*/ 0 w 124"/>
              <a:gd name="T7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4">
                <a:moveTo>
                  <a:pt x="124" y="0"/>
                </a:moveTo>
                <a:lnTo>
                  <a:pt x="56" y="19"/>
                </a:lnTo>
                <a:moveTo>
                  <a:pt x="23" y="28"/>
                </a:moveTo>
                <a:lnTo>
                  <a:pt x="0" y="3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1" name="Freeform 1576">
            <a:extLst>
              <a:ext uri="{FF2B5EF4-FFF2-40B4-BE49-F238E27FC236}">
                <a16:creationId xmlns:a16="http://schemas.microsoft.com/office/drawing/2014/main" id="{F87BE0A8-50ED-E539-817E-6701E9C11864}"/>
              </a:ext>
            </a:extLst>
          </p:cNvPr>
          <p:cNvSpPr>
            <a:spLocks noEditPoints="1"/>
          </p:cNvSpPr>
          <p:nvPr/>
        </p:nvSpPr>
        <p:spPr bwMode="auto">
          <a:xfrm>
            <a:off x="5183188" y="614363"/>
            <a:ext cx="284163" cy="90488"/>
          </a:xfrm>
          <a:custGeom>
            <a:avLst/>
            <a:gdLst>
              <a:gd name="T0" fmla="*/ 357 w 357"/>
              <a:gd name="T1" fmla="*/ 0 h 115"/>
              <a:gd name="T2" fmla="*/ 290 w 357"/>
              <a:gd name="T3" fmla="*/ 21 h 115"/>
              <a:gd name="T4" fmla="*/ 257 w 357"/>
              <a:gd name="T5" fmla="*/ 32 h 115"/>
              <a:gd name="T6" fmla="*/ 190 w 357"/>
              <a:gd name="T7" fmla="*/ 54 h 115"/>
              <a:gd name="T8" fmla="*/ 158 w 357"/>
              <a:gd name="T9" fmla="*/ 64 h 115"/>
              <a:gd name="T10" fmla="*/ 90 w 357"/>
              <a:gd name="T11" fmla="*/ 86 h 115"/>
              <a:gd name="T12" fmla="*/ 58 w 357"/>
              <a:gd name="T13" fmla="*/ 96 h 115"/>
              <a:gd name="T14" fmla="*/ 0 w 357"/>
              <a:gd name="T15" fmla="*/ 115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57" h="115">
                <a:moveTo>
                  <a:pt x="357" y="0"/>
                </a:moveTo>
                <a:lnTo>
                  <a:pt x="290" y="21"/>
                </a:lnTo>
                <a:moveTo>
                  <a:pt x="257" y="32"/>
                </a:moveTo>
                <a:lnTo>
                  <a:pt x="190" y="54"/>
                </a:lnTo>
                <a:moveTo>
                  <a:pt x="158" y="64"/>
                </a:moveTo>
                <a:lnTo>
                  <a:pt x="90" y="86"/>
                </a:lnTo>
                <a:moveTo>
                  <a:pt x="58" y="96"/>
                </a:moveTo>
                <a:lnTo>
                  <a:pt x="0" y="11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2" name="Freeform 1577">
            <a:extLst>
              <a:ext uri="{FF2B5EF4-FFF2-40B4-BE49-F238E27FC236}">
                <a16:creationId xmlns:a16="http://schemas.microsoft.com/office/drawing/2014/main" id="{90C2105E-4055-47A4-EEA4-BFD0200B9A18}"/>
              </a:ext>
            </a:extLst>
          </p:cNvPr>
          <p:cNvSpPr>
            <a:spLocks noEditPoints="1"/>
          </p:cNvSpPr>
          <p:nvPr/>
        </p:nvSpPr>
        <p:spPr bwMode="auto">
          <a:xfrm>
            <a:off x="4002088" y="1552576"/>
            <a:ext cx="139700" cy="1588"/>
          </a:xfrm>
          <a:custGeom>
            <a:avLst/>
            <a:gdLst>
              <a:gd name="T0" fmla="*/ 175 w 175"/>
              <a:gd name="T1" fmla="*/ 0 h 1"/>
              <a:gd name="T2" fmla="*/ 105 w 175"/>
              <a:gd name="T3" fmla="*/ 0 h 1"/>
              <a:gd name="T4" fmla="*/ 71 w 175"/>
              <a:gd name="T5" fmla="*/ 0 h 1"/>
              <a:gd name="T6" fmla="*/ 0 w 175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" h="1">
                <a:moveTo>
                  <a:pt x="175" y="0"/>
                </a:moveTo>
                <a:lnTo>
                  <a:pt x="105" y="0"/>
                </a:lnTo>
                <a:moveTo>
                  <a:pt x="71" y="0"/>
                </a:moveTo>
                <a:lnTo>
                  <a:pt x="0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3" name="Freeform 1578">
            <a:extLst>
              <a:ext uri="{FF2B5EF4-FFF2-40B4-BE49-F238E27FC236}">
                <a16:creationId xmlns:a16="http://schemas.microsoft.com/office/drawing/2014/main" id="{B36DD219-5BE0-EC19-9809-15F23D6588C2}"/>
              </a:ext>
            </a:extLst>
          </p:cNvPr>
          <p:cNvSpPr>
            <a:spLocks noEditPoints="1"/>
          </p:cNvSpPr>
          <p:nvPr/>
        </p:nvSpPr>
        <p:spPr bwMode="auto">
          <a:xfrm>
            <a:off x="5521325" y="1243013"/>
            <a:ext cx="93663" cy="6350"/>
          </a:xfrm>
          <a:custGeom>
            <a:avLst/>
            <a:gdLst>
              <a:gd name="T0" fmla="*/ 117 w 117"/>
              <a:gd name="T1" fmla="*/ 0 h 7"/>
              <a:gd name="T2" fmla="*/ 46 w 117"/>
              <a:gd name="T3" fmla="*/ 4 h 7"/>
              <a:gd name="T4" fmla="*/ 12 w 117"/>
              <a:gd name="T5" fmla="*/ 6 h 7"/>
              <a:gd name="T6" fmla="*/ 0 w 117"/>
              <a:gd name="T7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7" h="7">
                <a:moveTo>
                  <a:pt x="117" y="0"/>
                </a:moveTo>
                <a:lnTo>
                  <a:pt x="46" y="4"/>
                </a:lnTo>
                <a:moveTo>
                  <a:pt x="12" y="6"/>
                </a:moveTo>
                <a:lnTo>
                  <a:pt x="0" y="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4" name="Line 1579">
            <a:extLst>
              <a:ext uri="{FF2B5EF4-FFF2-40B4-BE49-F238E27FC236}">
                <a16:creationId xmlns:a16="http://schemas.microsoft.com/office/drawing/2014/main" id="{BB94C8E1-9D9C-BF94-A8AB-97E102EAD0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9063" y="2606676"/>
            <a:ext cx="50800" cy="238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5" name="Freeform 1580">
            <a:extLst>
              <a:ext uri="{FF2B5EF4-FFF2-40B4-BE49-F238E27FC236}">
                <a16:creationId xmlns:a16="http://schemas.microsoft.com/office/drawing/2014/main" id="{D38AC43D-F833-FC51-076A-3B337D18A5C5}"/>
              </a:ext>
            </a:extLst>
          </p:cNvPr>
          <p:cNvSpPr>
            <a:spLocks noEditPoints="1"/>
          </p:cNvSpPr>
          <p:nvPr/>
        </p:nvSpPr>
        <p:spPr bwMode="auto">
          <a:xfrm>
            <a:off x="4089400" y="2905126"/>
            <a:ext cx="133350" cy="3175"/>
          </a:xfrm>
          <a:custGeom>
            <a:avLst/>
            <a:gdLst>
              <a:gd name="T0" fmla="*/ 168 w 168"/>
              <a:gd name="T1" fmla="*/ 0 h 3"/>
              <a:gd name="T2" fmla="*/ 97 w 168"/>
              <a:gd name="T3" fmla="*/ 1 h 3"/>
              <a:gd name="T4" fmla="*/ 63 w 168"/>
              <a:gd name="T5" fmla="*/ 2 h 3"/>
              <a:gd name="T6" fmla="*/ 0 w 168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8" h="3">
                <a:moveTo>
                  <a:pt x="168" y="0"/>
                </a:moveTo>
                <a:lnTo>
                  <a:pt x="97" y="1"/>
                </a:lnTo>
                <a:moveTo>
                  <a:pt x="63" y="2"/>
                </a:moveTo>
                <a:lnTo>
                  <a:pt x="0" y="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6" name="Freeform 1581">
            <a:extLst>
              <a:ext uri="{FF2B5EF4-FFF2-40B4-BE49-F238E27FC236}">
                <a16:creationId xmlns:a16="http://schemas.microsoft.com/office/drawing/2014/main" id="{FF8BEFDC-6ACB-57F7-02DF-C19495BF1885}"/>
              </a:ext>
            </a:extLst>
          </p:cNvPr>
          <p:cNvSpPr>
            <a:spLocks noEditPoints="1"/>
          </p:cNvSpPr>
          <p:nvPr/>
        </p:nvSpPr>
        <p:spPr bwMode="auto">
          <a:xfrm>
            <a:off x="5364163" y="2384426"/>
            <a:ext cx="98425" cy="17463"/>
          </a:xfrm>
          <a:custGeom>
            <a:avLst/>
            <a:gdLst>
              <a:gd name="T0" fmla="*/ 124 w 124"/>
              <a:gd name="T1" fmla="*/ 0 h 23"/>
              <a:gd name="T2" fmla="*/ 54 w 124"/>
              <a:gd name="T3" fmla="*/ 13 h 23"/>
              <a:gd name="T4" fmla="*/ 21 w 124"/>
              <a:gd name="T5" fmla="*/ 19 h 23"/>
              <a:gd name="T6" fmla="*/ 0 w 124"/>
              <a:gd name="T7" fmla="*/ 23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23">
                <a:moveTo>
                  <a:pt x="124" y="0"/>
                </a:moveTo>
                <a:lnTo>
                  <a:pt x="54" y="13"/>
                </a:lnTo>
                <a:moveTo>
                  <a:pt x="21" y="19"/>
                </a:moveTo>
                <a:lnTo>
                  <a:pt x="0" y="2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7" name="Freeform 1582">
            <a:extLst>
              <a:ext uri="{FF2B5EF4-FFF2-40B4-BE49-F238E27FC236}">
                <a16:creationId xmlns:a16="http://schemas.microsoft.com/office/drawing/2014/main" id="{7BB74A59-4007-EF1B-241C-5709EAEAE85D}"/>
              </a:ext>
            </a:extLst>
          </p:cNvPr>
          <p:cNvSpPr>
            <a:spLocks noEditPoints="1"/>
          </p:cNvSpPr>
          <p:nvPr/>
        </p:nvSpPr>
        <p:spPr bwMode="auto">
          <a:xfrm>
            <a:off x="4498975" y="2157413"/>
            <a:ext cx="134938" cy="0"/>
          </a:xfrm>
          <a:custGeom>
            <a:avLst/>
            <a:gdLst>
              <a:gd name="T0" fmla="*/ 0 w 169"/>
              <a:gd name="T1" fmla="*/ 70 w 169"/>
              <a:gd name="T2" fmla="*/ 104 w 169"/>
              <a:gd name="T3" fmla="*/ 169 w 16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169">
                <a:moveTo>
                  <a:pt x="0" y="0"/>
                </a:moveTo>
                <a:lnTo>
                  <a:pt x="70" y="0"/>
                </a:lnTo>
                <a:moveTo>
                  <a:pt x="104" y="0"/>
                </a:moveTo>
                <a:lnTo>
                  <a:pt x="169" y="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8" name="Line 1583">
            <a:extLst>
              <a:ext uri="{FF2B5EF4-FFF2-40B4-BE49-F238E27FC236}">
                <a16:creationId xmlns:a16="http://schemas.microsoft.com/office/drawing/2014/main" id="{6E7FA070-6B7C-F786-B8DE-66EB4D2AA9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4025" y="2109788"/>
            <a:ext cx="55563" cy="31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9" name="Freeform 1584">
            <a:extLst>
              <a:ext uri="{FF2B5EF4-FFF2-40B4-BE49-F238E27FC236}">
                <a16:creationId xmlns:a16="http://schemas.microsoft.com/office/drawing/2014/main" id="{7C0F518A-1F21-D884-9821-3D139DA52132}"/>
              </a:ext>
            </a:extLst>
          </p:cNvPr>
          <p:cNvSpPr>
            <a:spLocks noEditPoints="1"/>
          </p:cNvSpPr>
          <p:nvPr/>
        </p:nvSpPr>
        <p:spPr bwMode="auto">
          <a:xfrm>
            <a:off x="4268788" y="1449388"/>
            <a:ext cx="379413" cy="85725"/>
          </a:xfrm>
          <a:custGeom>
            <a:avLst/>
            <a:gdLst>
              <a:gd name="T0" fmla="*/ 478 w 478"/>
              <a:gd name="T1" fmla="*/ 0 h 109"/>
              <a:gd name="T2" fmla="*/ 409 w 478"/>
              <a:gd name="T3" fmla="*/ 16 h 109"/>
              <a:gd name="T4" fmla="*/ 375 w 478"/>
              <a:gd name="T5" fmla="*/ 23 h 109"/>
              <a:gd name="T6" fmla="*/ 306 w 478"/>
              <a:gd name="T7" fmla="*/ 39 h 109"/>
              <a:gd name="T8" fmla="*/ 273 w 478"/>
              <a:gd name="T9" fmla="*/ 46 h 109"/>
              <a:gd name="T10" fmla="*/ 204 w 478"/>
              <a:gd name="T11" fmla="*/ 62 h 109"/>
              <a:gd name="T12" fmla="*/ 171 w 478"/>
              <a:gd name="T13" fmla="*/ 70 h 109"/>
              <a:gd name="T14" fmla="*/ 102 w 478"/>
              <a:gd name="T15" fmla="*/ 85 h 109"/>
              <a:gd name="T16" fmla="*/ 69 w 478"/>
              <a:gd name="T17" fmla="*/ 93 h 109"/>
              <a:gd name="T18" fmla="*/ 0 w 478"/>
              <a:gd name="T1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78" h="109">
                <a:moveTo>
                  <a:pt x="478" y="0"/>
                </a:moveTo>
                <a:lnTo>
                  <a:pt x="409" y="16"/>
                </a:lnTo>
                <a:moveTo>
                  <a:pt x="375" y="23"/>
                </a:moveTo>
                <a:lnTo>
                  <a:pt x="306" y="39"/>
                </a:lnTo>
                <a:moveTo>
                  <a:pt x="273" y="46"/>
                </a:moveTo>
                <a:lnTo>
                  <a:pt x="204" y="62"/>
                </a:lnTo>
                <a:moveTo>
                  <a:pt x="171" y="70"/>
                </a:moveTo>
                <a:lnTo>
                  <a:pt x="102" y="85"/>
                </a:lnTo>
                <a:moveTo>
                  <a:pt x="69" y="93"/>
                </a:moveTo>
                <a:lnTo>
                  <a:pt x="0" y="10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0" name="Freeform 1585">
            <a:extLst>
              <a:ext uri="{FF2B5EF4-FFF2-40B4-BE49-F238E27FC236}">
                <a16:creationId xmlns:a16="http://schemas.microsoft.com/office/drawing/2014/main" id="{D4282198-99A1-3002-2090-A04738298FFF}"/>
              </a:ext>
            </a:extLst>
          </p:cNvPr>
          <p:cNvSpPr>
            <a:spLocks noEditPoints="1"/>
          </p:cNvSpPr>
          <p:nvPr/>
        </p:nvSpPr>
        <p:spPr bwMode="auto">
          <a:xfrm>
            <a:off x="4162425" y="874713"/>
            <a:ext cx="190500" cy="96838"/>
          </a:xfrm>
          <a:custGeom>
            <a:avLst/>
            <a:gdLst>
              <a:gd name="T0" fmla="*/ 240 w 240"/>
              <a:gd name="T1" fmla="*/ 0 h 123"/>
              <a:gd name="T2" fmla="*/ 177 w 240"/>
              <a:gd name="T3" fmla="*/ 32 h 123"/>
              <a:gd name="T4" fmla="*/ 147 w 240"/>
              <a:gd name="T5" fmla="*/ 48 h 123"/>
              <a:gd name="T6" fmla="*/ 84 w 240"/>
              <a:gd name="T7" fmla="*/ 80 h 123"/>
              <a:gd name="T8" fmla="*/ 54 w 240"/>
              <a:gd name="T9" fmla="*/ 96 h 123"/>
              <a:gd name="T10" fmla="*/ 0 w 240"/>
              <a:gd name="T11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0" h="123">
                <a:moveTo>
                  <a:pt x="240" y="0"/>
                </a:moveTo>
                <a:lnTo>
                  <a:pt x="177" y="32"/>
                </a:lnTo>
                <a:moveTo>
                  <a:pt x="147" y="48"/>
                </a:moveTo>
                <a:lnTo>
                  <a:pt x="84" y="80"/>
                </a:lnTo>
                <a:moveTo>
                  <a:pt x="54" y="96"/>
                </a:moveTo>
                <a:lnTo>
                  <a:pt x="0" y="12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1" name="Freeform 1586">
            <a:extLst>
              <a:ext uri="{FF2B5EF4-FFF2-40B4-BE49-F238E27FC236}">
                <a16:creationId xmlns:a16="http://schemas.microsoft.com/office/drawing/2014/main" id="{60BA11D3-4DB2-859E-3A4A-EE91AD5E4958}"/>
              </a:ext>
            </a:extLst>
          </p:cNvPr>
          <p:cNvSpPr>
            <a:spLocks noEditPoints="1"/>
          </p:cNvSpPr>
          <p:nvPr/>
        </p:nvSpPr>
        <p:spPr bwMode="auto">
          <a:xfrm>
            <a:off x="4986338" y="1830388"/>
            <a:ext cx="107950" cy="4763"/>
          </a:xfrm>
          <a:custGeom>
            <a:avLst/>
            <a:gdLst>
              <a:gd name="T0" fmla="*/ 135 w 135"/>
              <a:gd name="T1" fmla="*/ 0 h 7"/>
              <a:gd name="T2" fmla="*/ 64 w 135"/>
              <a:gd name="T3" fmla="*/ 4 h 7"/>
              <a:gd name="T4" fmla="*/ 30 w 135"/>
              <a:gd name="T5" fmla="*/ 5 h 7"/>
              <a:gd name="T6" fmla="*/ 0 w 135"/>
              <a:gd name="T7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5" h="7">
                <a:moveTo>
                  <a:pt x="135" y="0"/>
                </a:moveTo>
                <a:lnTo>
                  <a:pt x="64" y="4"/>
                </a:lnTo>
                <a:moveTo>
                  <a:pt x="30" y="5"/>
                </a:moveTo>
                <a:lnTo>
                  <a:pt x="0" y="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2" name="Freeform 1587">
            <a:extLst>
              <a:ext uri="{FF2B5EF4-FFF2-40B4-BE49-F238E27FC236}">
                <a16:creationId xmlns:a16="http://schemas.microsoft.com/office/drawing/2014/main" id="{9434BA6C-6E69-B175-4A25-1DED225386B1}"/>
              </a:ext>
            </a:extLst>
          </p:cNvPr>
          <p:cNvSpPr>
            <a:spLocks noEditPoints="1"/>
          </p:cNvSpPr>
          <p:nvPr/>
        </p:nvSpPr>
        <p:spPr bwMode="auto">
          <a:xfrm>
            <a:off x="5011738" y="1552576"/>
            <a:ext cx="96838" cy="0"/>
          </a:xfrm>
          <a:custGeom>
            <a:avLst/>
            <a:gdLst>
              <a:gd name="T0" fmla="*/ 0 w 123"/>
              <a:gd name="T1" fmla="*/ 0 h 1"/>
              <a:gd name="T2" fmla="*/ 71 w 123"/>
              <a:gd name="T3" fmla="*/ 0 h 1"/>
              <a:gd name="T4" fmla="*/ 105 w 123"/>
              <a:gd name="T5" fmla="*/ 0 h 1"/>
              <a:gd name="T6" fmla="*/ 123 w 123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">
                <a:moveTo>
                  <a:pt x="0" y="0"/>
                </a:moveTo>
                <a:lnTo>
                  <a:pt x="71" y="0"/>
                </a:lnTo>
                <a:moveTo>
                  <a:pt x="105" y="0"/>
                </a:moveTo>
                <a:lnTo>
                  <a:pt x="123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3" name="Line 1588">
            <a:extLst>
              <a:ext uri="{FF2B5EF4-FFF2-40B4-BE49-F238E27FC236}">
                <a16:creationId xmlns:a16="http://schemas.microsoft.com/office/drawing/2014/main" id="{B510A7D7-52B1-70AC-FEEB-DC6CAE264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220913"/>
            <a:ext cx="4921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4" name="Freeform 1589">
            <a:extLst>
              <a:ext uri="{FF2B5EF4-FFF2-40B4-BE49-F238E27FC236}">
                <a16:creationId xmlns:a16="http://schemas.microsoft.com/office/drawing/2014/main" id="{10D1D7A3-1D12-7A86-F72C-0B4887F0F8FA}"/>
              </a:ext>
            </a:extLst>
          </p:cNvPr>
          <p:cNvSpPr>
            <a:spLocks noEditPoints="1"/>
          </p:cNvSpPr>
          <p:nvPr/>
        </p:nvSpPr>
        <p:spPr bwMode="auto">
          <a:xfrm>
            <a:off x="4471988" y="668338"/>
            <a:ext cx="177800" cy="9525"/>
          </a:xfrm>
          <a:custGeom>
            <a:avLst/>
            <a:gdLst>
              <a:gd name="T0" fmla="*/ 0 w 224"/>
              <a:gd name="T1" fmla="*/ 0 h 11"/>
              <a:gd name="T2" fmla="*/ 70 w 224"/>
              <a:gd name="T3" fmla="*/ 3 h 11"/>
              <a:gd name="T4" fmla="*/ 104 w 224"/>
              <a:gd name="T5" fmla="*/ 5 h 11"/>
              <a:gd name="T6" fmla="*/ 175 w 224"/>
              <a:gd name="T7" fmla="*/ 9 h 11"/>
              <a:gd name="T8" fmla="*/ 209 w 224"/>
              <a:gd name="T9" fmla="*/ 11 h 11"/>
              <a:gd name="T10" fmla="*/ 224 w 224"/>
              <a:gd name="T11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11">
                <a:moveTo>
                  <a:pt x="0" y="0"/>
                </a:moveTo>
                <a:lnTo>
                  <a:pt x="70" y="3"/>
                </a:lnTo>
                <a:moveTo>
                  <a:pt x="104" y="5"/>
                </a:moveTo>
                <a:lnTo>
                  <a:pt x="175" y="9"/>
                </a:lnTo>
                <a:moveTo>
                  <a:pt x="209" y="11"/>
                </a:moveTo>
                <a:lnTo>
                  <a:pt x="224" y="1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5" name="Line 1590">
            <a:extLst>
              <a:ext uri="{FF2B5EF4-FFF2-40B4-BE49-F238E27FC236}">
                <a16:creationId xmlns:a16="http://schemas.microsoft.com/office/drawing/2014/main" id="{15C1E5AE-D8F1-C673-6B9A-3DF5E35CEF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6138" y="1295401"/>
            <a:ext cx="4445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6" name="Freeform 1591">
            <a:extLst>
              <a:ext uri="{FF2B5EF4-FFF2-40B4-BE49-F238E27FC236}">
                <a16:creationId xmlns:a16="http://schemas.microsoft.com/office/drawing/2014/main" id="{B0D96B2E-657B-C9C9-F5E3-9C467D69A1DD}"/>
              </a:ext>
            </a:extLst>
          </p:cNvPr>
          <p:cNvSpPr>
            <a:spLocks noEditPoints="1"/>
          </p:cNvSpPr>
          <p:nvPr/>
        </p:nvSpPr>
        <p:spPr bwMode="auto">
          <a:xfrm>
            <a:off x="4926013" y="3181351"/>
            <a:ext cx="260350" cy="7938"/>
          </a:xfrm>
          <a:custGeom>
            <a:avLst/>
            <a:gdLst>
              <a:gd name="T0" fmla="*/ 0 w 328"/>
              <a:gd name="T1" fmla="*/ 0 h 10"/>
              <a:gd name="T2" fmla="*/ 71 w 328"/>
              <a:gd name="T3" fmla="*/ 3 h 10"/>
              <a:gd name="T4" fmla="*/ 105 w 328"/>
              <a:gd name="T5" fmla="*/ 4 h 10"/>
              <a:gd name="T6" fmla="*/ 175 w 328"/>
              <a:gd name="T7" fmla="*/ 6 h 10"/>
              <a:gd name="T8" fmla="*/ 209 w 328"/>
              <a:gd name="T9" fmla="*/ 7 h 10"/>
              <a:gd name="T10" fmla="*/ 280 w 328"/>
              <a:gd name="T11" fmla="*/ 9 h 10"/>
              <a:gd name="T12" fmla="*/ 314 w 328"/>
              <a:gd name="T13" fmla="*/ 10 h 10"/>
              <a:gd name="T14" fmla="*/ 328 w 328"/>
              <a:gd name="T15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28" h="10">
                <a:moveTo>
                  <a:pt x="0" y="0"/>
                </a:moveTo>
                <a:lnTo>
                  <a:pt x="71" y="3"/>
                </a:lnTo>
                <a:moveTo>
                  <a:pt x="105" y="4"/>
                </a:moveTo>
                <a:lnTo>
                  <a:pt x="175" y="6"/>
                </a:lnTo>
                <a:moveTo>
                  <a:pt x="209" y="7"/>
                </a:moveTo>
                <a:lnTo>
                  <a:pt x="280" y="9"/>
                </a:lnTo>
                <a:moveTo>
                  <a:pt x="314" y="10"/>
                </a:moveTo>
                <a:lnTo>
                  <a:pt x="328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7" name="Freeform 1592">
            <a:extLst>
              <a:ext uri="{FF2B5EF4-FFF2-40B4-BE49-F238E27FC236}">
                <a16:creationId xmlns:a16="http://schemas.microsoft.com/office/drawing/2014/main" id="{96C2ECBF-EF82-A493-0824-8C89BDEF2D81}"/>
              </a:ext>
            </a:extLst>
          </p:cNvPr>
          <p:cNvSpPr>
            <a:spLocks noEditPoints="1"/>
          </p:cNvSpPr>
          <p:nvPr/>
        </p:nvSpPr>
        <p:spPr bwMode="auto">
          <a:xfrm>
            <a:off x="5214938" y="2166938"/>
            <a:ext cx="139700" cy="0"/>
          </a:xfrm>
          <a:custGeom>
            <a:avLst/>
            <a:gdLst>
              <a:gd name="T0" fmla="*/ 0 w 175"/>
              <a:gd name="T1" fmla="*/ 0 h 1"/>
              <a:gd name="T2" fmla="*/ 71 w 175"/>
              <a:gd name="T3" fmla="*/ 0 h 1"/>
              <a:gd name="T4" fmla="*/ 105 w 175"/>
              <a:gd name="T5" fmla="*/ 1 h 1"/>
              <a:gd name="T6" fmla="*/ 175 w 175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" h="1">
                <a:moveTo>
                  <a:pt x="0" y="0"/>
                </a:moveTo>
                <a:lnTo>
                  <a:pt x="71" y="0"/>
                </a:lnTo>
                <a:moveTo>
                  <a:pt x="105" y="1"/>
                </a:moveTo>
                <a:lnTo>
                  <a:pt x="175" y="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8" name="Freeform 1593">
            <a:extLst>
              <a:ext uri="{FF2B5EF4-FFF2-40B4-BE49-F238E27FC236}">
                <a16:creationId xmlns:a16="http://schemas.microsoft.com/office/drawing/2014/main" id="{F16BF7B8-05A1-659C-1802-4FBA5B3D144E}"/>
              </a:ext>
            </a:extLst>
          </p:cNvPr>
          <p:cNvSpPr>
            <a:spLocks noEditPoints="1"/>
          </p:cNvSpPr>
          <p:nvPr/>
        </p:nvSpPr>
        <p:spPr bwMode="auto">
          <a:xfrm>
            <a:off x="3919538" y="846138"/>
            <a:ext cx="193675" cy="7938"/>
          </a:xfrm>
          <a:custGeom>
            <a:avLst/>
            <a:gdLst>
              <a:gd name="T0" fmla="*/ 242 w 242"/>
              <a:gd name="T1" fmla="*/ 0 h 10"/>
              <a:gd name="T2" fmla="*/ 171 w 242"/>
              <a:gd name="T3" fmla="*/ 3 h 10"/>
              <a:gd name="T4" fmla="*/ 138 w 242"/>
              <a:gd name="T5" fmla="*/ 5 h 10"/>
              <a:gd name="T6" fmla="*/ 67 w 242"/>
              <a:gd name="T7" fmla="*/ 8 h 10"/>
              <a:gd name="T8" fmla="*/ 33 w 242"/>
              <a:gd name="T9" fmla="*/ 9 h 10"/>
              <a:gd name="T10" fmla="*/ 0 w 242"/>
              <a:gd name="T11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2" h="10">
                <a:moveTo>
                  <a:pt x="242" y="0"/>
                </a:moveTo>
                <a:lnTo>
                  <a:pt x="171" y="3"/>
                </a:lnTo>
                <a:moveTo>
                  <a:pt x="138" y="5"/>
                </a:moveTo>
                <a:lnTo>
                  <a:pt x="67" y="8"/>
                </a:lnTo>
                <a:moveTo>
                  <a:pt x="33" y="9"/>
                </a:moveTo>
                <a:lnTo>
                  <a:pt x="0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9" name="Freeform 1594">
            <a:extLst>
              <a:ext uri="{FF2B5EF4-FFF2-40B4-BE49-F238E27FC236}">
                <a16:creationId xmlns:a16="http://schemas.microsoft.com/office/drawing/2014/main" id="{225162C6-5BFB-3191-6F32-C5E9EEFEC3D7}"/>
              </a:ext>
            </a:extLst>
          </p:cNvPr>
          <p:cNvSpPr>
            <a:spLocks noEditPoints="1"/>
          </p:cNvSpPr>
          <p:nvPr/>
        </p:nvSpPr>
        <p:spPr bwMode="auto">
          <a:xfrm>
            <a:off x="4371975" y="3033713"/>
            <a:ext cx="425450" cy="123825"/>
          </a:xfrm>
          <a:custGeom>
            <a:avLst/>
            <a:gdLst>
              <a:gd name="T0" fmla="*/ 536 w 536"/>
              <a:gd name="T1" fmla="*/ 0 h 157"/>
              <a:gd name="T2" fmla="*/ 468 w 536"/>
              <a:gd name="T3" fmla="*/ 20 h 157"/>
              <a:gd name="T4" fmla="*/ 436 w 536"/>
              <a:gd name="T5" fmla="*/ 30 h 157"/>
              <a:gd name="T6" fmla="*/ 368 w 536"/>
              <a:gd name="T7" fmla="*/ 49 h 157"/>
              <a:gd name="T8" fmla="*/ 335 w 536"/>
              <a:gd name="T9" fmla="*/ 59 h 157"/>
              <a:gd name="T10" fmla="*/ 267 w 536"/>
              <a:gd name="T11" fmla="*/ 79 h 157"/>
              <a:gd name="T12" fmla="*/ 234 w 536"/>
              <a:gd name="T13" fmla="*/ 88 h 157"/>
              <a:gd name="T14" fmla="*/ 167 w 536"/>
              <a:gd name="T15" fmla="*/ 108 h 157"/>
              <a:gd name="T16" fmla="*/ 134 w 536"/>
              <a:gd name="T17" fmla="*/ 118 h 157"/>
              <a:gd name="T18" fmla="*/ 66 w 536"/>
              <a:gd name="T19" fmla="*/ 137 h 157"/>
              <a:gd name="T20" fmla="*/ 33 w 536"/>
              <a:gd name="T21" fmla="*/ 147 h 157"/>
              <a:gd name="T22" fmla="*/ 0 w 536"/>
              <a:gd name="T23" fmla="*/ 157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36" h="157">
                <a:moveTo>
                  <a:pt x="536" y="0"/>
                </a:moveTo>
                <a:lnTo>
                  <a:pt x="468" y="20"/>
                </a:lnTo>
                <a:moveTo>
                  <a:pt x="436" y="30"/>
                </a:moveTo>
                <a:lnTo>
                  <a:pt x="368" y="49"/>
                </a:lnTo>
                <a:moveTo>
                  <a:pt x="335" y="59"/>
                </a:moveTo>
                <a:lnTo>
                  <a:pt x="267" y="79"/>
                </a:lnTo>
                <a:moveTo>
                  <a:pt x="234" y="88"/>
                </a:moveTo>
                <a:lnTo>
                  <a:pt x="167" y="108"/>
                </a:lnTo>
                <a:moveTo>
                  <a:pt x="134" y="118"/>
                </a:moveTo>
                <a:lnTo>
                  <a:pt x="66" y="137"/>
                </a:lnTo>
                <a:moveTo>
                  <a:pt x="33" y="147"/>
                </a:moveTo>
                <a:lnTo>
                  <a:pt x="0" y="15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0" name="Freeform 1595">
            <a:extLst>
              <a:ext uri="{FF2B5EF4-FFF2-40B4-BE49-F238E27FC236}">
                <a16:creationId xmlns:a16="http://schemas.microsoft.com/office/drawing/2014/main" id="{573A9309-A8B3-A38B-6B67-9561297AD3CF}"/>
              </a:ext>
            </a:extLst>
          </p:cNvPr>
          <p:cNvSpPr>
            <a:spLocks noEditPoints="1"/>
          </p:cNvSpPr>
          <p:nvPr/>
        </p:nvSpPr>
        <p:spPr bwMode="auto">
          <a:xfrm>
            <a:off x="4668838" y="2032001"/>
            <a:ext cx="120650" cy="68263"/>
          </a:xfrm>
          <a:custGeom>
            <a:avLst/>
            <a:gdLst>
              <a:gd name="T0" fmla="*/ 152 w 152"/>
              <a:gd name="T1" fmla="*/ 0 h 88"/>
              <a:gd name="T2" fmla="*/ 90 w 152"/>
              <a:gd name="T3" fmla="*/ 36 h 88"/>
              <a:gd name="T4" fmla="*/ 61 w 152"/>
              <a:gd name="T5" fmla="*/ 53 h 88"/>
              <a:gd name="T6" fmla="*/ 0 w 152"/>
              <a:gd name="T7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" h="88">
                <a:moveTo>
                  <a:pt x="152" y="0"/>
                </a:moveTo>
                <a:lnTo>
                  <a:pt x="90" y="36"/>
                </a:lnTo>
                <a:moveTo>
                  <a:pt x="61" y="53"/>
                </a:moveTo>
                <a:lnTo>
                  <a:pt x="0" y="8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1" name="Freeform 1596">
            <a:extLst>
              <a:ext uri="{FF2B5EF4-FFF2-40B4-BE49-F238E27FC236}">
                <a16:creationId xmlns:a16="http://schemas.microsoft.com/office/drawing/2014/main" id="{46E7C5B8-F73F-02B7-4953-99DDED2D7DA3}"/>
              </a:ext>
            </a:extLst>
          </p:cNvPr>
          <p:cNvSpPr>
            <a:spLocks noEditPoints="1"/>
          </p:cNvSpPr>
          <p:nvPr/>
        </p:nvSpPr>
        <p:spPr bwMode="auto">
          <a:xfrm>
            <a:off x="3911600" y="1460501"/>
            <a:ext cx="185738" cy="122238"/>
          </a:xfrm>
          <a:custGeom>
            <a:avLst/>
            <a:gdLst>
              <a:gd name="T0" fmla="*/ 234 w 234"/>
              <a:gd name="T1" fmla="*/ 0 h 154"/>
              <a:gd name="T2" fmla="*/ 175 w 234"/>
              <a:gd name="T3" fmla="*/ 39 h 154"/>
              <a:gd name="T4" fmla="*/ 146 w 234"/>
              <a:gd name="T5" fmla="*/ 57 h 154"/>
              <a:gd name="T6" fmla="*/ 87 w 234"/>
              <a:gd name="T7" fmla="*/ 96 h 154"/>
              <a:gd name="T8" fmla="*/ 59 w 234"/>
              <a:gd name="T9" fmla="*/ 115 h 154"/>
              <a:gd name="T10" fmla="*/ 0 w 234"/>
              <a:gd name="T11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4" h="154">
                <a:moveTo>
                  <a:pt x="234" y="0"/>
                </a:moveTo>
                <a:lnTo>
                  <a:pt x="175" y="39"/>
                </a:lnTo>
                <a:moveTo>
                  <a:pt x="146" y="57"/>
                </a:moveTo>
                <a:lnTo>
                  <a:pt x="87" y="96"/>
                </a:lnTo>
                <a:moveTo>
                  <a:pt x="59" y="115"/>
                </a:moveTo>
                <a:lnTo>
                  <a:pt x="0" y="1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2" name="Freeform 1597">
            <a:extLst>
              <a:ext uri="{FF2B5EF4-FFF2-40B4-BE49-F238E27FC236}">
                <a16:creationId xmlns:a16="http://schemas.microsoft.com/office/drawing/2014/main" id="{9FF894E9-C1CC-5C8A-15C0-3279B8191BAA}"/>
              </a:ext>
            </a:extLst>
          </p:cNvPr>
          <p:cNvSpPr>
            <a:spLocks noEditPoints="1"/>
          </p:cNvSpPr>
          <p:nvPr/>
        </p:nvSpPr>
        <p:spPr bwMode="auto">
          <a:xfrm>
            <a:off x="5173663" y="2246313"/>
            <a:ext cx="138113" cy="17463"/>
          </a:xfrm>
          <a:custGeom>
            <a:avLst/>
            <a:gdLst>
              <a:gd name="T0" fmla="*/ 0 w 174"/>
              <a:gd name="T1" fmla="*/ 0 h 23"/>
              <a:gd name="T2" fmla="*/ 70 w 174"/>
              <a:gd name="T3" fmla="*/ 9 h 23"/>
              <a:gd name="T4" fmla="*/ 103 w 174"/>
              <a:gd name="T5" fmla="*/ 13 h 23"/>
              <a:gd name="T6" fmla="*/ 174 w 174"/>
              <a:gd name="T7" fmla="*/ 23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4" h="23">
                <a:moveTo>
                  <a:pt x="0" y="0"/>
                </a:moveTo>
                <a:lnTo>
                  <a:pt x="70" y="9"/>
                </a:lnTo>
                <a:moveTo>
                  <a:pt x="103" y="13"/>
                </a:moveTo>
                <a:lnTo>
                  <a:pt x="174" y="2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3" name="Line 1598">
            <a:extLst>
              <a:ext uri="{FF2B5EF4-FFF2-40B4-BE49-F238E27FC236}">
                <a16:creationId xmlns:a16="http://schemas.microsoft.com/office/drawing/2014/main" id="{4F7524D6-5660-334C-DBC7-4666EA151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209801"/>
            <a:ext cx="5556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4" name="Freeform 1599">
            <a:extLst>
              <a:ext uri="{FF2B5EF4-FFF2-40B4-BE49-F238E27FC236}">
                <a16:creationId xmlns:a16="http://schemas.microsoft.com/office/drawing/2014/main" id="{7C87B038-4EF0-7759-754C-94C82B3D6354}"/>
              </a:ext>
            </a:extLst>
          </p:cNvPr>
          <p:cNvSpPr>
            <a:spLocks noEditPoints="1"/>
          </p:cNvSpPr>
          <p:nvPr/>
        </p:nvSpPr>
        <p:spPr bwMode="auto">
          <a:xfrm>
            <a:off x="3927475" y="820738"/>
            <a:ext cx="187325" cy="0"/>
          </a:xfrm>
          <a:custGeom>
            <a:avLst/>
            <a:gdLst>
              <a:gd name="T0" fmla="*/ 235 w 235"/>
              <a:gd name="T1" fmla="*/ 164 w 235"/>
              <a:gd name="T2" fmla="*/ 130 w 235"/>
              <a:gd name="T3" fmla="*/ 59 w 235"/>
              <a:gd name="T4" fmla="*/ 25 w 235"/>
              <a:gd name="T5" fmla="*/ 0 w 235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</a:cxnLst>
            <a:rect l="0" t="0" r="r" b="b"/>
            <a:pathLst>
              <a:path w="235">
                <a:moveTo>
                  <a:pt x="235" y="0"/>
                </a:moveTo>
                <a:lnTo>
                  <a:pt x="164" y="0"/>
                </a:lnTo>
                <a:moveTo>
                  <a:pt x="130" y="0"/>
                </a:moveTo>
                <a:lnTo>
                  <a:pt x="59" y="0"/>
                </a:lnTo>
                <a:moveTo>
                  <a:pt x="25" y="0"/>
                </a:moveTo>
                <a:lnTo>
                  <a:pt x="0" y="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5" name="Freeform 1600">
            <a:extLst>
              <a:ext uri="{FF2B5EF4-FFF2-40B4-BE49-F238E27FC236}">
                <a16:creationId xmlns:a16="http://schemas.microsoft.com/office/drawing/2014/main" id="{84CE7E06-42AE-69C6-421C-4A2F8F2CF353}"/>
              </a:ext>
            </a:extLst>
          </p:cNvPr>
          <p:cNvSpPr>
            <a:spLocks noEditPoints="1"/>
          </p:cNvSpPr>
          <p:nvPr/>
        </p:nvSpPr>
        <p:spPr bwMode="auto">
          <a:xfrm>
            <a:off x="4714875" y="355601"/>
            <a:ext cx="388938" cy="6350"/>
          </a:xfrm>
          <a:custGeom>
            <a:avLst/>
            <a:gdLst>
              <a:gd name="T0" fmla="*/ 490 w 490"/>
              <a:gd name="T1" fmla="*/ 0 h 8"/>
              <a:gd name="T2" fmla="*/ 419 w 490"/>
              <a:gd name="T3" fmla="*/ 1 h 8"/>
              <a:gd name="T4" fmla="*/ 385 w 490"/>
              <a:gd name="T5" fmla="*/ 2 h 8"/>
              <a:gd name="T6" fmla="*/ 314 w 490"/>
              <a:gd name="T7" fmla="*/ 3 h 8"/>
              <a:gd name="T8" fmla="*/ 280 w 490"/>
              <a:gd name="T9" fmla="*/ 3 h 8"/>
              <a:gd name="T10" fmla="*/ 210 w 490"/>
              <a:gd name="T11" fmla="*/ 5 h 8"/>
              <a:gd name="T12" fmla="*/ 176 w 490"/>
              <a:gd name="T13" fmla="*/ 5 h 8"/>
              <a:gd name="T14" fmla="*/ 105 w 490"/>
              <a:gd name="T15" fmla="*/ 6 h 8"/>
              <a:gd name="T16" fmla="*/ 71 w 490"/>
              <a:gd name="T17" fmla="*/ 7 h 8"/>
              <a:gd name="T18" fmla="*/ 0 w 490"/>
              <a:gd name="T1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0" h="8">
                <a:moveTo>
                  <a:pt x="490" y="0"/>
                </a:moveTo>
                <a:lnTo>
                  <a:pt x="419" y="1"/>
                </a:lnTo>
                <a:moveTo>
                  <a:pt x="385" y="2"/>
                </a:moveTo>
                <a:lnTo>
                  <a:pt x="314" y="3"/>
                </a:lnTo>
                <a:moveTo>
                  <a:pt x="280" y="3"/>
                </a:moveTo>
                <a:lnTo>
                  <a:pt x="210" y="5"/>
                </a:lnTo>
                <a:moveTo>
                  <a:pt x="176" y="5"/>
                </a:moveTo>
                <a:lnTo>
                  <a:pt x="105" y="6"/>
                </a:lnTo>
                <a:moveTo>
                  <a:pt x="71" y="7"/>
                </a:moveTo>
                <a:lnTo>
                  <a:pt x="0" y="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6" name="Freeform 1601">
            <a:extLst>
              <a:ext uri="{FF2B5EF4-FFF2-40B4-BE49-F238E27FC236}">
                <a16:creationId xmlns:a16="http://schemas.microsoft.com/office/drawing/2014/main" id="{861F7F96-89C7-F72A-3A24-398B9ED2F63E}"/>
              </a:ext>
            </a:extLst>
          </p:cNvPr>
          <p:cNvSpPr>
            <a:spLocks noEditPoints="1"/>
          </p:cNvSpPr>
          <p:nvPr/>
        </p:nvSpPr>
        <p:spPr bwMode="auto">
          <a:xfrm>
            <a:off x="5029200" y="1022351"/>
            <a:ext cx="193675" cy="7938"/>
          </a:xfrm>
          <a:custGeom>
            <a:avLst/>
            <a:gdLst>
              <a:gd name="T0" fmla="*/ 0 w 244"/>
              <a:gd name="T1" fmla="*/ 0 h 10"/>
              <a:gd name="T2" fmla="*/ 71 w 244"/>
              <a:gd name="T3" fmla="*/ 3 h 10"/>
              <a:gd name="T4" fmla="*/ 105 w 244"/>
              <a:gd name="T5" fmla="*/ 4 h 10"/>
              <a:gd name="T6" fmla="*/ 175 w 244"/>
              <a:gd name="T7" fmla="*/ 7 h 10"/>
              <a:gd name="T8" fmla="*/ 209 w 244"/>
              <a:gd name="T9" fmla="*/ 8 h 10"/>
              <a:gd name="T10" fmla="*/ 244 w 244"/>
              <a:gd name="T11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4" h="10">
                <a:moveTo>
                  <a:pt x="0" y="0"/>
                </a:moveTo>
                <a:lnTo>
                  <a:pt x="71" y="3"/>
                </a:lnTo>
                <a:moveTo>
                  <a:pt x="105" y="4"/>
                </a:moveTo>
                <a:lnTo>
                  <a:pt x="175" y="7"/>
                </a:lnTo>
                <a:moveTo>
                  <a:pt x="209" y="8"/>
                </a:moveTo>
                <a:lnTo>
                  <a:pt x="244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7" name="Freeform 1602">
            <a:extLst>
              <a:ext uri="{FF2B5EF4-FFF2-40B4-BE49-F238E27FC236}">
                <a16:creationId xmlns:a16="http://schemas.microsoft.com/office/drawing/2014/main" id="{C994731E-A8D4-7550-CCF2-D45B4B9829E0}"/>
              </a:ext>
            </a:extLst>
          </p:cNvPr>
          <p:cNvSpPr>
            <a:spLocks noEditPoints="1"/>
          </p:cNvSpPr>
          <p:nvPr/>
        </p:nvSpPr>
        <p:spPr bwMode="auto">
          <a:xfrm>
            <a:off x="3965575" y="2844801"/>
            <a:ext cx="168275" cy="49213"/>
          </a:xfrm>
          <a:custGeom>
            <a:avLst/>
            <a:gdLst>
              <a:gd name="T0" fmla="*/ 211 w 211"/>
              <a:gd name="T1" fmla="*/ 0 h 61"/>
              <a:gd name="T2" fmla="*/ 143 w 211"/>
              <a:gd name="T3" fmla="*/ 20 h 61"/>
              <a:gd name="T4" fmla="*/ 110 w 211"/>
              <a:gd name="T5" fmla="*/ 29 h 61"/>
              <a:gd name="T6" fmla="*/ 43 w 211"/>
              <a:gd name="T7" fmla="*/ 49 h 61"/>
              <a:gd name="T8" fmla="*/ 10 w 211"/>
              <a:gd name="T9" fmla="*/ 58 h 61"/>
              <a:gd name="T10" fmla="*/ 0 w 211"/>
              <a:gd name="T11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1" h="61">
                <a:moveTo>
                  <a:pt x="211" y="0"/>
                </a:moveTo>
                <a:lnTo>
                  <a:pt x="143" y="20"/>
                </a:lnTo>
                <a:moveTo>
                  <a:pt x="110" y="29"/>
                </a:moveTo>
                <a:lnTo>
                  <a:pt x="43" y="49"/>
                </a:lnTo>
                <a:moveTo>
                  <a:pt x="10" y="58"/>
                </a:moveTo>
                <a:lnTo>
                  <a:pt x="0" y="6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8" name="Freeform 1603">
            <a:extLst>
              <a:ext uri="{FF2B5EF4-FFF2-40B4-BE49-F238E27FC236}">
                <a16:creationId xmlns:a16="http://schemas.microsoft.com/office/drawing/2014/main" id="{56ACC285-9C3B-E983-F5A4-911F588474DE}"/>
              </a:ext>
            </a:extLst>
          </p:cNvPr>
          <p:cNvSpPr>
            <a:spLocks noEditPoints="1"/>
          </p:cNvSpPr>
          <p:nvPr/>
        </p:nvSpPr>
        <p:spPr bwMode="auto">
          <a:xfrm>
            <a:off x="4457700" y="3144838"/>
            <a:ext cx="242888" cy="142875"/>
          </a:xfrm>
          <a:custGeom>
            <a:avLst/>
            <a:gdLst>
              <a:gd name="T0" fmla="*/ 306 w 306"/>
              <a:gd name="T1" fmla="*/ 0 h 180"/>
              <a:gd name="T2" fmla="*/ 245 w 306"/>
              <a:gd name="T3" fmla="*/ 36 h 180"/>
              <a:gd name="T4" fmla="*/ 216 w 306"/>
              <a:gd name="T5" fmla="*/ 53 h 180"/>
              <a:gd name="T6" fmla="*/ 155 w 306"/>
              <a:gd name="T7" fmla="*/ 89 h 180"/>
              <a:gd name="T8" fmla="*/ 126 w 306"/>
              <a:gd name="T9" fmla="*/ 106 h 180"/>
              <a:gd name="T10" fmla="*/ 65 w 306"/>
              <a:gd name="T11" fmla="*/ 142 h 180"/>
              <a:gd name="T12" fmla="*/ 35 w 306"/>
              <a:gd name="T13" fmla="*/ 159 h 180"/>
              <a:gd name="T14" fmla="*/ 0 w 306"/>
              <a:gd name="T15" fmla="*/ 18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6" h="180">
                <a:moveTo>
                  <a:pt x="306" y="0"/>
                </a:moveTo>
                <a:lnTo>
                  <a:pt x="245" y="36"/>
                </a:lnTo>
                <a:moveTo>
                  <a:pt x="216" y="53"/>
                </a:moveTo>
                <a:lnTo>
                  <a:pt x="155" y="89"/>
                </a:lnTo>
                <a:moveTo>
                  <a:pt x="126" y="106"/>
                </a:moveTo>
                <a:lnTo>
                  <a:pt x="65" y="142"/>
                </a:lnTo>
                <a:moveTo>
                  <a:pt x="35" y="159"/>
                </a:moveTo>
                <a:lnTo>
                  <a:pt x="0" y="18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9" name="Line 1604">
            <a:extLst>
              <a:ext uri="{FF2B5EF4-FFF2-40B4-BE49-F238E27FC236}">
                <a16:creationId xmlns:a16="http://schemas.microsoft.com/office/drawing/2014/main" id="{0FFF8D78-C66D-8820-EC08-5B2765571B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60950" y="2243138"/>
            <a:ext cx="46038" cy="158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0" name="Line 1605">
            <a:extLst>
              <a:ext uri="{FF2B5EF4-FFF2-40B4-BE49-F238E27FC236}">
                <a16:creationId xmlns:a16="http://schemas.microsoft.com/office/drawing/2014/main" id="{8665489C-3292-9C86-627B-AD215F9C32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6250" y="417513"/>
            <a:ext cx="52388" cy="1746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1" name="Freeform 1606">
            <a:extLst>
              <a:ext uri="{FF2B5EF4-FFF2-40B4-BE49-F238E27FC236}">
                <a16:creationId xmlns:a16="http://schemas.microsoft.com/office/drawing/2014/main" id="{DA02DECE-67F8-5E38-D196-750F6D100F12}"/>
              </a:ext>
            </a:extLst>
          </p:cNvPr>
          <p:cNvSpPr>
            <a:spLocks noEditPoints="1"/>
          </p:cNvSpPr>
          <p:nvPr/>
        </p:nvSpPr>
        <p:spPr bwMode="auto">
          <a:xfrm>
            <a:off x="4594225" y="2452688"/>
            <a:ext cx="171450" cy="6350"/>
          </a:xfrm>
          <a:custGeom>
            <a:avLst/>
            <a:gdLst>
              <a:gd name="T0" fmla="*/ 216 w 216"/>
              <a:gd name="T1" fmla="*/ 0 h 8"/>
              <a:gd name="T2" fmla="*/ 146 w 216"/>
              <a:gd name="T3" fmla="*/ 3 h 8"/>
              <a:gd name="T4" fmla="*/ 112 w 216"/>
              <a:gd name="T5" fmla="*/ 4 h 8"/>
              <a:gd name="T6" fmla="*/ 41 w 216"/>
              <a:gd name="T7" fmla="*/ 7 h 8"/>
              <a:gd name="T8" fmla="*/ 7 w 216"/>
              <a:gd name="T9" fmla="*/ 8 h 8"/>
              <a:gd name="T10" fmla="*/ 0 w 216"/>
              <a:gd name="T11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" h="8">
                <a:moveTo>
                  <a:pt x="216" y="0"/>
                </a:moveTo>
                <a:lnTo>
                  <a:pt x="146" y="3"/>
                </a:lnTo>
                <a:moveTo>
                  <a:pt x="112" y="4"/>
                </a:moveTo>
                <a:lnTo>
                  <a:pt x="41" y="7"/>
                </a:lnTo>
                <a:moveTo>
                  <a:pt x="7" y="8"/>
                </a:moveTo>
                <a:lnTo>
                  <a:pt x="0" y="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2" name="Freeform 1607">
            <a:extLst>
              <a:ext uri="{FF2B5EF4-FFF2-40B4-BE49-F238E27FC236}">
                <a16:creationId xmlns:a16="http://schemas.microsoft.com/office/drawing/2014/main" id="{619CA0D1-5FD9-02E0-8FDD-0A9205BE6515}"/>
              </a:ext>
            </a:extLst>
          </p:cNvPr>
          <p:cNvSpPr>
            <a:spLocks noEditPoints="1"/>
          </p:cNvSpPr>
          <p:nvPr/>
        </p:nvSpPr>
        <p:spPr bwMode="auto">
          <a:xfrm>
            <a:off x="5100638" y="2640013"/>
            <a:ext cx="163513" cy="55563"/>
          </a:xfrm>
          <a:custGeom>
            <a:avLst/>
            <a:gdLst>
              <a:gd name="T0" fmla="*/ 0 w 206"/>
              <a:gd name="T1" fmla="*/ 0 h 71"/>
              <a:gd name="T2" fmla="*/ 67 w 206"/>
              <a:gd name="T3" fmla="*/ 23 h 71"/>
              <a:gd name="T4" fmla="*/ 99 w 206"/>
              <a:gd name="T5" fmla="*/ 34 h 71"/>
              <a:gd name="T6" fmla="*/ 166 w 206"/>
              <a:gd name="T7" fmla="*/ 57 h 71"/>
              <a:gd name="T8" fmla="*/ 198 w 206"/>
              <a:gd name="T9" fmla="*/ 68 h 71"/>
              <a:gd name="T10" fmla="*/ 206 w 206"/>
              <a:gd name="T11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" h="71">
                <a:moveTo>
                  <a:pt x="0" y="0"/>
                </a:moveTo>
                <a:lnTo>
                  <a:pt x="67" y="23"/>
                </a:lnTo>
                <a:moveTo>
                  <a:pt x="99" y="34"/>
                </a:moveTo>
                <a:lnTo>
                  <a:pt x="166" y="57"/>
                </a:lnTo>
                <a:moveTo>
                  <a:pt x="198" y="68"/>
                </a:moveTo>
                <a:lnTo>
                  <a:pt x="206" y="7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3" name="Freeform 1608">
            <a:extLst>
              <a:ext uri="{FF2B5EF4-FFF2-40B4-BE49-F238E27FC236}">
                <a16:creationId xmlns:a16="http://schemas.microsoft.com/office/drawing/2014/main" id="{0606B6CB-E008-CC79-5408-9E6321F7F314}"/>
              </a:ext>
            </a:extLst>
          </p:cNvPr>
          <p:cNvSpPr>
            <a:spLocks noEditPoints="1"/>
          </p:cNvSpPr>
          <p:nvPr/>
        </p:nvSpPr>
        <p:spPr bwMode="auto">
          <a:xfrm>
            <a:off x="4911725" y="1108076"/>
            <a:ext cx="134938" cy="36513"/>
          </a:xfrm>
          <a:custGeom>
            <a:avLst/>
            <a:gdLst>
              <a:gd name="T0" fmla="*/ 170 w 170"/>
              <a:gd name="T1" fmla="*/ 0 h 47"/>
              <a:gd name="T2" fmla="*/ 101 w 170"/>
              <a:gd name="T3" fmla="*/ 19 h 47"/>
              <a:gd name="T4" fmla="*/ 69 w 170"/>
              <a:gd name="T5" fmla="*/ 28 h 47"/>
              <a:gd name="T6" fmla="*/ 0 w 170"/>
              <a:gd name="T7" fmla="*/ 4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0" h="47">
                <a:moveTo>
                  <a:pt x="170" y="0"/>
                </a:moveTo>
                <a:lnTo>
                  <a:pt x="101" y="19"/>
                </a:lnTo>
                <a:moveTo>
                  <a:pt x="69" y="28"/>
                </a:moveTo>
                <a:lnTo>
                  <a:pt x="0" y="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4" name="Freeform 1609">
            <a:extLst>
              <a:ext uri="{FF2B5EF4-FFF2-40B4-BE49-F238E27FC236}">
                <a16:creationId xmlns:a16="http://schemas.microsoft.com/office/drawing/2014/main" id="{98F9D6E9-978C-FADF-F4E7-0A012EE51B84}"/>
              </a:ext>
            </a:extLst>
          </p:cNvPr>
          <p:cNvSpPr>
            <a:spLocks noEditPoints="1"/>
          </p:cNvSpPr>
          <p:nvPr/>
        </p:nvSpPr>
        <p:spPr bwMode="auto">
          <a:xfrm>
            <a:off x="5083175" y="2911476"/>
            <a:ext cx="369888" cy="7938"/>
          </a:xfrm>
          <a:custGeom>
            <a:avLst/>
            <a:gdLst>
              <a:gd name="T0" fmla="*/ 467 w 467"/>
              <a:gd name="T1" fmla="*/ 0 h 10"/>
              <a:gd name="T2" fmla="*/ 396 w 467"/>
              <a:gd name="T3" fmla="*/ 1 h 10"/>
              <a:gd name="T4" fmla="*/ 362 w 467"/>
              <a:gd name="T5" fmla="*/ 2 h 10"/>
              <a:gd name="T6" fmla="*/ 291 w 467"/>
              <a:gd name="T7" fmla="*/ 4 h 10"/>
              <a:gd name="T8" fmla="*/ 257 w 467"/>
              <a:gd name="T9" fmla="*/ 4 h 10"/>
              <a:gd name="T10" fmla="*/ 186 w 467"/>
              <a:gd name="T11" fmla="*/ 6 h 10"/>
              <a:gd name="T12" fmla="*/ 152 w 467"/>
              <a:gd name="T13" fmla="*/ 7 h 10"/>
              <a:gd name="T14" fmla="*/ 82 w 467"/>
              <a:gd name="T15" fmla="*/ 8 h 10"/>
              <a:gd name="T16" fmla="*/ 48 w 467"/>
              <a:gd name="T17" fmla="*/ 9 h 10"/>
              <a:gd name="T18" fmla="*/ 0 w 467"/>
              <a:gd name="T19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7" h="10">
                <a:moveTo>
                  <a:pt x="467" y="0"/>
                </a:moveTo>
                <a:lnTo>
                  <a:pt x="396" y="1"/>
                </a:lnTo>
                <a:moveTo>
                  <a:pt x="362" y="2"/>
                </a:moveTo>
                <a:lnTo>
                  <a:pt x="291" y="4"/>
                </a:lnTo>
                <a:moveTo>
                  <a:pt x="257" y="4"/>
                </a:moveTo>
                <a:lnTo>
                  <a:pt x="186" y="6"/>
                </a:lnTo>
                <a:moveTo>
                  <a:pt x="152" y="7"/>
                </a:moveTo>
                <a:lnTo>
                  <a:pt x="82" y="8"/>
                </a:lnTo>
                <a:moveTo>
                  <a:pt x="48" y="9"/>
                </a:moveTo>
                <a:lnTo>
                  <a:pt x="0" y="1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5" name="Line 1610">
            <a:extLst>
              <a:ext uri="{FF2B5EF4-FFF2-40B4-BE49-F238E27FC236}">
                <a16:creationId xmlns:a16="http://schemas.microsoft.com/office/drawing/2014/main" id="{32B45C0C-5AAA-A838-7606-6FB8B408C4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1336676"/>
            <a:ext cx="49213" cy="2698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6" name="Line 1611">
            <a:extLst>
              <a:ext uri="{FF2B5EF4-FFF2-40B4-BE49-F238E27FC236}">
                <a16:creationId xmlns:a16="http://schemas.microsoft.com/office/drawing/2014/main" id="{8D1DFE2B-EAA3-09FA-BD73-360D714AA9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5075" y="2401888"/>
            <a:ext cx="57150" cy="31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613">
            <a:extLst>
              <a:ext uri="{FF2B5EF4-FFF2-40B4-BE49-F238E27FC236}">
                <a16:creationId xmlns:a16="http://schemas.microsoft.com/office/drawing/2014/main" id="{C465688B-38CE-A175-E3D2-811749C423C2}"/>
              </a:ext>
            </a:extLst>
          </p:cNvPr>
          <p:cNvSpPr>
            <a:spLocks noEditPoints="1"/>
          </p:cNvSpPr>
          <p:nvPr/>
        </p:nvSpPr>
        <p:spPr bwMode="auto">
          <a:xfrm>
            <a:off x="5053013" y="1755775"/>
            <a:ext cx="111125" cy="4763"/>
          </a:xfrm>
          <a:custGeom>
            <a:avLst/>
            <a:gdLst>
              <a:gd name="T0" fmla="*/ 139 w 139"/>
              <a:gd name="T1" fmla="*/ 0 h 5"/>
              <a:gd name="T2" fmla="*/ 69 w 139"/>
              <a:gd name="T3" fmla="*/ 3 h 5"/>
              <a:gd name="T4" fmla="*/ 35 w 139"/>
              <a:gd name="T5" fmla="*/ 4 h 5"/>
              <a:gd name="T6" fmla="*/ 0 w 139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9" h="5">
                <a:moveTo>
                  <a:pt x="139" y="0"/>
                </a:moveTo>
                <a:lnTo>
                  <a:pt x="69" y="3"/>
                </a:lnTo>
                <a:moveTo>
                  <a:pt x="35" y="4"/>
                </a:moveTo>
                <a:lnTo>
                  <a:pt x="0" y="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Line 1614">
            <a:extLst>
              <a:ext uri="{FF2B5EF4-FFF2-40B4-BE49-F238E27FC236}">
                <a16:creationId xmlns:a16="http://schemas.microsoft.com/office/drawing/2014/main" id="{EBD5CE3F-E885-B1A2-213E-1B64B2DBC0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0" y="1025525"/>
            <a:ext cx="5715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615">
            <a:extLst>
              <a:ext uri="{FF2B5EF4-FFF2-40B4-BE49-F238E27FC236}">
                <a16:creationId xmlns:a16="http://schemas.microsoft.com/office/drawing/2014/main" id="{26521C06-7242-B64B-3528-EC87AB903DD7}"/>
              </a:ext>
            </a:extLst>
          </p:cNvPr>
          <p:cNvSpPr>
            <a:spLocks noEditPoints="1"/>
          </p:cNvSpPr>
          <p:nvPr/>
        </p:nvSpPr>
        <p:spPr bwMode="auto">
          <a:xfrm>
            <a:off x="4173538" y="854075"/>
            <a:ext cx="111125" cy="4763"/>
          </a:xfrm>
          <a:custGeom>
            <a:avLst/>
            <a:gdLst>
              <a:gd name="T0" fmla="*/ 140 w 140"/>
              <a:gd name="T1" fmla="*/ 0 h 5"/>
              <a:gd name="T2" fmla="*/ 69 w 140"/>
              <a:gd name="T3" fmla="*/ 2 h 5"/>
              <a:gd name="T4" fmla="*/ 35 w 140"/>
              <a:gd name="T5" fmla="*/ 3 h 5"/>
              <a:gd name="T6" fmla="*/ 0 w 140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5">
                <a:moveTo>
                  <a:pt x="140" y="0"/>
                </a:moveTo>
                <a:lnTo>
                  <a:pt x="69" y="2"/>
                </a:lnTo>
                <a:moveTo>
                  <a:pt x="35" y="3"/>
                </a:moveTo>
                <a:lnTo>
                  <a:pt x="0" y="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616">
            <a:extLst>
              <a:ext uri="{FF2B5EF4-FFF2-40B4-BE49-F238E27FC236}">
                <a16:creationId xmlns:a16="http://schemas.microsoft.com/office/drawing/2014/main" id="{730CA7C4-E855-BFB6-E30F-E9C707C5CFD3}"/>
              </a:ext>
            </a:extLst>
          </p:cNvPr>
          <p:cNvSpPr>
            <a:spLocks noEditPoints="1"/>
          </p:cNvSpPr>
          <p:nvPr/>
        </p:nvSpPr>
        <p:spPr bwMode="auto">
          <a:xfrm>
            <a:off x="5014913" y="882650"/>
            <a:ext cx="176213" cy="30163"/>
          </a:xfrm>
          <a:custGeom>
            <a:avLst/>
            <a:gdLst>
              <a:gd name="T0" fmla="*/ 0 w 221"/>
              <a:gd name="T1" fmla="*/ 0 h 39"/>
              <a:gd name="T2" fmla="*/ 70 w 221"/>
              <a:gd name="T3" fmla="*/ 12 h 39"/>
              <a:gd name="T4" fmla="*/ 103 w 221"/>
              <a:gd name="T5" fmla="*/ 18 h 39"/>
              <a:gd name="T6" fmla="*/ 173 w 221"/>
              <a:gd name="T7" fmla="*/ 31 h 39"/>
              <a:gd name="T8" fmla="*/ 206 w 221"/>
              <a:gd name="T9" fmla="*/ 37 h 39"/>
              <a:gd name="T10" fmla="*/ 221 w 221"/>
              <a:gd name="T11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1" h="39">
                <a:moveTo>
                  <a:pt x="0" y="0"/>
                </a:moveTo>
                <a:lnTo>
                  <a:pt x="70" y="12"/>
                </a:lnTo>
                <a:moveTo>
                  <a:pt x="103" y="18"/>
                </a:moveTo>
                <a:lnTo>
                  <a:pt x="173" y="31"/>
                </a:lnTo>
                <a:moveTo>
                  <a:pt x="206" y="37"/>
                </a:moveTo>
                <a:lnTo>
                  <a:pt x="221" y="3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1617">
            <a:extLst>
              <a:ext uri="{FF2B5EF4-FFF2-40B4-BE49-F238E27FC236}">
                <a16:creationId xmlns:a16="http://schemas.microsoft.com/office/drawing/2014/main" id="{7E8D6A14-5FA7-BD5B-44C4-4D5CBAF18E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5250" y="2054225"/>
            <a:ext cx="36513" cy="1905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1618">
            <a:extLst>
              <a:ext uri="{FF2B5EF4-FFF2-40B4-BE49-F238E27FC236}">
                <a16:creationId xmlns:a16="http://schemas.microsoft.com/office/drawing/2014/main" id="{929C7699-D372-92EA-473F-29C1D7A972FF}"/>
              </a:ext>
            </a:extLst>
          </p:cNvPr>
          <p:cNvSpPr>
            <a:spLocks noEditPoints="1"/>
          </p:cNvSpPr>
          <p:nvPr/>
        </p:nvSpPr>
        <p:spPr bwMode="auto">
          <a:xfrm>
            <a:off x="4221163" y="1309688"/>
            <a:ext cx="92075" cy="44450"/>
          </a:xfrm>
          <a:custGeom>
            <a:avLst/>
            <a:gdLst>
              <a:gd name="T0" fmla="*/ 117 w 117"/>
              <a:gd name="T1" fmla="*/ 0 h 56"/>
              <a:gd name="T2" fmla="*/ 53 w 117"/>
              <a:gd name="T3" fmla="*/ 31 h 56"/>
              <a:gd name="T4" fmla="*/ 22 w 117"/>
              <a:gd name="T5" fmla="*/ 45 h 56"/>
              <a:gd name="T6" fmla="*/ 0 w 117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7" h="56">
                <a:moveTo>
                  <a:pt x="117" y="0"/>
                </a:moveTo>
                <a:lnTo>
                  <a:pt x="53" y="31"/>
                </a:lnTo>
                <a:moveTo>
                  <a:pt x="22" y="45"/>
                </a:moveTo>
                <a:lnTo>
                  <a:pt x="0" y="5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619">
            <a:extLst>
              <a:ext uri="{FF2B5EF4-FFF2-40B4-BE49-F238E27FC236}">
                <a16:creationId xmlns:a16="http://schemas.microsoft.com/office/drawing/2014/main" id="{8764C9C8-DAFD-F0C0-F783-6576BCD670E0}"/>
              </a:ext>
            </a:extLst>
          </p:cNvPr>
          <p:cNvSpPr>
            <a:spLocks noEditPoints="1"/>
          </p:cNvSpPr>
          <p:nvPr/>
        </p:nvSpPr>
        <p:spPr bwMode="auto">
          <a:xfrm>
            <a:off x="5162550" y="339725"/>
            <a:ext cx="215900" cy="55563"/>
          </a:xfrm>
          <a:custGeom>
            <a:avLst/>
            <a:gdLst>
              <a:gd name="T0" fmla="*/ 271 w 271"/>
              <a:gd name="T1" fmla="*/ 0 h 70"/>
              <a:gd name="T2" fmla="*/ 203 w 271"/>
              <a:gd name="T3" fmla="*/ 18 h 70"/>
              <a:gd name="T4" fmla="*/ 170 w 271"/>
              <a:gd name="T5" fmla="*/ 26 h 70"/>
              <a:gd name="T6" fmla="*/ 101 w 271"/>
              <a:gd name="T7" fmla="*/ 44 h 70"/>
              <a:gd name="T8" fmla="*/ 68 w 271"/>
              <a:gd name="T9" fmla="*/ 52 h 70"/>
              <a:gd name="T10" fmla="*/ 0 w 271"/>
              <a:gd name="T11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1" h="70">
                <a:moveTo>
                  <a:pt x="271" y="0"/>
                </a:moveTo>
                <a:lnTo>
                  <a:pt x="203" y="18"/>
                </a:lnTo>
                <a:moveTo>
                  <a:pt x="170" y="26"/>
                </a:moveTo>
                <a:lnTo>
                  <a:pt x="101" y="44"/>
                </a:lnTo>
                <a:moveTo>
                  <a:pt x="68" y="52"/>
                </a:moveTo>
                <a:lnTo>
                  <a:pt x="0" y="7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1620">
            <a:extLst>
              <a:ext uri="{FF2B5EF4-FFF2-40B4-BE49-F238E27FC236}">
                <a16:creationId xmlns:a16="http://schemas.microsoft.com/office/drawing/2014/main" id="{D8EAC069-0107-870D-49E1-D3AED50D96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9613" y="3119438"/>
            <a:ext cx="55563" cy="127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1621">
            <a:extLst>
              <a:ext uri="{FF2B5EF4-FFF2-40B4-BE49-F238E27FC236}">
                <a16:creationId xmlns:a16="http://schemas.microsoft.com/office/drawing/2014/main" id="{3B0ADB46-1061-5DF2-4674-A26E67D6C74E}"/>
              </a:ext>
            </a:extLst>
          </p:cNvPr>
          <p:cNvSpPr>
            <a:spLocks noEditPoints="1"/>
          </p:cNvSpPr>
          <p:nvPr/>
        </p:nvSpPr>
        <p:spPr bwMode="auto">
          <a:xfrm>
            <a:off x="4440238" y="1755775"/>
            <a:ext cx="211138" cy="1588"/>
          </a:xfrm>
          <a:custGeom>
            <a:avLst/>
            <a:gdLst>
              <a:gd name="T0" fmla="*/ 267 w 267"/>
              <a:gd name="T1" fmla="*/ 0 h 2"/>
              <a:gd name="T2" fmla="*/ 196 w 267"/>
              <a:gd name="T3" fmla="*/ 1 h 2"/>
              <a:gd name="T4" fmla="*/ 162 w 267"/>
              <a:gd name="T5" fmla="*/ 1 h 2"/>
              <a:gd name="T6" fmla="*/ 91 w 267"/>
              <a:gd name="T7" fmla="*/ 1 h 2"/>
              <a:gd name="T8" fmla="*/ 57 w 267"/>
              <a:gd name="T9" fmla="*/ 1 h 2"/>
              <a:gd name="T10" fmla="*/ 0 w 267"/>
              <a:gd name="T11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7" h="2">
                <a:moveTo>
                  <a:pt x="267" y="0"/>
                </a:moveTo>
                <a:lnTo>
                  <a:pt x="196" y="1"/>
                </a:lnTo>
                <a:moveTo>
                  <a:pt x="162" y="1"/>
                </a:moveTo>
                <a:lnTo>
                  <a:pt x="91" y="1"/>
                </a:lnTo>
                <a:moveTo>
                  <a:pt x="57" y="1"/>
                </a:moveTo>
                <a:lnTo>
                  <a:pt x="0" y="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1622">
            <a:extLst>
              <a:ext uri="{FF2B5EF4-FFF2-40B4-BE49-F238E27FC236}">
                <a16:creationId xmlns:a16="http://schemas.microsoft.com/office/drawing/2014/main" id="{3A490A0A-8BF9-D8C0-15BF-21ED861A23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382713"/>
            <a:ext cx="46038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1623">
            <a:extLst>
              <a:ext uri="{FF2B5EF4-FFF2-40B4-BE49-F238E27FC236}">
                <a16:creationId xmlns:a16="http://schemas.microsoft.com/office/drawing/2014/main" id="{F8F5ABCF-91D6-E410-34D4-B4657DDB1B09}"/>
              </a:ext>
            </a:extLst>
          </p:cNvPr>
          <p:cNvSpPr>
            <a:spLocks noEditPoints="1"/>
          </p:cNvSpPr>
          <p:nvPr/>
        </p:nvSpPr>
        <p:spPr bwMode="auto">
          <a:xfrm>
            <a:off x="5075238" y="1373188"/>
            <a:ext cx="107950" cy="104775"/>
          </a:xfrm>
          <a:custGeom>
            <a:avLst/>
            <a:gdLst>
              <a:gd name="T0" fmla="*/ 137 w 137"/>
              <a:gd name="T1" fmla="*/ 0 h 132"/>
              <a:gd name="T2" fmla="*/ 126 w 137"/>
              <a:gd name="T3" fmla="*/ 11 h 132"/>
              <a:gd name="T4" fmla="*/ 106 w 137"/>
              <a:gd name="T5" fmla="*/ 30 h 132"/>
              <a:gd name="T6" fmla="*/ 94 w 137"/>
              <a:gd name="T7" fmla="*/ 42 h 132"/>
              <a:gd name="T8" fmla="*/ 75 w 137"/>
              <a:gd name="T9" fmla="*/ 60 h 132"/>
              <a:gd name="T10" fmla="*/ 63 w 137"/>
              <a:gd name="T11" fmla="*/ 72 h 132"/>
              <a:gd name="T12" fmla="*/ 43 w 137"/>
              <a:gd name="T13" fmla="*/ 91 h 132"/>
              <a:gd name="T14" fmla="*/ 32 w 137"/>
              <a:gd name="T15" fmla="*/ 102 h 132"/>
              <a:gd name="T16" fmla="*/ 12 w 137"/>
              <a:gd name="T17" fmla="*/ 121 h 132"/>
              <a:gd name="T18" fmla="*/ 0 w 137"/>
              <a:gd name="T1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7" h="132">
                <a:moveTo>
                  <a:pt x="137" y="0"/>
                </a:moveTo>
                <a:lnTo>
                  <a:pt x="126" y="11"/>
                </a:lnTo>
                <a:moveTo>
                  <a:pt x="106" y="30"/>
                </a:moveTo>
                <a:lnTo>
                  <a:pt x="94" y="42"/>
                </a:lnTo>
                <a:moveTo>
                  <a:pt x="75" y="60"/>
                </a:moveTo>
                <a:lnTo>
                  <a:pt x="63" y="72"/>
                </a:lnTo>
                <a:moveTo>
                  <a:pt x="43" y="91"/>
                </a:moveTo>
                <a:lnTo>
                  <a:pt x="32" y="102"/>
                </a:lnTo>
                <a:moveTo>
                  <a:pt x="12" y="121"/>
                </a:moveTo>
                <a:lnTo>
                  <a:pt x="0" y="1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1624">
            <a:extLst>
              <a:ext uri="{FF2B5EF4-FFF2-40B4-BE49-F238E27FC236}">
                <a16:creationId xmlns:a16="http://schemas.microsoft.com/office/drawing/2014/main" id="{C0C9BE9E-21B2-C71C-C663-0DCDABCA6825}"/>
              </a:ext>
            </a:extLst>
          </p:cNvPr>
          <p:cNvSpPr>
            <a:spLocks noEditPoints="1"/>
          </p:cNvSpPr>
          <p:nvPr/>
        </p:nvSpPr>
        <p:spPr bwMode="auto">
          <a:xfrm>
            <a:off x="3917950" y="1470025"/>
            <a:ext cx="122238" cy="88900"/>
          </a:xfrm>
          <a:custGeom>
            <a:avLst/>
            <a:gdLst>
              <a:gd name="T0" fmla="*/ 153 w 153"/>
              <a:gd name="T1" fmla="*/ 0 h 113"/>
              <a:gd name="T2" fmla="*/ 140 w 153"/>
              <a:gd name="T3" fmla="*/ 9 h 113"/>
              <a:gd name="T4" fmla="*/ 118 w 153"/>
              <a:gd name="T5" fmla="*/ 26 h 113"/>
              <a:gd name="T6" fmla="*/ 105 w 153"/>
              <a:gd name="T7" fmla="*/ 35 h 113"/>
              <a:gd name="T8" fmla="*/ 83 w 153"/>
              <a:gd name="T9" fmla="*/ 52 h 113"/>
              <a:gd name="T10" fmla="*/ 70 w 153"/>
              <a:gd name="T11" fmla="*/ 61 h 113"/>
              <a:gd name="T12" fmla="*/ 48 w 153"/>
              <a:gd name="T13" fmla="*/ 78 h 113"/>
              <a:gd name="T14" fmla="*/ 35 w 153"/>
              <a:gd name="T15" fmla="*/ 87 h 113"/>
              <a:gd name="T16" fmla="*/ 13 w 153"/>
              <a:gd name="T17" fmla="*/ 104 h 113"/>
              <a:gd name="T18" fmla="*/ 0 w 153"/>
              <a:gd name="T19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113">
                <a:moveTo>
                  <a:pt x="153" y="0"/>
                </a:moveTo>
                <a:lnTo>
                  <a:pt x="140" y="9"/>
                </a:lnTo>
                <a:moveTo>
                  <a:pt x="118" y="26"/>
                </a:moveTo>
                <a:lnTo>
                  <a:pt x="105" y="35"/>
                </a:lnTo>
                <a:moveTo>
                  <a:pt x="83" y="52"/>
                </a:moveTo>
                <a:lnTo>
                  <a:pt x="70" y="61"/>
                </a:lnTo>
                <a:moveTo>
                  <a:pt x="48" y="78"/>
                </a:moveTo>
                <a:lnTo>
                  <a:pt x="35" y="87"/>
                </a:lnTo>
                <a:moveTo>
                  <a:pt x="13" y="104"/>
                </a:moveTo>
                <a:lnTo>
                  <a:pt x="0" y="11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1625">
            <a:extLst>
              <a:ext uri="{FF2B5EF4-FFF2-40B4-BE49-F238E27FC236}">
                <a16:creationId xmlns:a16="http://schemas.microsoft.com/office/drawing/2014/main" id="{BF0DE660-4B9E-7384-86F6-ED9F53FF9A15}"/>
              </a:ext>
            </a:extLst>
          </p:cNvPr>
          <p:cNvSpPr>
            <a:spLocks noEditPoints="1"/>
          </p:cNvSpPr>
          <p:nvPr/>
        </p:nvSpPr>
        <p:spPr bwMode="auto">
          <a:xfrm>
            <a:off x="4810125" y="360363"/>
            <a:ext cx="38100" cy="71438"/>
          </a:xfrm>
          <a:custGeom>
            <a:avLst/>
            <a:gdLst>
              <a:gd name="T0" fmla="*/ 49 w 49"/>
              <a:gd name="T1" fmla="*/ 0 h 91"/>
              <a:gd name="T2" fmla="*/ 41 w 49"/>
              <a:gd name="T3" fmla="*/ 15 h 91"/>
              <a:gd name="T4" fmla="*/ 28 w 49"/>
              <a:gd name="T5" fmla="*/ 39 h 91"/>
              <a:gd name="T6" fmla="*/ 21 w 49"/>
              <a:gd name="T7" fmla="*/ 53 h 91"/>
              <a:gd name="T8" fmla="*/ 8 w 49"/>
              <a:gd name="T9" fmla="*/ 77 h 91"/>
              <a:gd name="T10" fmla="*/ 0 w 49"/>
              <a:gd name="T11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91">
                <a:moveTo>
                  <a:pt x="49" y="0"/>
                </a:moveTo>
                <a:lnTo>
                  <a:pt x="41" y="15"/>
                </a:lnTo>
                <a:moveTo>
                  <a:pt x="28" y="39"/>
                </a:moveTo>
                <a:lnTo>
                  <a:pt x="21" y="53"/>
                </a:lnTo>
                <a:moveTo>
                  <a:pt x="8" y="77"/>
                </a:moveTo>
                <a:lnTo>
                  <a:pt x="0" y="9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1626">
            <a:extLst>
              <a:ext uri="{FF2B5EF4-FFF2-40B4-BE49-F238E27FC236}">
                <a16:creationId xmlns:a16="http://schemas.microsoft.com/office/drawing/2014/main" id="{F5724A19-E152-0F9A-6B40-E4432DA0251B}"/>
              </a:ext>
            </a:extLst>
          </p:cNvPr>
          <p:cNvSpPr>
            <a:spLocks noEditPoints="1"/>
          </p:cNvSpPr>
          <p:nvPr/>
        </p:nvSpPr>
        <p:spPr bwMode="auto">
          <a:xfrm>
            <a:off x="5195888" y="2989263"/>
            <a:ext cx="250825" cy="241300"/>
          </a:xfrm>
          <a:custGeom>
            <a:avLst/>
            <a:gdLst>
              <a:gd name="T0" fmla="*/ 316 w 316"/>
              <a:gd name="T1" fmla="*/ 0 h 303"/>
              <a:gd name="T2" fmla="*/ 304 w 316"/>
              <a:gd name="T3" fmla="*/ 12 h 303"/>
              <a:gd name="T4" fmla="*/ 284 w 316"/>
              <a:gd name="T5" fmla="*/ 30 h 303"/>
              <a:gd name="T6" fmla="*/ 272 w 316"/>
              <a:gd name="T7" fmla="*/ 42 h 303"/>
              <a:gd name="T8" fmla="*/ 253 w 316"/>
              <a:gd name="T9" fmla="*/ 61 h 303"/>
              <a:gd name="T10" fmla="*/ 241 w 316"/>
              <a:gd name="T11" fmla="*/ 72 h 303"/>
              <a:gd name="T12" fmla="*/ 221 w 316"/>
              <a:gd name="T13" fmla="*/ 91 h 303"/>
              <a:gd name="T14" fmla="*/ 210 w 316"/>
              <a:gd name="T15" fmla="*/ 102 h 303"/>
              <a:gd name="T16" fmla="*/ 190 w 316"/>
              <a:gd name="T17" fmla="*/ 121 h 303"/>
              <a:gd name="T18" fmla="*/ 178 w 316"/>
              <a:gd name="T19" fmla="*/ 132 h 303"/>
              <a:gd name="T20" fmla="*/ 159 w 316"/>
              <a:gd name="T21" fmla="*/ 151 h 303"/>
              <a:gd name="T22" fmla="*/ 147 w 316"/>
              <a:gd name="T23" fmla="*/ 162 h 303"/>
              <a:gd name="T24" fmla="*/ 127 w 316"/>
              <a:gd name="T25" fmla="*/ 181 h 303"/>
              <a:gd name="T26" fmla="*/ 116 w 316"/>
              <a:gd name="T27" fmla="*/ 192 h 303"/>
              <a:gd name="T28" fmla="*/ 96 w 316"/>
              <a:gd name="T29" fmla="*/ 211 h 303"/>
              <a:gd name="T30" fmla="*/ 84 w 316"/>
              <a:gd name="T31" fmla="*/ 223 h 303"/>
              <a:gd name="T32" fmla="*/ 64 w 316"/>
              <a:gd name="T33" fmla="*/ 241 h 303"/>
              <a:gd name="T34" fmla="*/ 53 w 316"/>
              <a:gd name="T35" fmla="*/ 253 h 303"/>
              <a:gd name="T36" fmla="*/ 33 w 316"/>
              <a:gd name="T37" fmla="*/ 272 h 303"/>
              <a:gd name="T38" fmla="*/ 21 w 316"/>
              <a:gd name="T39" fmla="*/ 283 h 303"/>
              <a:gd name="T40" fmla="*/ 2 w 316"/>
              <a:gd name="T41" fmla="*/ 302 h 303"/>
              <a:gd name="T42" fmla="*/ 0 w 316"/>
              <a:gd name="T43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6" h="303">
                <a:moveTo>
                  <a:pt x="316" y="0"/>
                </a:moveTo>
                <a:lnTo>
                  <a:pt x="304" y="12"/>
                </a:lnTo>
                <a:moveTo>
                  <a:pt x="284" y="30"/>
                </a:moveTo>
                <a:lnTo>
                  <a:pt x="272" y="42"/>
                </a:lnTo>
                <a:moveTo>
                  <a:pt x="253" y="61"/>
                </a:moveTo>
                <a:lnTo>
                  <a:pt x="241" y="72"/>
                </a:lnTo>
                <a:moveTo>
                  <a:pt x="221" y="91"/>
                </a:moveTo>
                <a:lnTo>
                  <a:pt x="210" y="102"/>
                </a:lnTo>
                <a:moveTo>
                  <a:pt x="190" y="121"/>
                </a:moveTo>
                <a:lnTo>
                  <a:pt x="178" y="132"/>
                </a:lnTo>
                <a:moveTo>
                  <a:pt x="159" y="151"/>
                </a:moveTo>
                <a:lnTo>
                  <a:pt x="147" y="162"/>
                </a:lnTo>
                <a:moveTo>
                  <a:pt x="127" y="181"/>
                </a:moveTo>
                <a:lnTo>
                  <a:pt x="116" y="192"/>
                </a:lnTo>
                <a:moveTo>
                  <a:pt x="96" y="211"/>
                </a:moveTo>
                <a:lnTo>
                  <a:pt x="84" y="223"/>
                </a:lnTo>
                <a:moveTo>
                  <a:pt x="64" y="241"/>
                </a:moveTo>
                <a:lnTo>
                  <a:pt x="53" y="253"/>
                </a:lnTo>
                <a:moveTo>
                  <a:pt x="33" y="272"/>
                </a:moveTo>
                <a:lnTo>
                  <a:pt x="21" y="283"/>
                </a:lnTo>
                <a:moveTo>
                  <a:pt x="2" y="302"/>
                </a:moveTo>
                <a:lnTo>
                  <a:pt x="0" y="30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1627">
            <a:extLst>
              <a:ext uri="{FF2B5EF4-FFF2-40B4-BE49-F238E27FC236}">
                <a16:creationId xmlns:a16="http://schemas.microsoft.com/office/drawing/2014/main" id="{ED2A0641-8FDB-545B-96D0-CA5F9E7AEAC6}"/>
              </a:ext>
            </a:extLst>
          </p:cNvPr>
          <p:cNvSpPr>
            <a:spLocks noEditPoints="1"/>
          </p:cNvSpPr>
          <p:nvPr/>
        </p:nvSpPr>
        <p:spPr bwMode="auto">
          <a:xfrm>
            <a:off x="4729163" y="2979738"/>
            <a:ext cx="31750" cy="73025"/>
          </a:xfrm>
          <a:custGeom>
            <a:avLst/>
            <a:gdLst>
              <a:gd name="T0" fmla="*/ 40 w 40"/>
              <a:gd name="T1" fmla="*/ 0 h 92"/>
              <a:gd name="T2" fmla="*/ 34 w 40"/>
              <a:gd name="T3" fmla="*/ 15 h 92"/>
              <a:gd name="T4" fmla="*/ 23 w 40"/>
              <a:gd name="T5" fmla="*/ 40 h 92"/>
              <a:gd name="T6" fmla="*/ 16 w 40"/>
              <a:gd name="T7" fmla="*/ 55 h 92"/>
              <a:gd name="T8" fmla="*/ 5 w 40"/>
              <a:gd name="T9" fmla="*/ 80 h 92"/>
              <a:gd name="T10" fmla="*/ 0 w 40"/>
              <a:gd name="T11" fmla="*/ 9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92">
                <a:moveTo>
                  <a:pt x="40" y="0"/>
                </a:moveTo>
                <a:lnTo>
                  <a:pt x="34" y="15"/>
                </a:lnTo>
                <a:moveTo>
                  <a:pt x="23" y="40"/>
                </a:moveTo>
                <a:lnTo>
                  <a:pt x="16" y="55"/>
                </a:lnTo>
                <a:moveTo>
                  <a:pt x="5" y="80"/>
                </a:moveTo>
                <a:lnTo>
                  <a:pt x="0" y="9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1628">
            <a:extLst>
              <a:ext uri="{FF2B5EF4-FFF2-40B4-BE49-F238E27FC236}">
                <a16:creationId xmlns:a16="http://schemas.microsoft.com/office/drawing/2014/main" id="{CD0857F0-6842-B59D-86EA-751FDFB031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6563" y="679450"/>
            <a:ext cx="6350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1629">
            <a:extLst>
              <a:ext uri="{FF2B5EF4-FFF2-40B4-BE49-F238E27FC236}">
                <a16:creationId xmlns:a16="http://schemas.microsoft.com/office/drawing/2014/main" id="{944B5973-DC22-9E19-8483-E59EFF0E2DB6}"/>
              </a:ext>
            </a:extLst>
          </p:cNvPr>
          <p:cNvSpPr>
            <a:spLocks noEditPoints="1"/>
          </p:cNvSpPr>
          <p:nvPr/>
        </p:nvSpPr>
        <p:spPr bwMode="auto">
          <a:xfrm>
            <a:off x="4075113" y="320675"/>
            <a:ext cx="33338" cy="63500"/>
          </a:xfrm>
          <a:custGeom>
            <a:avLst/>
            <a:gdLst>
              <a:gd name="T0" fmla="*/ 42 w 42"/>
              <a:gd name="T1" fmla="*/ 0 h 80"/>
              <a:gd name="T2" fmla="*/ 35 w 42"/>
              <a:gd name="T3" fmla="*/ 15 h 80"/>
              <a:gd name="T4" fmla="*/ 22 w 42"/>
              <a:gd name="T5" fmla="*/ 39 h 80"/>
              <a:gd name="T6" fmla="*/ 14 w 42"/>
              <a:gd name="T7" fmla="*/ 53 h 80"/>
              <a:gd name="T8" fmla="*/ 2 w 42"/>
              <a:gd name="T9" fmla="*/ 77 h 80"/>
              <a:gd name="T10" fmla="*/ 0 w 42"/>
              <a:gd name="T11" fmla="*/ 8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" h="80">
                <a:moveTo>
                  <a:pt x="42" y="0"/>
                </a:moveTo>
                <a:lnTo>
                  <a:pt x="35" y="15"/>
                </a:lnTo>
                <a:moveTo>
                  <a:pt x="22" y="39"/>
                </a:moveTo>
                <a:lnTo>
                  <a:pt x="14" y="53"/>
                </a:lnTo>
                <a:moveTo>
                  <a:pt x="2" y="77"/>
                </a:moveTo>
                <a:lnTo>
                  <a:pt x="0" y="8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1630">
            <a:extLst>
              <a:ext uri="{FF2B5EF4-FFF2-40B4-BE49-F238E27FC236}">
                <a16:creationId xmlns:a16="http://schemas.microsoft.com/office/drawing/2014/main" id="{07A7F083-8A86-9F2A-9DDD-88F6917DF3D8}"/>
              </a:ext>
            </a:extLst>
          </p:cNvPr>
          <p:cNvSpPr>
            <a:spLocks noEditPoints="1"/>
          </p:cNvSpPr>
          <p:nvPr/>
        </p:nvSpPr>
        <p:spPr bwMode="auto">
          <a:xfrm>
            <a:off x="4470400" y="2020888"/>
            <a:ext cx="1588" cy="47625"/>
          </a:xfrm>
          <a:custGeom>
            <a:avLst/>
            <a:gdLst>
              <a:gd name="T0" fmla="*/ 2 w 2"/>
              <a:gd name="T1" fmla="*/ 0 h 60"/>
              <a:gd name="T2" fmla="*/ 2 w 2"/>
              <a:gd name="T3" fmla="*/ 16 h 60"/>
              <a:gd name="T4" fmla="*/ 0 w 2"/>
              <a:gd name="T5" fmla="*/ 43 h 60"/>
              <a:gd name="T6" fmla="*/ 0 w 2"/>
              <a:gd name="T7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60">
                <a:moveTo>
                  <a:pt x="2" y="0"/>
                </a:moveTo>
                <a:lnTo>
                  <a:pt x="2" y="16"/>
                </a:lnTo>
                <a:moveTo>
                  <a:pt x="0" y="43"/>
                </a:moveTo>
                <a:lnTo>
                  <a:pt x="0" y="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1631">
            <a:extLst>
              <a:ext uri="{FF2B5EF4-FFF2-40B4-BE49-F238E27FC236}">
                <a16:creationId xmlns:a16="http://schemas.microsoft.com/office/drawing/2014/main" id="{1C0241FE-C3B3-CD23-E0F9-DFAF0670A109}"/>
              </a:ext>
            </a:extLst>
          </p:cNvPr>
          <p:cNvSpPr>
            <a:spLocks noEditPoints="1"/>
          </p:cNvSpPr>
          <p:nvPr/>
        </p:nvSpPr>
        <p:spPr bwMode="auto">
          <a:xfrm>
            <a:off x="4006850" y="3165475"/>
            <a:ext cx="107950" cy="106363"/>
          </a:xfrm>
          <a:custGeom>
            <a:avLst/>
            <a:gdLst>
              <a:gd name="T0" fmla="*/ 136 w 136"/>
              <a:gd name="T1" fmla="*/ 0 h 133"/>
              <a:gd name="T2" fmla="*/ 125 w 136"/>
              <a:gd name="T3" fmla="*/ 11 h 133"/>
              <a:gd name="T4" fmla="*/ 105 w 136"/>
              <a:gd name="T5" fmla="*/ 30 h 133"/>
              <a:gd name="T6" fmla="*/ 94 w 136"/>
              <a:gd name="T7" fmla="*/ 41 h 133"/>
              <a:gd name="T8" fmla="*/ 74 w 136"/>
              <a:gd name="T9" fmla="*/ 60 h 133"/>
              <a:gd name="T10" fmla="*/ 63 w 136"/>
              <a:gd name="T11" fmla="*/ 72 h 133"/>
              <a:gd name="T12" fmla="*/ 43 w 136"/>
              <a:gd name="T13" fmla="*/ 91 h 133"/>
              <a:gd name="T14" fmla="*/ 31 w 136"/>
              <a:gd name="T15" fmla="*/ 102 h 133"/>
              <a:gd name="T16" fmla="*/ 12 w 136"/>
              <a:gd name="T17" fmla="*/ 121 h 133"/>
              <a:gd name="T18" fmla="*/ 0 w 136"/>
              <a:gd name="T19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6" h="133">
                <a:moveTo>
                  <a:pt x="136" y="0"/>
                </a:moveTo>
                <a:lnTo>
                  <a:pt x="125" y="11"/>
                </a:lnTo>
                <a:moveTo>
                  <a:pt x="105" y="30"/>
                </a:moveTo>
                <a:lnTo>
                  <a:pt x="94" y="41"/>
                </a:lnTo>
                <a:moveTo>
                  <a:pt x="74" y="60"/>
                </a:moveTo>
                <a:lnTo>
                  <a:pt x="63" y="72"/>
                </a:lnTo>
                <a:moveTo>
                  <a:pt x="43" y="91"/>
                </a:moveTo>
                <a:lnTo>
                  <a:pt x="31" y="102"/>
                </a:lnTo>
                <a:moveTo>
                  <a:pt x="12" y="121"/>
                </a:moveTo>
                <a:lnTo>
                  <a:pt x="0" y="13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Freeform 1632">
            <a:extLst>
              <a:ext uri="{FF2B5EF4-FFF2-40B4-BE49-F238E27FC236}">
                <a16:creationId xmlns:a16="http://schemas.microsoft.com/office/drawing/2014/main" id="{AE4E5B79-38C0-408B-097C-08AF5E0D9734}"/>
              </a:ext>
            </a:extLst>
          </p:cNvPr>
          <p:cNvSpPr>
            <a:spLocks noEditPoints="1"/>
          </p:cNvSpPr>
          <p:nvPr/>
        </p:nvSpPr>
        <p:spPr bwMode="auto">
          <a:xfrm>
            <a:off x="4068763" y="3006725"/>
            <a:ext cx="47625" cy="66675"/>
          </a:xfrm>
          <a:custGeom>
            <a:avLst/>
            <a:gdLst>
              <a:gd name="T0" fmla="*/ 60 w 60"/>
              <a:gd name="T1" fmla="*/ 0 h 84"/>
              <a:gd name="T2" fmla="*/ 50 w 60"/>
              <a:gd name="T3" fmla="*/ 13 h 84"/>
              <a:gd name="T4" fmla="*/ 35 w 60"/>
              <a:gd name="T5" fmla="*/ 35 h 84"/>
              <a:gd name="T6" fmla="*/ 25 w 60"/>
              <a:gd name="T7" fmla="*/ 48 h 84"/>
              <a:gd name="T8" fmla="*/ 9 w 60"/>
              <a:gd name="T9" fmla="*/ 71 h 84"/>
              <a:gd name="T10" fmla="*/ 0 w 60"/>
              <a:gd name="T11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0" h="84">
                <a:moveTo>
                  <a:pt x="60" y="0"/>
                </a:moveTo>
                <a:lnTo>
                  <a:pt x="50" y="13"/>
                </a:lnTo>
                <a:moveTo>
                  <a:pt x="35" y="35"/>
                </a:moveTo>
                <a:lnTo>
                  <a:pt x="25" y="48"/>
                </a:lnTo>
                <a:moveTo>
                  <a:pt x="9" y="71"/>
                </a:moveTo>
                <a:lnTo>
                  <a:pt x="0" y="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Line 1633">
            <a:extLst>
              <a:ext uri="{FF2B5EF4-FFF2-40B4-BE49-F238E27FC236}">
                <a16:creationId xmlns:a16="http://schemas.microsoft.com/office/drawing/2014/main" id="{061E9311-3D7A-6F38-620B-892BC442C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8638" y="1377950"/>
            <a:ext cx="6350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1634">
            <a:extLst>
              <a:ext uri="{FF2B5EF4-FFF2-40B4-BE49-F238E27FC236}">
                <a16:creationId xmlns:a16="http://schemas.microsoft.com/office/drawing/2014/main" id="{4D155C59-DDC5-09AB-927B-9292C9C60CA3}"/>
              </a:ext>
            </a:extLst>
          </p:cNvPr>
          <p:cNvSpPr>
            <a:spLocks noEditPoints="1"/>
          </p:cNvSpPr>
          <p:nvPr/>
        </p:nvSpPr>
        <p:spPr bwMode="auto">
          <a:xfrm>
            <a:off x="5580063" y="1081088"/>
            <a:ext cx="22225" cy="42863"/>
          </a:xfrm>
          <a:custGeom>
            <a:avLst/>
            <a:gdLst>
              <a:gd name="T0" fmla="*/ 27 w 27"/>
              <a:gd name="T1" fmla="*/ 0 h 53"/>
              <a:gd name="T2" fmla="*/ 20 w 27"/>
              <a:gd name="T3" fmla="*/ 14 h 53"/>
              <a:gd name="T4" fmla="*/ 7 w 27"/>
              <a:gd name="T5" fmla="*/ 38 h 53"/>
              <a:gd name="T6" fmla="*/ 0 w 27"/>
              <a:gd name="T7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" h="53">
                <a:moveTo>
                  <a:pt x="27" y="0"/>
                </a:moveTo>
                <a:lnTo>
                  <a:pt x="20" y="14"/>
                </a:lnTo>
                <a:moveTo>
                  <a:pt x="7" y="38"/>
                </a:moveTo>
                <a:lnTo>
                  <a:pt x="0" y="5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Freeform 1635">
            <a:extLst>
              <a:ext uri="{FF2B5EF4-FFF2-40B4-BE49-F238E27FC236}">
                <a16:creationId xmlns:a16="http://schemas.microsoft.com/office/drawing/2014/main" id="{FA973215-AA27-C899-E314-93D0C05BB107}"/>
              </a:ext>
            </a:extLst>
          </p:cNvPr>
          <p:cNvSpPr>
            <a:spLocks noEditPoints="1"/>
          </p:cNvSpPr>
          <p:nvPr/>
        </p:nvSpPr>
        <p:spPr bwMode="auto">
          <a:xfrm>
            <a:off x="4411663" y="214313"/>
            <a:ext cx="28575" cy="38100"/>
          </a:xfrm>
          <a:custGeom>
            <a:avLst/>
            <a:gdLst>
              <a:gd name="T0" fmla="*/ 36 w 36"/>
              <a:gd name="T1" fmla="*/ 0 h 47"/>
              <a:gd name="T2" fmla="*/ 27 w 36"/>
              <a:gd name="T3" fmla="*/ 13 h 47"/>
              <a:gd name="T4" fmla="*/ 10 w 36"/>
              <a:gd name="T5" fmla="*/ 34 h 47"/>
              <a:gd name="T6" fmla="*/ 0 w 36"/>
              <a:gd name="T7" fmla="*/ 4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" h="47">
                <a:moveTo>
                  <a:pt x="36" y="0"/>
                </a:moveTo>
                <a:lnTo>
                  <a:pt x="27" y="13"/>
                </a:lnTo>
                <a:moveTo>
                  <a:pt x="10" y="34"/>
                </a:moveTo>
                <a:lnTo>
                  <a:pt x="0" y="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Freeform 1636">
            <a:extLst>
              <a:ext uri="{FF2B5EF4-FFF2-40B4-BE49-F238E27FC236}">
                <a16:creationId xmlns:a16="http://schemas.microsoft.com/office/drawing/2014/main" id="{2B8CAA35-A5A4-B40B-34D3-56FDE64FF816}"/>
              </a:ext>
            </a:extLst>
          </p:cNvPr>
          <p:cNvSpPr>
            <a:spLocks noEditPoints="1"/>
          </p:cNvSpPr>
          <p:nvPr/>
        </p:nvSpPr>
        <p:spPr bwMode="auto">
          <a:xfrm>
            <a:off x="3938588" y="527050"/>
            <a:ext cx="58738" cy="60325"/>
          </a:xfrm>
          <a:custGeom>
            <a:avLst/>
            <a:gdLst>
              <a:gd name="T0" fmla="*/ 72 w 72"/>
              <a:gd name="T1" fmla="*/ 0 h 75"/>
              <a:gd name="T2" fmla="*/ 60 w 72"/>
              <a:gd name="T3" fmla="*/ 12 h 75"/>
              <a:gd name="T4" fmla="*/ 42 w 72"/>
              <a:gd name="T5" fmla="*/ 32 h 75"/>
              <a:gd name="T6" fmla="*/ 30 w 72"/>
              <a:gd name="T7" fmla="*/ 43 h 75"/>
              <a:gd name="T8" fmla="*/ 11 w 72"/>
              <a:gd name="T9" fmla="*/ 63 h 75"/>
              <a:gd name="T10" fmla="*/ 0 w 72"/>
              <a:gd name="T11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2" h="75">
                <a:moveTo>
                  <a:pt x="72" y="0"/>
                </a:moveTo>
                <a:lnTo>
                  <a:pt x="60" y="12"/>
                </a:lnTo>
                <a:moveTo>
                  <a:pt x="42" y="32"/>
                </a:moveTo>
                <a:lnTo>
                  <a:pt x="30" y="43"/>
                </a:lnTo>
                <a:moveTo>
                  <a:pt x="11" y="63"/>
                </a:moveTo>
                <a:lnTo>
                  <a:pt x="0" y="7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1637">
            <a:extLst>
              <a:ext uri="{FF2B5EF4-FFF2-40B4-BE49-F238E27FC236}">
                <a16:creationId xmlns:a16="http://schemas.microsoft.com/office/drawing/2014/main" id="{B4E24861-8185-7525-4DA2-89750322367A}"/>
              </a:ext>
            </a:extLst>
          </p:cNvPr>
          <p:cNvSpPr>
            <a:spLocks noEditPoints="1"/>
          </p:cNvSpPr>
          <p:nvPr/>
        </p:nvSpPr>
        <p:spPr bwMode="auto">
          <a:xfrm>
            <a:off x="5487988" y="1214438"/>
            <a:ext cx="0" cy="46038"/>
          </a:xfrm>
          <a:custGeom>
            <a:avLst/>
            <a:gdLst>
              <a:gd name="T0" fmla="*/ 0 h 59"/>
              <a:gd name="T1" fmla="*/ 16 h 59"/>
              <a:gd name="T2" fmla="*/ 43 h 59"/>
              <a:gd name="T3" fmla="*/ 59 h 59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59">
                <a:moveTo>
                  <a:pt x="0" y="0"/>
                </a:moveTo>
                <a:lnTo>
                  <a:pt x="0" y="16"/>
                </a:lnTo>
                <a:moveTo>
                  <a:pt x="0" y="43"/>
                </a:moveTo>
                <a:lnTo>
                  <a:pt x="0" y="5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1638">
            <a:extLst>
              <a:ext uri="{FF2B5EF4-FFF2-40B4-BE49-F238E27FC236}">
                <a16:creationId xmlns:a16="http://schemas.microsoft.com/office/drawing/2014/main" id="{D305C564-E8A3-E2D2-06BC-BE362D6F7A64}"/>
              </a:ext>
            </a:extLst>
          </p:cNvPr>
          <p:cNvSpPr>
            <a:spLocks noEditPoints="1"/>
          </p:cNvSpPr>
          <p:nvPr/>
        </p:nvSpPr>
        <p:spPr bwMode="auto">
          <a:xfrm>
            <a:off x="5191125" y="2208213"/>
            <a:ext cx="34925" cy="31750"/>
          </a:xfrm>
          <a:custGeom>
            <a:avLst/>
            <a:gdLst>
              <a:gd name="T0" fmla="*/ 44 w 44"/>
              <a:gd name="T1" fmla="*/ 0 h 41"/>
              <a:gd name="T2" fmla="*/ 32 w 44"/>
              <a:gd name="T3" fmla="*/ 11 h 41"/>
              <a:gd name="T4" fmla="*/ 12 w 44"/>
              <a:gd name="T5" fmla="*/ 30 h 41"/>
              <a:gd name="T6" fmla="*/ 0 w 44"/>
              <a:gd name="T7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" h="41">
                <a:moveTo>
                  <a:pt x="44" y="0"/>
                </a:moveTo>
                <a:lnTo>
                  <a:pt x="32" y="11"/>
                </a:lnTo>
                <a:moveTo>
                  <a:pt x="12" y="30"/>
                </a:moveTo>
                <a:lnTo>
                  <a:pt x="0" y="4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Freeform 1639">
            <a:extLst>
              <a:ext uri="{FF2B5EF4-FFF2-40B4-BE49-F238E27FC236}">
                <a16:creationId xmlns:a16="http://schemas.microsoft.com/office/drawing/2014/main" id="{19CC05A1-BF99-AA4A-A3D0-F34DF0CE444A}"/>
              </a:ext>
            </a:extLst>
          </p:cNvPr>
          <p:cNvSpPr>
            <a:spLocks noEditPoints="1"/>
          </p:cNvSpPr>
          <p:nvPr/>
        </p:nvSpPr>
        <p:spPr bwMode="auto">
          <a:xfrm>
            <a:off x="3905250" y="3105150"/>
            <a:ext cx="19050" cy="31750"/>
          </a:xfrm>
          <a:custGeom>
            <a:avLst/>
            <a:gdLst>
              <a:gd name="T0" fmla="*/ 24 w 24"/>
              <a:gd name="T1" fmla="*/ 0 h 40"/>
              <a:gd name="T2" fmla="*/ 15 w 24"/>
              <a:gd name="T3" fmla="*/ 14 h 40"/>
              <a:gd name="T4" fmla="*/ 2 w 24"/>
              <a:gd name="T5" fmla="*/ 38 h 40"/>
              <a:gd name="T6" fmla="*/ 0 w 24"/>
              <a:gd name="T7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" h="40">
                <a:moveTo>
                  <a:pt x="24" y="0"/>
                </a:moveTo>
                <a:lnTo>
                  <a:pt x="15" y="14"/>
                </a:lnTo>
                <a:moveTo>
                  <a:pt x="2" y="38"/>
                </a:moveTo>
                <a:lnTo>
                  <a:pt x="0" y="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Freeform 1640">
            <a:extLst>
              <a:ext uri="{FF2B5EF4-FFF2-40B4-BE49-F238E27FC236}">
                <a16:creationId xmlns:a16="http://schemas.microsoft.com/office/drawing/2014/main" id="{9AD2A175-8035-2D2A-C7EE-787244C2A034}"/>
              </a:ext>
            </a:extLst>
          </p:cNvPr>
          <p:cNvSpPr>
            <a:spLocks noEditPoints="1"/>
          </p:cNvSpPr>
          <p:nvPr/>
        </p:nvSpPr>
        <p:spPr bwMode="auto">
          <a:xfrm>
            <a:off x="3913188" y="3165475"/>
            <a:ext cx="201613" cy="207963"/>
          </a:xfrm>
          <a:custGeom>
            <a:avLst/>
            <a:gdLst>
              <a:gd name="T0" fmla="*/ 253 w 253"/>
              <a:gd name="T1" fmla="*/ 0 h 261"/>
              <a:gd name="T2" fmla="*/ 242 w 253"/>
              <a:gd name="T3" fmla="*/ 11 h 261"/>
              <a:gd name="T4" fmla="*/ 223 w 253"/>
              <a:gd name="T5" fmla="*/ 31 h 261"/>
              <a:gd name="T6" fmla="*/ 212 w 253"/>
              <a:gd name="T7" fmla="*/ 43 h 261"/>
              <a:gd name="T8" fmla="*/ 193 w 253"/>
              <a:gd name="T9" fmla="*/ 62 h 261"/>
              <a:gd name="T10" fmla="*/ 181 w 253"/>
              <a:gd name="T11" fmla="*/ 74 h 261"/>
              <a:gd name="T12" fmla="*/ 163 w 253"/>
              <a:gd name="T13" fmla="*/ 93 h 261"/>
              <a:gd name="T14" fmla="*/ 151 w 253"/>
              <a:gd name="T15" fmla="*/ 105 h 261"/>
              <a:gd name="T16" fmla="*/ 132 w 253"/>
              <a:gd name="T17" fmla="*/ 125 h 261"/>
              <a:gd name="T18" fmla="*/ 121 w 253"/>
              <a:gd name="T19" fmla="*/ 136 h 261"/>
              <a:gd name="T20" fmla="*/ 102 w 253"/>
              <a:gd name="T21" fmla="*/ 156 h 261"/>
              <a:gd name="T22" fmla="*/ 91 w 253"/>
              <a:gd name="T23" fmla="*/ 168 h 261"/>
              <a:gd name="T24" fmla="*/ 72 w 253"/>
              <a:gd name="T25" fmla="*/ 187 h 261"/>
              <a:gd name="T26" fmla="*/ 60 w 253"/>
              <a:gd name="T27" fmla="*/ 199 h 261"/>
              <a:gd name="T28" fmla="*/ 41 w 253"/>
              <a:gd name="T29" fmla="*/ 218 h 261"/>
              <a:gd name="T30" fmla="*/ 30 w 253"/>
              <a:gd name="T31" fmla="*/ 230 h 261"/>
              <a:gd name="T32" fmla="*/ 11 w 253"/>
              <a:gd name="T33" fmla="*/ 250 h 261"/>
              <a:gd name="T34" fmla="*/ 0 w 253"/>
              <a:gd name="T35" fmla="*/ 261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53" h="261">
                <a:moveTo>
                  <a:pt x="253" y="0"/>
                </a:moveTo>
                <a:lnTo>
                  <a:pt x="242" y="11"/>
                </a:lnTo>
                <a:moveTo>
                  <a:pt x="223" y="31"/>
                </a:moveTo>
                <a:lnTo>
                  <a:pt x="212" y="43"/>
                </a:lnTo>
                <a:moveTo>
                  <a:pt x="193" y="62"/>
                </a:moveTo>
                <a:lnTo>
                  <a:pt x="181" y="74"/>
                </a:lnTo>
                <a:moveTo>
                  <a:pt x="163" y="93"/>
                </a:moveTo>
                <a:lnTo>
                  <a:pt x="151" y="105"/>
                </a:lnTo>
                <a:moveTo>
                  <a:pt x="132" y="125"/>
                </a:moveTo>
                <a:lnTo>
                  <a:pt x="121" y="136"/>
                </a:lnTo>
                <a:moveTo>
                  <a:pt x="102" y="156"/>
                </a:moveTo>
                <a:lnTo>
                  <a:pt x="91" y="168"/>
                </a:lnTo>
                <a:moveTo>
                  <a:pt x="72" y="187"/>
                </a:moveTo>
                <a:lnTo>
                  <a:pt x="60" y="199"/>
                </a:lnTo>
                <a:moveTo>
                  <a:pt x="41" y="218"/>
                </a:moveTo>
                <a:lnTo>
                  <a:pt x="30" y="230"/>
                </a:lnTo>
                <a:moveTo>
                  <a:pt x="11" y="250"/>
                </a:moveTo>
                <a:lnTo>
                  <a:pt x="0" y="26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1641">
            <a:extLst>
              <a:ext uri="{FF2B5EF4-FFF2-40B4-BE49-F238E27FC236}">
                <a16:creationId xmlns:a16="http://schemas.microsoft.com/office/drawing/2014/main" id="{BA6ABC02-1C17-7A47-1BAE-BB06CD207380}"/>
              </a:ext>
            </a:extLst>
          </p:cNvPr>
          <p:cNvSpPr>
            <a:spLocks noEditPoints="1"/>
          </p:cNvSpPr>
          <p:nvPr/>
        </p:nvSpPr>
        <p:spPr bwMode="auto">
          <a:xfrm>
            <a:off x="4899025" y="849313"/>
            <a:ext cx="23813" cy="184150"/>
          </a:xfrm>
          <a:custGeom>
            <a:avLst/>
            <a:gdLst>
              <a:gd name="T0" fmla="*/ 29 w 29"/>
              <a:gd name="T1" fmla="*/ 0 h 232"/>
              <a:gd name="T2" fmla="*/ 27 w 29"/>
              <a:gd name="T3" fmla="*/ 16 h 232"/>
              <a:gd name="T4" fmla="*/ 24 w 29"/>
              <a:gd name="T5" fmla="*/ 43 h 232"/>
              <a:gd name="T6" fmla="*/ 22 w 29"/>
              <a:gd name="T7" fmla="*/ 59 h 232"/>
              <a:gd name="T8" fmla="*/ 18 w 29"/>
              <a:gd name="T9" fmla="*/ 86 h 232"/>
              <a:gd name="T10" fmla="*/ 16 w 29"/>
              <a:gd name="T11" fmla="*/ 102 h 232"/>
              <a:gd name="T12" fmla="*/ 13 w 29"/>
              <a:gd name="T13" fmla="*/ 129 h 232"/>
              <a:gd name="T14" fmla="*/ 11 w 29"/>
              <a:gd name="T15" fmla="*/ 146 h 232"/>
              <a:gd name="T16" fmla="*/ 7 w 29"/>
              <a:gd name="T17" fmla="*/ 172 h 232"/>
              <a:gd name="T18" fmla="*/ 5 w 29"/>
              <a:gd name="T19" fmla="*/ 189 h 232"/>
              <a:gd name="T20" fmla="*/ 2 w 29"/>
              <a:gd name="T21" fmla="*/ 216 h 232"/>
              <a:gd name="T22" fmla="*/ 0 w 29"/>
              <a:gd name="T23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9" h="232">
                <a:moveTo>
                  <a:pt x="29" y="0"/>
                </a:moveTo>
                <a:lnTo>
                  <a:pt x="27" y="16"/>
                </a:lnTo>
                <a:moveTo>
                  <a:pt x="24" y="43"/>
                </a:moveTo>
                <a:lnTo>
                  <a:pt x="22" y="59"/>
                </a:lnTo>
                <a:moveTo>
                  <a:pt x="18" y="86"/>
                </a:moveTo>
                <a:lnTo>
                  <a:pt x="16" y="102"/>
                </a:lnTo>
                <a:moveTo>
                  <a:pt x="13" y="129"/>
                </a:moveTo>
                <a:lnTo>
                  <a:pt x="11" y="146"/>
                </a:lnTo>
                <a:moveTo>
                  <a:pt x="7" y="172"/>
                </a:moveTo>
                <a:lnTo>
                  <a:pt x="5" y="189"/>
                </a:lnTo>
                <a:moveTo>
                  <a:pt x="2" y="216"/>
                </a:moveTo>
                <a:lnTo>
                  <a:pt x="0" y="2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1642">
            <a:extLst>
              <a:ext uri="{FF2B5EF4-FFF2-40B4-BE49-F238E27FC236}">
                <a16:creationId xmlns:a16="http://schemas.microsoft.com/office/drawing/2014/main" id="{51A5D2A5-CC2A-C6F8-0D23-094305A4B0E9}"/>
              </a:ext>
            </a:extLst>
          </p:cNvPr>
          <p:cNvSpPr>
            <a:spLocks noEditPoints="1"/>
          </p:cNvSpPr>
          <p:nvPr/>
        </p:nvSpPr>
        <p:spPr bwMode="auto">
          <a:xfrm>
            <a:off x="5148263" y="3240088"/>
            <a:ext cx="73025" cy="84138"/>
          </a:xfrm>
          <a:custGeom>
            <a:avLst/>
            <a:gdLst>
              <a:gd name="T0" fmla="*/ 92 w 92"/>
              <a:gd name="T1" fmla="*/ 0 h 106"/>
              <a:gd name="T2" fmla="*/ 81 w 92"/>
              <a:gd name="T3" fmla="*/ 12 h 106"/>
              <a:gd name="T4" fmla="*/ 63 w 92"/>
              <a:gd name="T5" fmla="*/ 33 h 106"/>
              <a:gd name="T6" fmla="*/ 52 w 92"/>
              <a:gd name="T7" fmla="*/ 45 h 106"/>
              <a:gd name="T8" fmla="*/ 35 w 92"/>
              <a:gd name="T9" fmla="*/ 66 h 106"/>
              <a:gd name="T10" fmla="*/ 24 w 92"/>
              <a:gd name="T11" fmla="*/ 78 h 106"/>
              <a:gd name="T12" fmla="*/ 6 w 92"/>
              <a:gd name="T13" fmla="*/ 98 h 106"/>
              <a:gd name="T14" fmla="*/ 0 w 92"/>
              <a:gd name="T15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2" h="106">
                <a:moveTo>
                  <a:pt x="92" y="0"/>
                </a:moveTo>
                <a:lnTo>
                  <a:pt x="81" y="12"/>
                </a:lnTo>
                <a:moveTo>
                  <a:pt x="63" y="33"/>
                </a:moveTo>
                <a:lnTo>
                  <a:pt x="52" y="45"/>
                </a:lnTo>
                <a:moveTo>
                  <a:pt x="35" y="66"/>
                </a:moveTo>
                <a:lnTo>
                  <a:pt x="24" y="78"/>
                </a:lnTo>
                <a:moveTo>
                  <a:pt x="6" y="98"/>
                </a:moveTo>
                <a:lnTo>
                  <a:pt x="0" y="10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Freeform 1643">
            <a:extLst>
              <a:ext uri="{FF2B5EF4-FFF2-40B4-BE49-F238E27FC236}">
                <a16:creationId xmlns:a16="http://schemas.microsoft.com/office/drawing/2014/main" id="{B6723176-34CB-87F0-4103-69802E76055B}"/>
              </a:ext>
            </a:extLst>
          </p:cNvPr>
          <p:cNvSpPr>
            <a:spLocks noEditPoints="1"/>
          </p:cNvSpPr>
          <p:nvPr/>
        </p:nvSpPr>
        <p:spPr bwMode="auto">
          <a:xfrm>
            <a:off x="3965575" y="2508250"/>
            <a:ext cx="98425" cy="236538"/>
          </a:xfrm>
          <a:custGeom>
            <a:avLst/>
            <a:gdLst>
              <a:gd name="T0" fmla="*/ 123 w 123"/>
              <a:gd name="T1" fmla="*/ 0 h 297"/>
              <a:gd name="T2" fmla="*/ 116 w 123"/>
              <a:gd name="T3" fmla="*/ 15 h 297"/>
              <a:gd name="T4" fmla="*/ 106 w 123"/>
              <a:gd name="T5" fmla="*/ 40 h 297"/>
              <a:gd name="T6" fmla="*/ 100 w 123"/>
              <a:gd name="T7" fmla="*/ 56 h 297"/>
              <a:gd name="T8" fmla="*/ 89 w 123"/>
              <a:gd name="T9" fmla="*/ 81 h 297"/>
              <a:gd name="T10" fmla="*/ 83 w 123"/>
              <a:gd name="T11" fmla="*/ 96 h 297"/>
              <a:gd name="T12" fmla="*/ 73 w 123"/>
              <a:gd name="T13" fmla="*/ 121 h 297"/>
              <a:gd name="T14" fmla="*/ 66 w 123"/>
              <a:gd name="T15" fmla="*/ 136 h 297"/>
              <a:gd name="T16" fmla="*/ 56 w 123"/>
              <a:gd name="T17" fmla="*/ 161 h 297"/>
              <a:gd name="T18" fmla="*/ 50 w 123"/>
              <a:gd name="T19" fmla="*/ 176 h 297"/>
              <a:gd name="T20" fmla="*/ 39 w 123"/>
              <a:gd name="T21" fmla="*/ 201 h 297"/>
              <a:gd name="T22" fmla="*/ 33 w 123"/>
              <a:gd name="T23" fmla="*/ 216 h 297"/>
              <a:gd name="T24" fmla="*/ 23 w 123"/>
              <a:gd name="T25" fmla="*/ 241 h 297"/>
              <a:gd name="T26" fmla="*/ 16 w 123"/>
              <a:gd name="T27" fmla="*/ 257 h 297"/>
              <a:gd name="T28" fmla="*/ 6 w 123"/>
              <a:gd name="T29" fmla="*/ 282 h 297"/>
              <a:gd name="T30" fmla="*/ 0 w 123"/>
              <a:gd name="T3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3" h="297">
                <a:moveTo>
                  <a:pt x="123" y="0"/>
                </a:moveTo>
                <a:lnTo>
                  <a:pt x="116" y="15"/>
                </a:lnTo>
                <a:moveTo>
                  <a:pt x="106" y="40"/>
                </a:moveTo>
                <a:lnTo>
                  <a:pt x="100" y="56"/>
                </a:lnTo>
                <a:moveTo>
                  <a:pt x="89" y="81"/>
                </a:moveTo>
                <a:lnTo>
                  <a:pt x="83" y="96"/>
                </a:lnTo>
                <a:moveTo>
                  <a:pt x="73" y="121"/>
                </a:moveTo>
                <a:lnTo>
                  <a:pt x="66" y="136"/>
                </a:lnTo>
                <a:moveTo>
                  <a:pt x="56" y="161"/>
                </a:moveTo>
                <a:lnTo>
                  <a:pt x="50" y="176"/>
                </a:lnTo>
                <a:moveTo>
                  <a:pt x="39" y="201"/>
                </a:moveTo>
                <a:lnTo>
                  <a:pt x="33" y="216"/>
                </a:lnTo>
                <a:moveTo>
                  <a:pt x="23" y="241"/>
                </a:moveTo>
                <a:lnTo>
                  <a:pt x="16" y="257"/>
                </a:lnTo>
                <a:moveTo>
                  <a:pt x="6" y="282"/>
                </a:moveTo>
                <a:lnTo>
                  <a:pt x="0" y="29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1644">
            <a:extLst>
              <a:ext uri="{FF2B5EF4-FFF2-40B4-BE49-F238E27FC236}">
                <a16:creationId xmlns:a16="http://schemas.microsoft.com/office/drawing/2014/main" id="{A03AB0A6-5AC5-B1C9-57DA-CD59EA7D4E81}"/>
              </a:ext>
            </a:extLst>
          </p:cNvPr>
          <p:cNvSpPr>
            <a:spLocks noEditPoints="1"/>
          </p:cNvSpPr>
          <p:nvPr/>
        </p:nvSpPr>
        <p:spPr bwMode="auto">
          <a:xfrm>
            <a:off x="4024313" y="1577975"/>
            <a:ext cx="136525" cy="127000"/>
          </a:xfrm>
          <a:custGeom>
            <a:avLst/>
            <a:gdLst>
              <a:gd name="T0" fmla="*/ 171 w 171"/>
              <a:gd name="T1" fmla="*/ 0 h 160"/>
              <a:gd name="T2" fmla="*/ 159 w 171"/>
              <a:gd name="T3" fmla="*/ 11 h 160"/>
              <a:gd name="T4" fmla="*/ 139 w 171"/>
              <a:gd name="T5" fmla="*/ 30 h 160"/>
              <a:gd name="T6" fmla="*/ 127 w 171"/>
              <a:gd name="T7" fmla="*/ 41 h 160"/>
              <a:gd name="T8" fmla="*/ 107 w 171"/>
              <a:gd name="T9" fmla="*/ 59 h 160"/>
              <a:gd name="T10" fmla="*/ 95 w 171"/>
              <a:gd name="T11" fmla="*/ 70 h 160"/>
              <a:gd name="T12" fmla="*/ 76 w 171"/>
              <a:gd name="T13" fmla="*/ 89 h 160"/>
              <a:gd name="T14" fmla="*/ 64 w 171"/>
              <a:gd name="T15" fmla="*/ 100 h 160"/>
              <a:gd name="T16" fmla="*/ 44 w 171"/>
              <a:gd name="T17" fmla="*/ 119 h 160"/>
              <a:gd name="T18" fmla="*/ 32 w 171"/>
              <a:gd name="T19" fmla="*/ 130 h 160"/>
              <a:gd name="T20" fmla="*/ 12 w 171"/>
              <a:gd name="T21" fmla="*/ 149 h 160"/>
              <a:gd name="T22" fmla="*/ 0 w 171"/>
              <a:gd name="T23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71" h="160">
                <a:moveTo>
                  <a:pt x="171" y="0"/>
                </a:moveTo>
                <a:lnTo>
                  <a:pt x="159" y="11"/>
                </a:lnTo>
                <a:moveTo>
                  <a:pt x="139" y="30"/>
                </a:moveTo>
                <a:lnTo>
                  <a:pt x="127" y="41"/>
                </a:lnTo>
                <a:moveTo>
                  <a:pt x="107" y="59"/>
                </a:moveTo>
                <a:lnTo>
                  <a:pt x="95" y="70"/>
                </a:lnTo>
                <a:moveTo>
                  <a:pt x="76" y="89"/>
                </a:moveTo>
                <a:lnTo>
                  <a:pt x="64" y="100"/>
                </a:lnTo>
                <a:moveTo>
                  <a:pt x="44" y="119"/>
                </a:moveTo>
                <a:lnTo>
                  <a:pt x="32" y="130"/>
                </a:lnTo>
                <a:moveTo>
                  <a:pt x="12" y="149"/>
                </a:moveTo>
                <a:lnTo>
                  <a:pt x="0" y="1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1645">
            <a:extLst>
              <a:ext uri="{FF2B5EF4-FFF2-40B4-BE49-F238E27FC236}">
                <a16:creationId xmlns:a16="http://schemas.microsoft.com/office/drawing/2014/main" id="{81BEE15B-7C8A-A997-B8BD-854D9D8EE40C}"/>
              </a:ext>
            </a:extLst>
          </p:cNvPr>
          <p:cNvSpPr>
            <a:spLocks noEditPoints="1"/>
          </p:cNvSpPr>
          <p:nvPr/>
        </p:nvSpPr>
        <p:spPr bwMode="auto">
          <a:xfrm>
            <a:off x="4070350" y="846138"/>
            <a:ext cx="88900" cy="112713"/>
          </a:xfrm>
          <a:custGeom>
            <a:avLst/>
            <a:gdLst>
              <a:gd name="T0" fmla="*/ 112 w 112"/>
              <a:gd name="T1" fmla="*/ 0 h 143"/>
              <a:gd name="T2" fmla="*/ 102 w 112"/>
              <a:gd name="T3" fmla="*/ 13 h 143"/>
              <a:gd name="T4" fmla="*/ 85 w 112"/>
              <a:gd name="T5" fmla="*/ 34 h 143"/>
              <a:gd name="T6" fmla="*/ 75 w 112"/>
              <a:gd name="T7" fmla="*/ 47 h 143"/>
              <a:gd name="T8" fmla="*/ 58 w 112"/>
              <a:gd name="T9" fmla="*/ 68 h 143"/>
              <a:gd name="T10" fmla="*/ 48 w 112"/>
              <a:gd name="T11" fmla="*/ 81 h 143"/>
              <a:gd name="T12" fmla="*/ 32 w 112"/>
              <a:gd name="T13" fmla="*/ 103 h 143"/>
              <a:gd name="T14" fmla="*/ 22 w 112"/>
              <a:gd name="T15" fmla="*/ 115 h 143"/>
              <a:gd name="T16" fmla="*/ 5 w 112"/>
              <a:gd name="T17" fmla="*/ 137 h 143"/>
              <a:gd name="T18" fmla="*/ 0 w 112"/>
              <a:gd name="T19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2" h="143">
                <a:moveTo>
                  <a:pt x="112" y="0"/>
                </a:moveTo>
                <a:lnTo>
                  <a:pt x="102" y="13"/>
                </a:lnTo>
                <a:moveTo>
                  <a:pt x="85" y="34"/>
                </a:moveTo>
                <a:lnTo>
                  <a:pt x="75" y="47"/>
                </a:lnTo>
                <a:moveTo>
                  <a:pt x="58" y="68"/>
                </a:moveTo>
                <a:lnTo>
                  <a:pt x="48" y="81"/>
                </a:lnTo>
                <a:moveTo>
                  <a:pt x="32" y="103"/>
                </a:moveTo>
                <a:lnTo>
                  <a:pt x="22" y="115"/>
                </a:lnTo>
                <a:moveTo>
                  <a:pt x="5" y="137"/>
                </a:moveTo>
                <a:lnTo>
                  <a:pt x="0" y="14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1646">
            <a:extLst>
              <a:ext uri="{FF2B5EF4-FFF2-40B4-BE49-F238E27FC236}">
                <a16:creationId xmlns:a16="http://schemas.microsoft.com/office/drawing/2014/main" id="{0414DF68-2E19-CDB3-1366-1763004D2029}"/>
              </a:ext>
            </a:extLst>
          </p:cNvPr>
          <p:cNvSpPr>
            <a:spLocks noEditPoints="1"/>
          </p:cNvSpPr>
          <p:nvPr/>
        </p:nvSpPr>
        <p:spPr bwMode="auto">
          <a:xfrm>
            <a:off x="5583238" y="1671638"/>
            <a:ext cx="31750" cy="36513"/>
          </a:xfrm>
          <a:custGeom>
            <a:avLst/>
            <a:gdLst>
              <a:gd name="T0" fmla="*/ 39 w 39"/>
              <a:gd name="T1" fmla="*/ 0 h 46"/>
              <a:gd name="T2" fmla="*/ 28 w 39"/>
              <a:gd name="T3" fmla="*/ 13 h 46"/>
              <a:gd name="T4" fmla="*/ 11 w 39"/>
              <a:gd name="T5" fmla="*/ 34 h 46"/>
              <a:gd name="T6" fmla="*/ 0 w 39"/>
              <a:gd name="T7" fmla="*/ 46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" h="46">
                <a:moveTo>
                  <a:pt x="39" y="0"/>
                </a:moveTo>
                <a:lnTo>
                  <a:pt x="28" y="13"/>
                </a:lnTo>
                <a:moveTo>
                  <a:pt x="11" y="34"/>
                </a:moveTo>
                <a:lnTo>
                  <a:pt x="0" y="4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1647">
            <a:extLst>
              <a:ext uri="{FF2B5EF4-FFF2-40B4-BE49-F238E27FC236}">
                <a16:creationId xmlns:a16="http://schemas.microsoft.com/office/drawing/2014/main" id="{DFDF0F9D-DA5D-B73E-C409-40ED325F8DFA}"/>
              </a:ext>
            </a:extLst>
          </p:cNvPr>
          <p:cNvSpPr>
            <a:spLocks noEditPoints="1"/>
          </p:cNvSpPr>
          <p:nvPr/>
        </p:nvSpPr>
        <p:spPr bwMode="auto">
          <a:xfrm>
            <a:off x="3906838" y="719138"/>
            <a:ext cx="80963" cy="85725"/>
          </a:xfrm>
          <a:custGeom>
            <a:avLst/>
            <a:gdLst>
              <a:gd name="T0" fmla="*/ 100 w 100"/>
              <a:gd name="T1" fmla="*/ 0 h 108"/>
              <a:gd name="T2" fmla="*/ 89 w 100"/>
              <a:gd name="T3" fmla="*/ 12 h 108"/>
              <a:gd name="T4" fmla="*/ 70 w 100"/>
              <a:gd name="T5" fmla="*/ 32 h 108"/>
              <a:gd name="T6" fmla="*/ 59 w 100"/>
              <a:gd name="T7" fmla="*/ 44 h 108"/>
              <a:gd name="T8" fmla="*/ 40 w 100"/>
              <a:gd name="T9" fmla="*/ 64 h 108"/>
              <a:gd name="T10" fmla="*/ 29 w 100"/>
              <a:gd name="T11" fmla="*/ 76 h 108"/>
              <a:gd name="T12" fmla="*/ 11 w 100"/>
              <a:gd name="T13" fmla="*/ 96 h 108"/>
              <a:gd name="T14" fmla="*/ 0 w 100"/>
              <a:gd name="T15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0" h="108">
                <a:moveTo>
                  <a:pt x="100" y="0"/>
                </a:moveTo>
                <a:lnTo>
                  <a:pt x="89" y="12"/>
                </a:lnTo>
                <a:moveTo>
                  <a:pt x="70" y="32"/>
                </a:moveTo>
                <a:lnTo>
                  <a:pt x="59" y="44"/>
                </a:lnTo>
                <a:moveTo>
                  <a:pt x="40" y="64"/>
                </a:moveTo>
                <a:lnTo>
                  <a:pt x="29" y="76"/>
                </a:lnTo>
                <a:moveTo>
                  <a:pt x="11" y="96"/>
                </a:moveTo>
                <a:lnTo>
                  <a:pt x="0" y="10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Freeform 1648">
            <a:extLst>
              <a:ext uri="{FF2B5EF4-FFF2-40B4-BE49-F238E27FC236}">
                <a16:creationId xmlns:a16="http://schemas.microsoft.com/office/drawing/2014/main" id="{F6000C93-EDB4-195D-2B87-D9342A6DAA07}"/>
              </a:ext>
            </a:extLst>
          </p:cNvPr>
          <p:cNvSpPr>
            <a:spLocks noEditPoints="1"/>
          </p:cNvSpPr>
          <p:nvPr/>
        </p:nvSpPr>
        <p:spPr bwMode="auto">
          <a:xfrm>
            <a:off x="5399088" y="374650"/>
            <a:ext cx="1588" cy="79375"/>
          </a:xfrm>
          <a:custGeom>
            <a:avLst/>
            <a:gdLst>
              <a:gd name="T0" fmla="*/ 2 w 2"/>
              <a:gd name="T1" fmla="*/ 0 h 100"/>
              <a:gd name="T2" fmla="*/ 1 w 2"/>
              <a:gd name="T3" fmla="*/ 16 h 100"/>
              <a:gd name="T4" fmla="*/ 1 w 2"/>
              <a:gd name="T5" fmla="*/ 43 h 100"/>
              <a:gd name="T6" fmla="*/ 0 w 2"/>
              <a:gd name="T7" fmla="*/ 60 h 100"/>
              <a:gd name="T8" fmla="*/ 0 w 2"/>
              <a:gd name="T9" fmla="*/ 87 h 100"/>
              <a:gd name="T10" fmla="*/ 0 w 2"/>
              <a:gd name="T11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" h="100">
                <a:moveTo>
                  <a:pt x="2" y="0"/>
                </a:moveTo>
                <a:lnTo>
                  <a:pt x="1" y="16"/>
                </a:lnTo>
                <a:moveTo>
                  <a:pt x="1" y="43"/>
                </a:moveTo>
                <a:lnTo>
                  <a:pt x="0" y="60"/>
                </a:lnTo>
                <a:moveTo>
                  <a:pt x="0" y="87"/>
                </a:moveTo>
                <a:lnTo>
                  <a:pt x="0" y="10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Freeform 1649">
            <a:extLst>
              <a:ext uri="{FF2B5EF4-FFF2-40B4-BE49-F238E27FC236}">
                <a16:creationId xmlns:a16="http://schemas.microsoft.com/office/drawing/2014/main" id="{0506A461-4954-3FFC-479F-55A69DFFF5CD}"/>
              </a:ext>
            </a:extLst>
          </p:cNvPr>
          <p:cNvSpPr>
            <a:spLocks noEditPoints="1"/>
          </p:cNvSpPr>
          <p:nvPr/>
        </p:nvSpPr>
        <p:spPr bwMode="auto">
          <a:xfrm>
            <a:off x="4892675" y="2625725"/>
            <a:ext cx="0" cy="117475"/>
          </a:xfrm>
          <a:custGeom>
            <a:avLst/>
            <a:gdLst>
              <a:gd name="T0" fmla="*/ 0 h 147"/>
              <a:gd name="T1" fmla="*/ 16 h 147"/>
              <a:gd name="T2" fmla="*/ 44 h 147"/>
              <a:gd name="T3" fmla="*/ 60 h 147"/>
              <a:gd name="T4" fmla="*/ 87 h 147"/>
              <a:gd name="T5" fmla="*/ 103 h 147"/>
              <a:gd name="T6" fmla="*/ 131 h 147"/>
              <a:gd name="T7" fmla="*/ 147 h 147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47">
                <a:moveTo>
                  <a:pt x="0" y="0"/>
                </a:moveTo>
                <a:lnTo>
                  <a:pt x="0" y="16"/>
                </a:lnTo>
                <a:moveTo>
                  <a:pt x="0" y="44"/>
                </a:moveTo>
                <a:lnTo>
                  <a:pt x="0" y="60"/>
                </a:lnTo>
                <a:moveTo>
                  <a:pt x="0" y="87"/>
                </a:moveTo>
                <a:lnTo>
                  <a:pt x="0" y="103"/>
                </a:lnTo>
                <a:moveTo>
                  <a:pt x="0" y="131"/>
                </a:moveTo>
                <a:lnTo>
                  <a:pt x="0" y="1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1650">
            <a:extLst>
              <a:ext uri="{FF2B5EF4-FFF2-40B4-BE49-F238E27FC236}">
                <a16:creationId xmlns:a16="http://schemas.microsoft.com/office/drawing/2014/main" id="{56892614-6F76-9D0E-98E3-BF43BFE7C321}"/>
              </a:ext>
            </a:extLst>
          </p:cNvPr>
          <p:cNvSpPr>
            <a:spLocks noEditPoints="1"/>
          </p:cNvSpPr>
          <p:nvPr/>
        </p:nvSpPr>
        <p:spPr bwMode="auto">
          <a:xfrm>
            <a:off x="5368925" y="2112963"/>
            <a:ext cx="55563" cy="61913"/>
          </a:xfrm>
          <a:custGeom>
            <a:avLst/>
            <a:gdLst>
              <a:gd name="T0" fmla="*/ 70 w 70"/>
              <a:gd name="T1" fmla="*/ 0 h 77"/>
              <a:gd name="T2" fmla="*/ 59 w 70"/>
              <a:gd name="T3" fmla="*/ 13 h 77"/>
              <a:gd name="T4" fmla="*/ 41 w 70"/>
              <a:gd name="T5" fmla="*/ 33 h 77"/>
              <a:gd name="T6" fmla="*/ 30 w 70"/>
              <a:gd name="T7" fmla="*/ 45 h 77"/>
              <a:gd name="T8" fmla="*/ 11 w 70"/>
              <a:gd name="T9" fmla="*/ 65 h 77"/>
              <a:gd name="T10" fmla="*/ 0 w 70"/>
              <a:gd name="T11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0" h="77">
                <a:moveTo>
                  <a:pt x="70" y="0"/>
                </a:moveTo>
                <a:lnTo>
                  <a:pt x="59" y="13"/>
                </a:lnTo>
                <a:moveTo>
                  <a:pt x="41" y="33"/>
                </a:moveTo>
                <a:lnTo>
                  <a:pt x="30" y="45"/>
                </a:lnTo>
                <a:moveTo>
                  <a:pt x="11" y="65"/>
                </a:moveTo>
                <a:lnTo>
                  <a:pt x="0" y="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1651">
            <a:extLst>
              <a:ext uri="{FF2B5EF4-FFF2-40B4-BE49-F238E27FC236}">
                <a16:creationId xmlns:a16="http://schemas.microsoft.com/office/drawing/2014/main" id="{9367345E-0227-B5B5-4F50-2FC9448CB16F}"/>
              </a:ext>
            </a:extLst>
          </p:cNvPr>
          <p:cNvSpPr>
            <a:spLocks noEditPoints="1"/>
          </p:cNvSpPr>
          <p:nvPr/>
        </p:nvSpPr>
        <p:spPr bwMode="auto">
          <a:xfrm>
            <a:off x="5465763" y="571500"/>
            <a:ext cx="25400" cy="41275"/>
          </a:xfrm>
          <a:custGeom>
            <a:avLst/>
            <a:gdLst>
              <a:gd name="T0" fmla="*/ 31 w 31"/>
              <a:gd name="T1" fmla="*/ 0 h 52"/>
              <a:gd name="T2" fmla="*/ 22 w 31"/>
              <a:gd name="T3" fmla="*/ 14 h 52"/>
              <a:gd name="T4" fmla="*/ 9 w 31"/>
              <a:gd name="T5" fmla="*/ 38 h 52"/>
              <a:gd name="T6" fmla="*/ 0 w 31"/>
              <a:gd name="T7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" h="52">
                <a:moveTo>
                  <a:pt x="31" y="0"/>
                </a:moveTo>
                <a:lnTo>
                  <a:pt x="22" y="14"/>
                </a:lnTo>
                <a:moveTo>
                  <a:pt x="9" y="38"/>
                </a:moveTo>
                <a:lnTo>
                  <a:pt x="0" y="5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1652">
            <a:extLst>
              <a:ext uri="{FF2B5EF4-FFF2-40B4-BE49-F238E27FC236}">
                <a16:creationId xmlns:a16="http://schemas.microsoft.com/office/drawing/2014/main" id="{1FDB5904-10A0-4BE4-3ED1-F14F028DD9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1350" y="2838450"/>
            <a:ext cx="4763" cy="127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1653">
            <a:extLst>
              <a:ext uri="{FF2B5EF4-FFF2-40B4-BE49-F238E27FC236}">
                <a16:creationId xmlns:a16="http://schemas.microsoft.com/office/drawing/2014/main" id="{D3D1D5E5-5752-C5FE-ED5D-38AC124220B3}"/>
              </a:ext>
            </a:extLst>
          </p:cNvPr>
          <p:cNvSpPr>
            <a:spLocks noEditPoints="1"/>
          </p:cNvSpPr>
          <p:nvPr/>
        </p:nvSpPr>
        <p:spPr bwMode="auto">
          <a:xfrm>
            <a:off x="4487863" y="1595438"/>
            <a:ext cx="109538" cy="138113"/>
          </a:xfrm>
          <a:custGeom>
            <a:avLst/>
            <a:gdLst>
              <a:gd name="T0" fmla="*/ 138 w 138"/>
              <a:gd name="T1" fmla="*/ 0 h 174"/>
              <a:gd name="T2" fmla="*/ 128 w 138"/>
              <a:gd name="T3" fmla="*/ 12 h 174"/>
              <a:gd name="T4" fmla="*/ 111 w 138"/>
              <a:gd name="T5" fmla="*/ 34 h 174"/>
              <a:gd name="T6" fmla="*/ 101 w 138"/>
              <a:gd name="T7" fmla="*/ 47 h 174"/>
              <a:gd name="T8" fmla="*/ 84 w 138"/>
              <a:gd name="T9" fmla="*/ 68 h 174"/>
              <a:gd name="T10" fmla="*/ 74 w 138"/>
              <a:gd name="T11" fmla="*/ 81 h 174"/>
              <a:gd name="T12" fmla="*/ 57 w 138"/>
              <a:gd name="T13" fmla="*/ 102 h 174"/>
              <a:gd name="T14" fmla="*/ 47 w 138"/>
              <a:gd name="T15" fmla="*/ 115 h 174"/>
              <a:gd name="T16" fmla="*/ 30 w 138"/>
              <a:gd name="T17" fmla="*/ 136 h 174"/>
              <a:gd name="T18" fmla="*/ 20 w 138"/>
              <a:gd name="T19" fmla="*/ 149 h 174"/>
              <a:gd name="T20" fmla="*/ 3 w 138"/>
              <a:gd name="T21" fmla="*/ 170 h 174"/>
              <a:gd name="T22" fmla="*/ 0 w 138"/>
              <a:gd name="T2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8" h="174">
                <a:moveTo>
                  <a:pt x="138" y="0"/>
                </a:moveTo>
                <a:lnTo>
                  <a:pt x="128" y="12"/>
                </a:lnTo>
                <a:moveTo>
                  <a:pt x="111" y="34"/>
                </a:moveTo>
                <a:lnTo>
                  <a:pt x="101" y="47"/>
                </a:lnTo>
                <a:moveTo>
                  <a:pt x="84" y="68"/>
                </a:moveTo>
                <a:lnTo>
                  <a:pt x="74" y="81"/>
                </a:lnTo>
                <a:moveTo>
                  <a:pt x="57" y="102"/>
                </a:moveTo>
                <a:lnTo>
                  <a:pt x="47" y="115"/>
                </a:lnTo>
                <a:moveTo>
                  <a:pt x="30" y="136"/>
                </a:moveTo>
                <a:lnTo>
                  <a:pt x="20" y="149"/>
                </a:lnTo>
                <a:moveTo>
                  <a:pt x="3" y="170"/>
                </a:moveTo>
                <a:lnTo>
                  <a:pt x="0" y="17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1654">
            <a:extLst>
              <a:ext uri="{FF2B5EF4-FFF2-40B4-BE49-F238E27FC236}">
                <a16:creationId xmlns:a16="http://schemas.microsoft.com/office/drawing/2014/main" id="{58B6078F-10CE-ADF2-F540-50A13423CF09}"/>
              </a:ext>
            </a:extLst>
          </p:cNvPr>
          <p:cNvSpPr>
            <a:spLocks noEditPoints="1"/>
          </p:cNvSpPr>
          <p:nvPr/>
        </p:nvSpPr>
        <p:spPr bwMode="auto">
          <a:xfrm>
            <a:off x="4784725" y="2930525"/>
            <a:ext cx="177800" cy="169863"/>
          </a:xfrm>
          <a:custGeom>
            <a:avLst/>
            <a:gdLst>
              <a:gd name="T0" fmla="*/ 223 w 223"/>
              <a:gd name="T1" fmla="*/ 0 h 214"/>
              <a:gd name="T2" fmla="*/ 211 w 223"/>
              <a:gd name="T3" fmla="*/ 12 h 214"/>
              <a:gd name="T4" fmla="*/ 192 w 223"/>
              <a:gd name="T5" fmla="*/ 30 h 214"/>
              <a:gd name="T6" fmla="*/ 180 w 223"/>
              <a:gd name="T7" fmla="*/ 42 h 214"/>
              <a:gd name="T8" fmla="*/ 160 w 223"/>
              <a:gd name="T9" fmla="*/ 60 h 214"/>
              <a:gd name="T10" fmla="*/ 148 w 223"/>
              <a:gd name="T11" fmla="*/ 72 h 214"/>
              <a:gd name="T12" fmla="*/ 129 w 223"/>
              <a:gd name="T13" fmla="*/ 91 h 214"/>
              <a:gd name="T14" fmla="*/ 117 w 223"/>
              <a:gd name="T15" fmla="*/ 102 h 214"/>
              <a:gd name="T16" fmla="*/ 97 w 223"/>
              <a:gd name="T17" fmla="*/ 121 h 214"/>
              <a:gd name="T18" fmla="*/ 85 w 223"/>
              <a:gd name="T19" fmla="*/ 132 h 214"/>
              <a:gd name="T20" fmla="*/ 66 w 223"/>
              <a:gd name="T21" fmla="*/ 151 h 214"/>
              <a:gd name="T22" fmla="*/ 54 w 223"/>
              <a:gd name="T23" fmla="*/ 162 h 214"/>
              <a:gd name="T24" fmla="*/ 34 w 223"/>
              <a:gd name="T25" fmla="*/ 181 h 214"/>
              <a:gd name="T26" fmla="*/ 23 w 223"/>
              <a:gd name="T27" fmla="*/ 192 h 214"/>
              <a:gd name="T28" fmla="*/ 3 w 223"/>
              <a:gd name="T29" fmla="*/ 211 h 214"/>
              <a:gd name="T30" fmla="*/ 0 w 223"/>
              <a:gd name="T31" fmla="*/ 214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3" h="214">
                <a:moveTo>
                  <a:pt x="223" y="0"/>
                </a:moveTo>
                <a:lnTo>
                  <a:pt x="211" y="12"/>
                </a:lnTo>
                <a:moveTo>
                  <a:pt x="192" y="30"/>
                </a:moveTo>
                <a:lnTo>
                  <a:pt x="180" y="42"/>
                </a:lnTo>
                <a:moveTo>
                  <a:pt x="160" y="60"/>
                </a:moveTo>
                <a:lnTo>
                  <a:pt x="148" y="72"/>
                </a:lnTo>
                <a:moveTo>
                  <a:pt x="129" y="91"/>
                </a:moveTo>
                <a:lnTo>
                  <a:pt x="117" y="102"/>
                </a:lnTo>
                <a:moveTo>
                  <a:pt x="97" y="121"/>
                </a:moveTo>
                <a:lnTo>
                  <a:pt x="85" y="132"/>
                </a:lnTo>
                <a:moveTo>
                  <a:pt x="66" y="151"/>
                </a:moveTo>
                <a:lnTo>
                  <a:pt x="54" y="162"/>
                </a:lnTo>
                <a:moveTo>
                  <a:pt x="34" y="181"/>
                </a:moveTo>
                <a:lnTo>
                  <a:pt x="23" y="192"/>
                </a:lnTo>
                <a:moveTo>
                  <a:pt x="3" y="211"/>
                </a:moveTo>
                <a:lnTo>
                  <a:pt x="0" y="21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Line 1655">
            <a:extLst>
              <a:ext uri="{FF2B5EF4-FFF2-40B4-BE49-F238E27FC236}">
                <a16:creationId xmlns:a16="http://schemas.microsoft.com/office/drawing/2014/main" id="{D9BEC534-F27E-CAE4-BDB2-3D9CAC69BB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5250" y="554038"/>
            <a:ext cx="7938" cy="635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1656">
            <a:extLst>
              <a:ext uri="{FF2B5EF4-FFF2-40B4-BE49-F238E27FC236}">
                <a16:creationId xmlns:a16="http://schemas.microsoft.com/office/drawing/2014/main" id="{529D613A-84C6-3109-A251-20235C4DCC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5550" y="2030413"/>
            <a:ext cx="9525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1657">
            <a:extLst>
              <a:ext uri="{FF2B5EF4-FFF2-40B4-BE49-F238E27FC236}">
                <a16:creationId xmlns:a16="http://schemas.microsoft.com/office/drawing/2014/main" id="{B600A0C6-CDEA-693C-5E7F-CC58206B5A61}"/>
              </a:ext>
            </a:extLst>
          </p:cNvPr>
          <p:cNvSpPr>
            <a:spLocks noEditPoints="1"/>
          </p:cNvSpPr>
          <p:nvPr/>
        </p:nvSpPr>
        <p:spPr bwMode="auto">
          <a:xfrm>
            <a:off x="3908425" y="1389063"/>
            <a:ext cx="53975" cy="61913"/>
          </a:xfrm>
          <a:custGeom>
            <a:avLst/>
            <a:gdLst>
              <a:gd name="T0" fmla="*/ 68 w 68"/>
              <a:gd name="T1" fmla="*/ 0 h 78"/>
              <a:gd name="T2" fmla="*/ 57 w 68"/>
              <a:gd name="T3" fmla="*/ 12 h 78"/>
              <a:gd name="T4" fmla="*/ 39 w 68"/>
              <a:gd name="T5" fmla="*/ 33 h 78"/>
              <a:gd name="T6" fmla="*/ 28 w 68"/>
              <a:gd name="T7" fmla="*/ 45 h 78"/>
              <a:gd name="T8" fmla="*/ 10 w 68"/>
              <a:gd name="T9" fmla="*/ 66 h 78"/>
              <a:gd name="T10" fmla="*/ 0 w 68"/>
              <a:gd name="T11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" h="78">
                <a:moveTo>
                  <a:pt x="68" y="0"/>
                </a:moveTo>
                <a:lnTo>
                  <a:pt x="57" y="12"/>
                </a:lnTo>
                <a:moveTo>
                  <a:pt x="39" y="33"/>
                </a:moveTo>
                <a:lnTo>
                  <a:pt x="28" y="45"/>
                </a:lnTo>
                <a:moveTo>
                  <a:pt x="10" y="66"/>
                </a:moveTo>
                <a:lnTo>
                  <a:pt x="0" y="7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1658">
            <a:extLst>
              <a:ext uri="{FF2B5EF4-FFF2-40B4-BE49-F238E27FC236}">
                <a16:creationId xmlns:a16="http://schemas.microsoft.com/office/drawing/2014/main" id="{84668FE4-91BA-02CE-DDBF-3F0248B64F6C}"/>
              </a:ext>
            </a:extLst>
          </p:cNvPr>
          <p:cNvSpPr>
            <a:spLocks noEditPoints="1"/>
          </p:cNvSpPr>
          <p:nvPr/>
        </p:nvSpPr>
        <p:spPr bwMode="auto">
          <a:xfrm>
            <a:off x="4173538" y="2559050"/>
            <a:ext cx="101600" cy="112713"/>
          </a:xfrm>
          <a:custGeom>
            <a:avLst/>
            <a:gdLst>
              <a:gd name="T0" fmla="*/ 127 w 127"/>
              <a:gd name="T1" fmla="*/ 0 h 142"/>
              <a:gd name="T2" fmla="*/ 116 w 127"/>
              <a:gd name="T3" fmla="*/ 12 h 142"/>
              <a:gd name="T4" fmla="*/ 98 w 127"/>
              <a:gd name="T5" fmla="*/ 32 h 142"/>
              <a:gd name="T6" fmla="*/ 87 w 127"/>
              <a:gd name="T7" fmla="*/ 44 h 142"/>
              <a:gd name="T8" fmla="*/ 69 w 127"/>
              <a:gd name="T9" fmla="*/ 64 h 142"/>
              <a:gd name="T10" fmla="*/ 58 w 127"/>
              <a:gd name="T11" fmla="*/ 77 h 142"/>
              <a:gd name="T12" fmla="*/ 40 w 127"/>
              <a:gd name="T13" fmla="*/ 97 h 142"/>
              <a:gd name="T14" fmla="*/ 29 w 127"/>
              <a:gd name="T15" fmla="*/ 109 h 142"/>
              <a:gd name="T16" fmla="*/ 11 w 127"/>
              <a:gd name="T17" fmla="*/ 129 h 142"/>
              <a:gd name="T18" fmla="*/ 0 w 127"/>
              <a:gd name="T1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" h="142">
                <a:moveTo>
                  <a:pt x="127" y="0"/>
                </a:moveTo>
                <a:lnTo>
                  <a:pt x="116" y="12"/>
                </a:lnTo>
                <a:moveTo>
                  <a:pt x="98" y="32"/>
                </a:moveTo>
                <a:lnTo>
                  <a:pt x="87" y="44"/>
                </a:lnTo>
                <a:moveTo>
                  <a:pt x="69" y="64"/>
                </a:moveTo>
                <a:lnTo>
                  <a:pt x="58" y="77"/>
                </a:lnTo>
                <a:moveTo>
                  <a:pt x="40" y="97"/>
                </a:moveTo>
                <a:lnTo>
                  <a:pt x="29" y="109"/>
                </a:lnTo>
                <a:moveTo>
                  <a:pt x="11" y="129"/>
                </a:moveTo>
                <a:lnTo>
                  <a:pt x="0" y="14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Freeform 1659">
            <a:extLst>
              <a:ext uri="{FF2B5EF4-FFF2-40B4-BE49-F238E27FC236}">
                <a16:creationId xmlns:a16="http://schemas.microsoft.com/office/drawing/2014/main" id="{CCD4396C-D658-3186-9D28-7A7870331CB1}"/>
              </a:ext>
            </a:extLst>
          </p:cNvPr>
          <p:cNvSpPr>
            <a:spLocks noEditPoints="1"/>
          </p:cNvSpPr>
          <p:nvPr/>
        </p:nvSpPr>
        <p:spPr bwMode="auto">
          <a:xfrm>
            <a:off x="4651375" y="3000375"/>
            <a:ext cx="42863" cy="69850"/>
          </a:xfrm>
          <a:custGeom>
            <a:avLst/>
            <a:gdLst>
              <a:gd name="T0" fmla="*/ 55 w 55"/>
              <a:gd name="T1" fmla="*/ 0 h 88"/>
              <a:gd name="T2" fmla="*/ 46 w 55"/>
              <a:gd name="T3" fmla="*/ 14 h 88"/>
              <a:gd name="T4" fmla="*/ 32 w 55"/>
              <a:gd name="T5" fmla="*/ 37 h 88"/>
              <a:gd name="T6" fmla="*/ 23 w 55"/>
              <a:gd name="T7" fmla="*/ 51 h 88"/>
              <a:gd name="T8" fmla="*/ 9 w 55"/>
              <a:gd name="T9" fmla="*/ 74 h 88"/>
              <a:gd name="T10" fmla="*/ 0 w 55"/>
              <a:gd name="T11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5" h="88">
                <a:moveTo>
                  <a:pt x="55" y="0"/>
                </a:moveTo>
                <a:lnTo>
                  <a:pt x="46" y="14"/>
                </a:lnTo>
                <a:moveTo>
                  <a:pt x="32" y="37"/>
                </a:moveTo>
                <a:lnTo>
                  <a:pt x="23" y="51"/>
                </a:lnTo>
                <a:moveTo>
                  <a:pt x="9" y="74"/>
                </a:moveTo>
                <a:lnTo>
                  <a:pt x="0" y="8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Freeform 1660">
            <a:extLst>
              <a:ext uri="{FF2B5EF4-FFF2-40B4-BE49-F238E27FC236}">
                <a16:creationId xmlns:a16="http://schemas.microsoft.com/office/drawing/2014/main" id="{F2D312BC-5686-7476-A6B3-1E264874CA98}"/>
              </a:ext>
            </a:extLst>
          </p:cNvPr>
          <p:cNvSpPr>
            <a:spLocks noEditPoints="1"/>
          </p:cNvSpPr>
          <p:nvPr/>
        </p:nvSpPr>
        <p:spPr bwMode="auto">
          <a:xfrm>
            <a:off x="4732338" y="1985963"/>
            <a:ext cx="6350" cy="219075"/>
          </a:xfrm>
          <a:custGeom>
            <a:avLst/>
            <a:gdLst>
              <a:gd name="T0" fmla="*/ 7 w 7"/>
              <a:gd name="T1" fmla="*/ 0 h 277"/>
              <a:gd name="T2" fmla="*/ 6 w 7"/>
              <a:gd name="T3" fmla="*/ 16 h 277"/>
              <a:gd name="T4" fmla="*/ 6 w 7"/>
              <a:gd name="T5" fmla="*/ 43 h 277"/>
              <a:gd name="T6" fmla="*/ 5 w 7"/>
              <a:gd name="T7" fmla="*/ 59 h 277"/>
              <a:gd name="T8" fmla="*/ 5 w 7"/>
              <a:gd name="T9" fmla="*/ 87 h 277"/>
              <a:gd name="T10" fmla="*/ 4 w 7"/>
              <a:gd name="T11" fmla="*/ 103 h 277"/>
              <a:gd name="T12" fmla="*/ 4 w 7"/>
              <a:gd name="T13" fmla="*/ 130 h 277"/>
              <a:gd name="T14" fmla="*/ 3 w 7"/>
              <a:gd name="T15" fmla="*/ 146 h 277"/>
              <a:gd name="T16" fmla="*/ 3 w 7"/>
              <a:gd name="T17" fmla="*/ 174 h 277"/>
              <a:gd name="T18" fmla="*/ 2 w 7"/>
              <a:gd name="T19" fmla="*/ 190 h 277"/>
              <a:gd name="T20" fmla="*/ 2 w 7"/>
              <a:gd name="T21" fmla="*/ 217 h 277"/>
              <a:gd name="T22" fmla="*/ 1 w 7"/>
              <a:gd name="T23" fmla="*/ 233 h 277"/>
              <a:gd name="T24" fmla="*/ 0 w 7"/>
              <a:gd name="T25" fmla="*/ 261 h 277"/>
              <a:gd name="T26" fmla="*/ 0 w 7"/>
              <a:gd name="T27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" h="277">
                <a:moveTo>
                  <a:pt x="7" y="0"/>
                </a:moveTo>
                <a:lnTo>
                  <a:pt x="6" y="16"/>
                </a:lnTo>
                <a:moveTo>
                  <a:pt x="6" y="43"/>
                </a:moveTo>
                <a:lnTo>
                  <a:pt x="5" y="59"/>
                </a:lnTo>
                <a:moveTo>
                  <a:pt x="5" y="87"/>
                </a:moveTo>
                <a:lnTo>
                  <a:pt x="4" y="103"/>
                </a:lnTo>
                <a:moveTo>
                  <a:pt x="4" y="130"/>
                </a:moveTo>
                <a:lnTo>
                  <a:pt x="3" y="146"/>
                </a:lnTo>
                <a:moveTo>
                  <a:pt x="3" y="174"/>
                </a:moveTo>
                <a:lnTo>
                  <a:pt x="2" y="190"/>
                </a:lnTo>
                <a:moveTo>
                  <a:pt x="2" y="217"/>
                </a:moveTo>
                <a:lnTo>
                  <a:pt x="1" y="233"/>
                </a:lnTo>
                <a:moveTo>
                  <a:pt x="0" y="261"/>
                </a:moveTo>
                <a:lnTo>
                  <a:pt x="0" y="2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1661">
            <a:extLst>
              <a:ext uri="{FF2B5EF4-FFF2-40B4-BE49-F238E27FC236}">
                <a16:creationId xmlns:a16="http://schemas.microsoft.com/office/drawing/2014/main" id="{E9C66165-BE36-0AFE-0D65-55845A7CFE3A}"/>
              </a:ext>
            </a:extLst>
          </p:cNvPr>
          <p:cNvSpPr>
            <a:spLocks noEditPoints="1"/>
          </p:cNvSpPr>
          <p:nvPr/>
        </p:nvSpPr>
        <p:spPr bwMode="auto">
          <a:xfrm>
            <a:off x="4449763" y="492125"/>
            <a:ext cx="87313" cy="122238"/>
          </a:xfrm>
          <a:custGeom>
            <a:avLst/>
            <a:gdLst>
              <a:gd name="T0" fmla="*/ 111 w 111"/>
              <a:gd name="T1" fmla="*/ 0 h 154"/>
              <a:gd name="T2" fmla="*/ 102 w 111"/>
              <a:gd name="T3" fmla="*/ 13 h 154"/>
              <a:gd name="T4" fmla="*/ 86 w 111"/>
              <a:gd name="T5" fmla="*/ 35 h 154"/>
              <a:gd name="T6" fmla="*/ 76 w 111"/>
              <a:gd name="T7" fmla="*/ 48 h 154"/>
              <a:gd name="T8" fmla="*/ 60 w 111"/>
              <a:gd name="T9" fmla="*/ 70 h 154"/>
              <a:gd name="T10" fmla="*/ 51 w 111"/>
              <a:gd name="T11" fmla="*/ 84 h 154"/>
              <a:gd name="T12" fmla="*/ 35 w 111"/>
              <a:gd name="T13" fmla="*/ 106 h 154"/>
              <a:gd name="T14" fmla="*/ 25 w 111"/>
              <a:gd name="T15" fmla="*/ 119 h 154"/>
              <a:gd name="T16" fmla="*/ 9 w 111"/>
              <a:gd name="T17" fmla="*/ 141 h 154"/>
              <a:gd name="T18" fmla="*/ 0 w 111"/>
              <a:gd name="T19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1" h="154">
                <a:moveTo>
                  <a:pt x="111" y="0"/>
                </a:moveTo>
                <a:lnTo>
                  <a:pt x="102" y="13"/>
                </a:lnTo>
                <a:moveTo>
                  <a:pt x="86" y="35"/>
                </a:moveTo>
                <a:lnTo>
                  <a:pt x="76" y="48"/>
                </a:lnTo>
                <a:moveTo>
                  <a:pt x="60" y="70"/>
                </a:moveTo>
                <a:lnTo>
                  <a:pt x="51" y="84"/>
                </a:lnTo>
                <a:moveTo>
                  <a:pt x="35" y="106"/>
                </a:moveTo>
                <a:lnTo>
                  <a:pt x="25" y="119"/>
                </a:lnTo>
                <a:moveTo>
                  <a:pt x="9" y="141"/>
                </a:moveTo>
                <a:lnTo>
                  <a:pt x="0" y="1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Freeform 1662">
            <a:extLst>
              <a:ext uri="{FF2B5EF4-FFF2-40B4-BE49-F238E27FC236}">
                <a16:creationId xmlns:a16="http://schemas.microsoft.com/office/drawing/2014/main" id="{BD3CDC09-D68C-3ED8-AA4B-F5CC2CEF980A}"/>
              </a:ext>
            </a:extLst>
          </p:cNvPr>
          <p:cNvSpPr>
            <a:spLocks noEditPoints="1"/>
          </p:cNvSpPr>
          <p:nvPr/>
        </p:nvSpPr>
        <p:spPr bwMode="auto">
          <a:xfrm>
            <a:off x="4032250" y="2408238"/>
            <a:ext cx="65088" cy="93663"/>
          </a:xfrm>
          <a:custGeom>
            <a:avLst/>
            <a:gdLst>
              <a:gd name="T0" fmla="*/ 81 w 81"/>
              <a:gd name="T1" fmla="*/ 0 h 118"/>
              <a:gd name="T2" fmla="*/ 72 w 81"/>
              <a:gd name="T3" fmla="*/ 13 h 118"/>
              <a:gd name="T4" fmla="*/ 56 w 81"/>
              <a:gd name="T5" fmla="*/ 36 h 118"/>
              <a:gd name="T6" fmla="*/ 47 w 81"/>
              <a:gd name="T7" fmla="*/ 49 h 118"/>
              <a:gd name="T8" fmla="*/ 32 w 81"/>
              <a:gd name="T9" fmla="*/ 72 h 118"/>
              <a:gd name="T10" fmla="*/ 23 w 81"/>
              <a:gd name="T11" fmla="*/ 85 h 118"/>
              <a:gd name="T12" fmla="*/ 7 w 81"/>
              <a:gd name="T13" fmla="*/ 108 h 118"/>
              <a:gd name="T14" fmla="*/ 0 w 81"/>
              <a:gd name="T15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" h="118">
                <a:moveTo>
                  <a:pt x="81" y="0"/>
                </a:moveTo>
                <a:lnTo>
                  <a:pt x="72" y="13"/>
                </a:lnTo>
                <a:moveTo>
                  <a:pt x="56" y="36"/>
                </a:moveTo>
                <a:lnTo>
                  <a:pt x="47" y="49"/>
                </a:lnTo>
                <a:moveTo>
                  <a:pt x="32" y="72"/>
                </a:moveTo>
                <a:lnTo>
                  <a:pt x="23" y="85"/>
                </a:lnTo>
                <a:moveTo>
                  <a:pt x="7" y="108"/>
                </a:moveTo>
                <a:lnTo>
                  <a:pt x="0" y="11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Freeform 1663">
            <a:extLst>
              <a:ext uri="{FF2B5EF4-FFF2-40B4-BE49-F238E27FC236}">
                <a16:creationId xmlns:a16="http://schemas.microsoft.com/office/drawing/2014/main" id="{D6D3D845-CA98-2462-AA86-178FB35BF12F}"/>
              </a:ext>
            </a:extLst>
          </p:cNvPr>
          <p:cNvSpPr>
            <a:spLocks noEditPoints="1"/>
          </p:cNvSpPr>
          <p:nvPr/>
        </p:nvSpPr>
        <p:spPr bwMode="auto">
          <a:xfrm>
            <a:off x="4127500" y="893763"/>
            <a:ext cx="53975" cy="60325"/>
          </a:xfrm>
          <a:custGeom>
            <a:avLst/>
            <a:gdLst>
              <a:gd name="T0" fmla="*/ 69 w 69"/>
              <a:gd name="T1" fmla="*/ 0 h 77"/>
              <a:gd name="T2" fmla="*/ 58 w 69"/>
              <a:gd name="T3" fmla="*/ 12 h 77"/>
              <a:gd name="T4" fmla="*/ 40 w 69"/>
              <a:gd name="T5" fmla="*/ 32 h 77"/>
              <a:gd name="T6" fmla="*/ 29 w 69"/>
              <a:gd name="T7" fmla="*/ 44 h 77"/>
              <a:gd name="T8" fmla="*/ 11 w 69"/>
              <a:gd name="T9" fmla="*/ 65 h 77"/>
              <a:gd name="T10" fmla="*/ 0 w 69"/>
              <a:gd name="T11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" h="77">
                <a:moveTo>
                  <a:pt x="69" y="0"/>
                </a:moveTo>
                <a:lnTo>
                  <a:pt x="58" y="12"/>
                </a:lnTo>
                <a:moveTo>
                  <a:pt x="40" y="32"/>
                </a:moveTo>
                <a:lnTo>
                  <a:pt x="29" y="44"/>
                </a:lnTo>
                <a:moveTo>
                  <a:pt x="11" y="65"/>
                </a:moveTo>
                <a:lnTo>
                  <a:pt x="0" y="7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1664">
            <a:extLst>
              <a:ext uri="{FF2B5EF4-FFF2-40B4-BE49-F238E27FC236}">
                <a16:creationId xmlns:a16="http://schemas.microsoft.com/office/drawing/2014/main" id="{8EDBE7A3-00A0-DCE9-A497-95DF6B85CFCE}"/>
              </a:ext>
            </a:extLst>
          </p:cNvPr>
          <p:cNvSpPr>
            <a:spLocks noEditPoints="1"/>
          </p:cNvSpPr>
          <p:nvPr/>
        </p:nvSpPr>
        <p:spPr bwMode="auto">
          <a:xfrm>
            <a:off x="4186238" y="1898650"/>
            <a:ext cx="57150" cy="58738"/>
          </a:xfrm>
          <a:custGeom>
            <a:avLst/>
            <a:gdLst>
              <a:gd name="T0" fmla="*/ 72 w 72"/>
              <a:gd name="T1" fmla="*/ 0 h 74"/>
              <a:gd name="T2" fmla="*/ 61 w 72"/>
              <a:gd name="T3" fmla="*/ 12 h 74"/>
              <a:gd name="T4" fmla="*/ 42 w 72"/>
              <a:gd name="T5" fmla="*/ 31 h 74"/>
              <a:gd name="T6" fmla="*/ 31 w 72"/>
              <a:gd name="T7" fmla="*/ 43 h 74"/>
              <a:gd name="T8" fmla="*/ 12 w 72"/>
              <a:gd name="T9" fmla="*/ 62 h 74"/>
              <a:gd name="T10" fmla="*/ 0 w 72"/>
              <a:gd name="T11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2" h="74">
                <a:moveTo>
                  <a:pt x="72" y="0"/>
                </a:moveTo>
                <a:lnTo>
                  <a:pt x="61" y="12"/>
                </a:lnTo>
                <a:moveTo>
                  <a:pt x="42" y="31"/>
                </a:moveTo>
                <a:lnTo>
                  <a:pt x="31" y="43"/>
                </a:lnTo>
                <a:moveTo>
                  <a:pt x="12" y="62"/>
                </a:moveTo>
                <a:lnTo>
                  <a:pt x="0" y="7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1665">
            <a:extLst>
              <a:ext uri="{FF2B5EF4-FFF2-40B4-BE49-F238E27FC236}">
                <a16:creationId xmlns:a16="http://schemas.microsoft.com/office/drawing/2014/main" id="{7D168C71-9BAC-4729-626B-A0D044B8CE1D}"/>
              </a:ext>
            </a:extLst>
          </p:cNvPr>
          <p:cNvSpPr>
            <a:spLocks noEditPoints="1"/>
          </p:cNvSpPr>
          <p:nvPr/>
        </p:nvSpPr>
        <p:spPr bwMode="auto">
          <a:xfrm>
            <a:off x="4940300" y="1403350"/>
            <a:ext cx="4763" cy="117475"/>
          </a:xfrm>
          <a:custGeom>
            <a:avLst/>
            <a:gdLst>
              <a:gd name="T0" fmla="*/ 5 w 5"/>
              <a:gd name="T1" fmla="*/ 0 h 147"/>
              <a:gd name="T2" fmla="*/ 5 w 5"/>
              <a:gd name="T3" fmla="*/ 16 h 147"/>
              <a:gd name="T4" fmla="*/ 4 w 5"/>
              <a:gd name="T5" fmla="*/ 43 h 147"/>
              <a:gd name="T6" fmla="*/ 3 w 5"/>
              <a:gd name="T7" fmla="*/ 60 h 147"/>
              <a:gd name="T8" fmla="*/ 2 w 5"/>
              <a:gd name="T9" fmla="*/ 87 h 147"/>
              <a:gd name="T10" fmla="*/ 2 w 5"/>
              <a:gd name="T11" fmla="*/ 103 h 147"/>
              <a:gd name="T12" fmla="*/ 1 w 5"/>
              <a:gd name="T13" fmla="*/ 130 h 147"/>
              <a:gd name="T14" fmla="*/ 0 w 5"/>
              <a:gd name="T15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" h="147">
                <a:moveTo>
                  <a:pt x="5" y="0"/>
                </a:moveTo>
                <a:lnTo>
                  <a:pt x="5" y="16"/>
                </a:lnTo>
                <a:moveTo>
                  <a:pt x="4" y="43"/>
                </a:moveTo>
                <a:lnTo>
                  <a:pt x="3" y="60"/>
                </a:lnTo>
                <a:moveTo>
                  <a:pt x="2" y="87"/>
                </a:moveTo>
                <a:lnTo>
                  <a:pt x="2" y="103"/>
                </a:lnTo>
                <a:moveTo>
                  <a:pt x="1" y="130"/>
                </a:moveTo>
                <a:lnTo>
                  <a:pt x="0" y="14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1666">
            <a:extLst>
              <a:ext uri="{FF2B5EF4-FFF2-40B4-BE49-F238E27FC236}">
                <a16:creationId xmlns:a16="http://schemas.microsoft.com/office/drawing/2014/main" id="{1C934F07-F2C9-478B-B2A7-99D155E1038A}"/>
              </a:ext>
            </a:extLst>
          </p:cNvPr>
          <p:cNvSpPr>
            <a:spLocks noEditPoints="1"/>
          </p:cNvSpPr>
          <p:nvPr/>
        </p:nvSpPr>
        <p:spPr bwMode="auto">
          <a:xfrm>
            <a:off x="5111750" y="250825"/>
            <a:ext cx="49213" cy="142875"/>
          </a:xfrm>
          <a:custGeom>
            <a:avLst/>
            <a:gdLst>
              <a:gd name="T0" fmla="*/ 62 w 62"/>
              <a:gd name="T1" fmla="*/ 0 h 180"/>
              <a:gd name="T2" fmla="*/ 57 w 62"/>
              <a:gd name="T3" fmla="*/ 16 h 180"/>
              <a:gd name="T4" fmla="*/ 48 w 62"/>
              <a:gd name="T5" fmla="*/ 41 h 180"/>
              <a:gd name="T6" fmla="*/ 43 w 62"/>
              <a:gd name="T7" fmla="*/ 57 h 180"/>
              <a:gd name="T8" fmla="*/ 34 w 62"/>
              <a:gd name="T9" fmla="*/ 83 h 180"/>
              <a:gd name="T10" fmla="*/ 29 w 62"/>
              <a:gd name="T11" fmla="*/ 98 h 180"/>
              <a:gd name="T12" fmla="*/ 20 w 62"/>
              <a:gd name="T13" fmla="*/ 124 h 180"/>
              <a:gd name="T14" fmla="*/ 14 w 62"/>
              <a:gd name="T15" fmla="*/ 139 h 180"/>
              <a:gd name="T16" fmla="*/ 6 w 62"/>
              <a:gd name="T17" fmla="*/ 165 h 180"/>
              <a:gd name="T18" fmla="*/ 0 w 62"/>
              <a:gd name="T19" fmla="*/ 18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2" h="180">
                <a:moveTo>
                  <a:pt x="62" y="0"/>
                </a:moveTo>
                <a:lnTo>
                  <a:pt x="57" y="16"/>
                </a:lnTo>
                <a:moveTo>
                  <a:pt x="48" y="41"/>
                </a:moveTo>
                <a:lnTo>
                  <a:pt x="43" y="57"/>
                </a:lnTo>
                <a:moveTo>
                  <a:pt x="34" y="83"/>
                </a:moveTo>
                <a:lnTo>
                  <a:pt x="29" y="98"/>
                </a:lnTo>
                <a:moveTo>
                  <a:pt x="20" y="124"/>
                </a:moveTo>
                <a:lnTo>
                  <a:pt x="14" y="139"/>
                </a:lnTo>
                <a:moveTo>
                  <a:pt x="6" y="165"/>
                </a:moveTo>
                <a:lnTo>
                  <a:pt x="0" y="18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Freeform 1667">
            <a:extLst>
              <a:ext uri="{FF2B5EF4-FFF2-40B4-BE49-F238E27FC236}">
                <a16:creationId xmlns:a16="http://schemas.microsoft.com/office/drawing/2014/main" id="{800CC55C-6999-A5F2-3202-1CF673D87DE5}"/>
              </a:ext>
            </a:extLst>
          </p:cNvPr>
          <p:cNvSpPr>
            <a:spLocks noEditPoints="1"/>
          </p:cNvSpPr>
          <p:nvPr/>
        </p:nvSpPr>
        <p:spPr bwMode="auto">
          <a:xfrm>
            <a:off x="5346700" y="1922463"/>
            <a:ext cx="82550" cy="127000"/>
          </a:xfrm>
          <a:custGeom>
            <a:avLst/>
            <a:gdLst>
              <a:gd name="T0" fmla="*/ 104 w 104"/>
              <a:gd name="T1" fmla="*/ 0 h 160"/>
              <a:gd name="T2" fmla="*/ 95 w 104"/>
              <a:gd name="T3" fmla="*/ 14 h 160"/>
              <a:gd name="T4" fmla="*/ 80 w 104"/>
              <a:gd name="T5" fmla="*/ 37 h 160"/>
              <a:gd name="T6" fmla="*/ 71 w 104"/>
              <a:gd name="T7" fmla="*/ 50 h 160"/>
              <a:gd name="T8" fmla="*/ 56 w 104"/>
              <a:gd name="T9" fmla="*/ 73 h 160"/>
              <a:gd name="T10" fmla="*/ 47 w 104"/>
              <a:gd name="T11" fmla="*/ 87 h 160"/>
              <a:gd name="T12" fmla="*/ 33 w 104"/>
              <a:gd name="T13" fmla="*/ 110 h 160"/>
              <a:gd name="T14" fmla="*/ 24 w 104"/>
              <a:gd name="T15" fmla="*/ 123 h 160"/>
              <a:gd name="T16" fmla="*/ 9 w 104"/>
              <a:gd name="T17" fmla="*/ 146 h 160"/>
              <a:gd name="T18" fmla="*/ 0 w 104"/>
              <a:gd name="T19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4" h="160">
                <a:moveTo>
                  <a:pt x="104" y="0"/>
                </a:moveTo>
                <a:lnTo>
                  <a:pt x="95" y="14"/>
                </a:lnTo>
                <a:moveTo>
                  <a:pt x="80" y="37"/>
                </a:moveTo>
                <a:lnTo>
                  <a:pt x="71" y="50"/>
                </a:lnTo>
                <a:moveTo>
                  <a:pt x="56" y="73"/>
                </a:moveTo>
                <a:lnTo>
                  <a:pt x="47" y="87"/>
                </a:lnTo>
                <a:moveTo>
                  <a:pt x="33" y="110"/>
                </a:moveTo>
                <a:lnTo>
                  <a:pt x="24" y="123"/>
                </a:lnTo>
                <a:moveTo>
                  <a:pt x="9" y="146"/>
                </a:moveTo>
                <a:lnTo>
                  <a:pt x="0" y="1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Freeform 1668">
            <a:extLst>
              <a:ext uri="{FF2B5EF4-FFF2-40B4-BE49-F238E27FC236}">
                <a16:creationId xmlns:a16="http://schemas.microsoft.com/office/drawing/2014/main" id="{AA6A9E48-149C-17C1-B582-BE9A0F81B9B5}"/>
              </a:ext>
            </a:extLst>
          </p:cNvPr>
          <p:cNvSpPr>
            <a:spLocks noEditPoints="1"/>
          </p:cNvSpPr>
          <p:nvPr/>
        </p:nvSpPr>
        <p:spPr bwMode="auto">
          <a:xfrm>
            <a:off x="5149850" y="3116263"/>
            <a:ext cx="42863" cy="69850"/>
          </a:xfrm>
          <a:custGeom>
            <a:avLst/>
            <a:gdLst>
              <a:gd name="T0" fmla="*/ 54 w 54"/>
              <a:gd name="T1" fmla="*/ 0 h 89"/>
              <a:gd name="T2" fmla="*/ 46 w 54"/>
              <a:gd name="T3" fmla="*/ 14 h 89"/>
              <a:gd name="T4" fmla="*/ 32 w 54"/>
              <a:gd name="T5" fmla="*/ 38 h 89"/>
              <a:gd name="T6" fmla="*/ 23 w 54"/>
              <a:gd name="T7" fmla="*/ 51 h 89"/>
              <a:gd name="T8" fmla="*/ 9 w 54"/>
              <a:gd name="T9" fmla="*/ 75 h 89"/>
              <a:gd name="T10" fmla="*/ 0 w 54"/>
              <a:gd name="T11" fmla="*/ 8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4" h="89">
                <a:moveTo>
                  <a:pt x="54" y="0"/>
                </a:moveTo>
                <a:lnTo>
                  <a:pt x="46" y="14"/>
                </a:lnTo>
                <a:moveTo>
                  <a:pt x="32" y="38"/>
                </a:moveTo>
                <a:lnTo>
                  <a:pt x="23" y="51"/>
                </a:lnTo>
                <a:moveTo>
                  <a:pt x="9" y="75"/>
                </a:moveTo>
                <a:lnTo>
                  <a:pt x="0" y="8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Freeform 1669">
            <a:extLst>
              <a:ext uri="{FF2B5EF4-FFF2-40B4-BE49-F238E27FC236}">
                <a16:creationId xmlns:a16="http://schemas.microsoft.com/office/drawing/2014/main" id="{E87182B4-92B2-0D7F-5825-A430CC56A3B2}"/>
              </a:ext>
            </a:extLst>
          </p:cNvPr>
          <p:cNvSpPr>
            <a:spLocks noEditPoints="1"/>
          </p:cNvSpPr>
          <p:nvPr/>
        </p:nvSpPr>
        <p:spPr bwMode="auto">
          <a:xfrm>
            <a:off x="4219575" y="2817813"/>
            <a:ext cx="6350" cy="82550"/>
          </a:xfrm>
          <a:custGeom>
            <a:avLst/>
            <a:gdLst>
              <a:gd name="T0" fmla="*/ 8 w 8"/>
              <a:gd name="T1" fmla="*/ 0 h 103"/>
              <a:gd name="T2" fmla="*/ 7 w 8"/>
              <a:gd name="T3" fmla="*/ 16 h 103"/>
              <a:gd name="T4" fmla="*/ 4 w 8"/>
              <a:gd name="T5" fmla="*/ 43 h 103"/>
              <a:gd name="T6" fmla="*/ 3 w 8"/>
              <a:gd name="T7" fmla="*/ 60 h 103"/>
              <a:gd name="T8" fmla="*/ 1 w 8"/>
              <a:gd name="T9" fmla="*/ 87 h 103"/>
              <a:gd name="T10" fmla="*/ 0 w 8"/>
              <a:gd name="T11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" h="103">
                <a:moveTo>
                  <a:pt x="8" y="0"/>
                </a:moveTo>
                <a:lnTo>
                  <a:pt x="7" y="16"/>
                </a:lnTo>
                <a:moveTo>
                  <a:pt x="4" y="43"/>
                </a:moveTo>
                <a:lnTo>
                  <a:pt x="3" y="60"/>
                </a:lnTo>
                <a:moveTo>
                  <a:pt x="1" y="87"/>
                </a:moveTo>
                <a:lnTo>
                  <a:pt x="0" y="10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Freeform 1670">
            <a:extLst>
              <a:ext uri="{FF2B5EF4-FFF2-40B4-BE49-F238E27FC236}">
                <a16:creationId xmlns:a16="http://schemas.microsoft.com/office/drawing/2014/main" id="{382E5631-9530-117C-E620-C59A21040A96}"/>
              </a:ext>
            </a:extLst>
          </p:cNvPr>
          <p:cNvSpPr>
            <a:spLocks noEditPoints="1"/>
          </p:cNvSpPr>
          <p:nvPr/>
        </p:nvSpPr>
        <p:spPr bwMode="auto">
          <a:xfrm>
            <a:off x="4189413" y="2595563"/>
            <a:ext cx="103188" cy="96838"/>
          </a:xfrm>
          <a:custGeom>
            <a:avLst/>
            <a:gdLst>
              <a:gd name="T0" fmla="*/ 131 w 131"/>
              <a:gd name="T1" fmla="*/ 0 h 121"/>
              <a:gd name="T2" fmla="*/ 119 w 131"/>
              <a:gd name="T3" fmla="*/ 11 h 121"/>
              <a:gd name="T4" fmla="*/ 99 w 131"/>
              <a:gd name="T5" fmla="*/ 30 h 121"/>
              <a:gd name="T6" fmla="*/ 87 w 131"/>
              <a:gd name="T7" fmla="*/ 41 h 121"/>
              <a:gd name="T8" fmla="*/ 67 w 131"/>
              <a:gd name="T9" fmla="*/ 59 h 121"/>
              <a:gd name="T10" fmla="*/ 55 w 131"/>
              <a:gd name="T11" fmla="*/ 70 h 121"/>
              <a:gd name="T12" fmla="*/ 35 w 131"/>
              <a:gd name="T13" fmla="*/ 89 h 121"/>
              <a:gd name="T14" fmla="*/ 23 w 131"/>
              <a:gd name="T15" fmla="*/ 100 h 121"/>
              <a:gd name="T16" fmla="*/ 3 w 131"/>
              <a:gd name="T17" fmla="*/ 118 h 121"/>
              <a:gd name="T18" fmla="*/ 0 w 131"/>
              <a:gd name="T19" fmla="*/ 121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1" h="121">
                <a:moveTo>
                  <a:pt x="131" y="0"/>
                </a:moveTo>
                <a:lnTo>
                  <a:pt x="119" y="11"/>
                </a:lnTo>
                <a:moveTo>
                  <a:pt x="99" y="30"/>
                </a:moveTo>
                <a:lnTo>
                  <a:pt x="87" y="41"/>
                </a:lnTo>
                <a:moveTo>
                  <a:pt x="67" y="59"/>
                </a:moveTo>
                <a:lnTo>
                  <a:pt x="55" y="70"/>
                </a:lnTo>
                <a:moveTo>
                  <a:pt x="35" y="89"/>
                </a:moveTo>
                <a:lnTo>
                  <a:pt x="23" y="100"/>
                </a:lnTo>
                <a:moveTo>
                  <a:pt x="3" y="118"/>
                </a:moveTo>
                <a:lnTo>
                  <a:pt x="0" y="12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Freeform 1671">
            <a:extLst>
              <a:ext uri="{FF2B5EF4-FFF2-40B4-BE49-F238E27FC236}">
                <a16:creationId xmlns:a16="http://schemas.microsoft.com/office/drawing/2014/main" id="{3C4F558E-14C3-0A51-432D-FB30133569D5}"/>
              </a:ext>
            </a:extLst>
          </p:cNvPr>
          <p:cNvSpPr>
            <a:spLocks noEditPoints="1"/>
          </p:cNvSpPr>
          <p:nvPr/>
        </p:nvSpPr>
        <p:spPr bwMode="auto">
          <a:xfrm>
            <a:off x="5573713" y="3097213"/>
            <a:ext cx="1588" cy="185738"/>
          </a:xfrm>
          <a:custGeom>
            <a:avLst/>
            <a:gdLst>
              <a:gd name="T0" fmla="*/ 3 w 3"/>
              <a:gd name="T1" fmla="*/ 0 h 234"/>
              <a:gd name="T2" fmla="*/ 3 w 3"/>
              <a:gd name="T3" fmla="*/ 16 h 234"/>
              <a:gd name="T4" fmla="*/ 3 w 3"/>
              <a:gd name="T5" fmla="*/ 44 h 234"/>
              <a:gd name="T6" fmla="*/ 3 w 3"/>
              <a:gd name="T7" fmla="*/ 60 h 234"/>
              <a:gd name="T8" fmla="*/ 2 w 3"/>
              <a:gd name="T9" fmla="*/ 87 h 234"/>
              <a:gd name="T10" fmla="*/ 2 w 3"/>
              <a:gd name="T11" fmla="*/ 103 h 234"/>
              <a:gd name="T12" fmla="*/ 2 w 3"/>
              <a:gd name="T13" fmla="*/ 131 h 234"/>
              <a:gd name="T14" fmla="*/ 1 w 3"/>
              <a:gd name="T15" fmla="*/ 147 h 234"/>
              <a:gd name="T16" fmla="*/ 1 w 3"/>
              <a:gd name="T17" fmla="*/ 174 h 234"/>
              <a:gd name="T18" fmla="*/ 1 w 3"/>
              <a:gd name="T19" fmla="*/ 190 h 234"/>
              <a:gd name="T20" fmla="*/ 0 w 3"/>
              <a:gd name="T21" fmla="*/ 218 h 234"/>
              <a:gd name="T22" fmla="*/ 0 w 3"/>
              <a:gd name="T23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" h="234">
                <a:moveTo>
                  <a:pt x="3" y="0"/>
                </a:moveTo>
                <a:lnTo>
                  <a:pt x="3" y="16"/>
                </a:lnTo>
                <a:moveTo>
                  <a:pt x="3" y="44"/>
                </a:moveTo>
                <a:lnTo>
                  <a:pt x="3" y="60"/>
                </a:lnTo>
                <a:moveTo>
                  <a:pt x="2" y="87"/>
                </a:moveTo>
                <a:lnTo>
                  <a:pt x="2" y="103"/>
                </a:lnTo>
                <a:moveTo>
                  <a:pt x="2" y="131"/>
                </a:moveTo>
                <a:lnTo>
                  <a:pt x="1" y="147"/>
                </a:lnTo>
                <a:moveTo>
                  <a:pt x="1" y="174"/>
                </a:moveTo>
                <a:lnTo>
                  <a:pt x="1" y="190"/>
                </a:lnTo>
                <a:moveTo>
                  <a:pt x="0" y="218"/>
                </a:moveTo>
                <a:lnTo>
                  <a:pt x="0" y="23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Freeform 1672">
            <a:extLst>
              <a:ext uri="{FF2B5EF4-FFF2-40B4-BE49-F238E27FC236}">
                <a16:creationId xmlns:a16="http://schemas.microsoft.com/office/drawing/2014/main" id="{C9B9A3F0-8ABC-5747-33C2-6D78425EAE53}"/>
              </a:ext>
            </a:extLst>
          </p:cNvPr>
          <p:cNvSpPr>
            <a:spLocks noEditPoints="1"/>
          </p:cNvSpPr>
          <p:nvPr/>
        </p:nvSpPr>
        <p:spPr bwMode="auto">
          <a:xfrm>
            <a:off x="3981450" y="2078038"/>
            <a:ext cx="31750" cy="34925"/>
          </a:xfrm>
          <a:custGeom>
            <a:avLst/>
            <a:gdLst>
              <a:gd name="T0" fmla="*/ 41 w 41"/>
              <a:gd name="T1" fmla="*/ 0 h 44"/>
              <a:gd name="T2" fmla="*/ 29 w 41"/>
              <a:gd name="T3" fmla="*/ 12 h 44"/>
              <a:gd name="T4" fmla="*/ 11 w 41"/>
              <a:gd name="T5" fmla="*/ 32 h 44"/>
              <a:gd name="T6" fmla="*/ 0 w 41"/>
              <a:gd name="T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" h="44">
                <a:moveTo>
                  <a:pt x="41" y="0"/>
                </a:moveTo>
                <a:lnTo>
                  <a:pt x="29" y="12"/>
                </a:lnTo>
                <a:moveTo>
                  <a:pt x="11" y="32"/>
                </a:moveTo>
                <a:lnTo>
                  <a:pt x="0" y="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Freeform 1673">
            <a:extLst>
              <a:ext uri="{FF2B5EF4-FFF2-40B4-BE49-F238E27FC236}">
                <a16:creationId xmlns:a16="http://schemas.microsoft.com/office/drawing/2014/main" id="{3D91C88C-FB6E-CE07-84F2-2D96AF23301F}"/>
              </a:ext>
            </a:extLst>
          </p:cNvPr>
          <p:cNvSpPr>
            <a:spLocks noEditPoints="1"/>
          </p:cNvSpPr>
          <p:nvPr/>
        </p:nvSpPr>
        <p:spPr bwMode="auto">
          <a:xfrm>
            <a:off x="4886325" y="593725"/>
            <a:ext cx="100013" cy="60325"/>
          </a:xfrm>
          <a:custGeom>
            <a:avLst/>
            <a:gdLst>
              <a:gd name="T0" fmla="*/ 126 w 126"/>
              <a:gd name="T1" fmla="*/ 0 h 75"/>
              <a:gd name="T2" fmla="*/ 112 w 126"/>
              <a:gd name="T3" fmla="*/ 8 h 75"/>
              <a:gd name="T4" fmla="*/ 89 w 126"/>
              <a:gd name="T5" fmla="*/ 22 h 75"/>
              <a:gd name="T6" fmla="*/ 75 w 126"/>
              <a:gd name="T7" fmla="*/ 31 h 75"/>
              <a:gd name="T8" fmla="*/ 51 w 126"/>
              <a:gd name="T9" fmla="*/ 45 h 75"/>
              <a:gd name="T10" fmla="*/ 37 w 126"/>
              <a:gd name="T11" fmla="*/ 53 h 75"/>
              <a:gd name="T12" fmla="*/ 14 w 126"/>
              <a:gd name="T13" fmla="*/ 67 h 75"/>
              <a:gd name="T14" fmla="*/ 0 w 126"/>
              <a:gd name="T15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6" h="75">
                <a:moveTo>
                  <a:pt x="126" y="0"/>
                </a:moveTo>
                <a:lnTo>
                  <a:pt x="112" y="8"/>
                </a:lnTo>
                <a:moveTo>
                  <a:pt x="89" y="22"/>
                </a:moveTo>
                <a:lnTo>
                  <a:pt x="75" y="31"/>
                </a:lnTo>
                <a:moveTo>
                  <a:pt x="51" y="45"/>
                </a:moveTo>
                <a:lnTo>
                  <a:pt x="37" y="53"/>
                </a:lnTo>
                <a:moveTo>
                  <a:pt x="14" y="67"/>
                </a:moveTo>
                <a:lnTo>
                  <a:pt x="0" y="7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Freeform 1674">
            <a:extLst>
              <a:ext uri="{FF2B5EF4-FFF2-40B4-BE49-F238E27FC236}">
                <a16:creationId xmlns:a16="http://schemas.microsoft.com/office/drawing/2014/main" id="{056B9FB3-719C-731E-E200-93BC6B5032CB}"/>
              </a:ext>
            </a:extLst>
          </p:cNvPr>
          <p:cNvSpPr>
            <a:spLocks noEditPoints="1"/>
          </p:cNvSpPr>
          <p:nvPr/>
        </p:nvSpPr>
        <p:spPr bwMode="auto">
          <a:xfrm>
            <a:off x="4506913" y="3052763"/>
            <a:ext cx="1588" cy="47625"/>
          </a:xfrm>
          <a:custGeom>
            <a:avLst/>
            <a:gdLst>
              <a:gd name="T0" fmla="*/ 0 w 2"/>
              <a:gd name="T1" fmla="*/ 0 h 60"/>
              <a:gd name="T2" fmla="*/ 1 w 2"/>
              <a:gd name="T3" fmla="*/ 17 h 60"/>
              <a:gd name="T4" fmla="*/ 2 w 2"/>
              <a:gd name="T5" fmla="*/ 44 h 60"/>
              <a:gd name="T6" fmla="*/ 2 w 2"/>
              <a:gd name="T7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60">
                <a:moveTo>
                  <a:pt x="0" y="0"/>
                </a:moveTo>
                <a:lnTo>
                  <a:pt x="1" y="17"/>
                </a:lnTo>
                <a:moveTo>
                  <a:pt x="2" y="44"/>
                </a:moveTo>
                <a:lnTo>
                  <a:pt x="2" y="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1675">
            <a:extLst>
              <a:ext uri="{FF2B5EF4-FFF2-40B4-BE49-F238E27FC236}">
                <a16:creationId xmlns:a16="http://schemas.microsoft.com/office/drawing/2014/main" id="{6E8677DC-F1CA-3E99-61DD-9C331FEA70F8}"/>
              </a:ext>
            </a:extLst>
          </p:cNvPr>
          <p:cNvSpPr>
            <a:spLocks noEditPoints="1"/>
          </p:cNvSpPr>
          <p:nvPr/>
        </p:nvSpPr>
        <p:spPr bwMode="auto">
          <a:xfrm>
            <a:off x="4291013" y="1920875"/>
            <a:ext cx="82550" cy="80963"/>
          </a:xfrm>
          <a:custGeom>
            <a:avLst/>
            <a:gdLst>
              <a:gd name="T0" fmla="*/ 105 w 105"/>
              <a:gd name="T1" fmla="*/ 0 h 102"/>
              <a:gd name="T2" fmla="*/ 94 w 105"/>
              <a:gd name="T3" fmla="*/ 11 h 102"/>
              <a:gd name="T4" fmla="*/ 74 w 105"/>
              <a:gd name="T5" fmla="*/ 30 h 102"/>
              <a:gd name="T6" fmla="*/ 62 w 105"/>
              <a:gd name="T7" fmla="*/ 41 h 102"/>
              <a:gd name="T8" fmla="*/ 43 w 105"/>
              <a:gd name="T9" fmla="*/ 60 h 102"/>
              <a:gd name="T10" fmla="*/ 31 w 105"/>
              <a:gd name="T11" fmla="*/ 72 h 102"/>
              <a:gd name="T12" fmla="*/ 12 w 105"/>
              <a:gd name="T13" fmla="*/ 91 h 102"/>
              <a:gd name="T14" fmla="*/ 0 w 105"/>
              <a:gd name="T1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102">
                <a:moveTo>
                  <a:pt x="105" y="0"/>
                </a:moveTo>
                <a:lnTo>
                  <a:pt x="94" y="11"/>
                </a:lnTo>
                <a:moveTo>
                  <a:pt x="74" y="30"/>
                </a:moveTo>
                <a:lnTo>
                  <a:pt x="62" y="41"/>
                </a:lnTo>
                <a:moveTo>
                  <a:pt x="43" y="60"/>
                </a:moveTo>
                <a:lnTo>
                  <a:pt x="31" y="72"/>
                </a:lnTo>
                <a:moveTo>
                  <a:pt x="12" y="91"/>
                </a:moveTo>
                <a:lnTo>
                  <a:pt x="0" y="10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Freeform 1676">
            <a:extLst>
              <a:ext uri="{FF2B5EF4-FFF2-40B4-BE49-F238E27FC236}">
                <a16:creationId xmlns:a16="http://schemas.microsoft.com/office/drawing/2014/main" id="{10BC1EA6-51B4-0E79-C012-9BAEEFFDB78E}"/>
              </a:ext>
            </a:extLst>
          </p:cNvPr>
          <p:cNvSpPr>
            <a:spLocks noEditPoints="1"/>
          </p:cNvSpPr>
          <p:nvPr/>
        </p:nvSpPr>
        <p:spPr bwMode="auto">
          <a:xfrm>
            <a:off x="5338763" y="1676400"/>
            <a:ext cx="49213" cy="60325"/>
          </a:xfrm>
          <a:custGeom>
            <a:avLst/>
            <a:gdLst>
              <a:gd name="T0" fmla="*/ 63 w 63"/>
              <a:gd name="T1" fmla="*/ 0 h 75"/>
              <a:gd name="T2" fmla="*/ 53 w 63"/>
              <a:gd name="T3" fmla="*/ 12 h 75"/>
              <a:gd name="T4" fmla="*/ 35 w 63"/>
              <a:gd name="T5" fmla="*/ 33 h 75"/>
              <a:gd name="T6" fmla="*/ 25 w 63"/>
              <a:gd name="T7" fmla="*/ 45 h 75"/>
              <a:gd name="T8" fmla="*/ 7 w 63"/>
              <a:gd name="T9" fmla="*/ 66 h 75"/>
              <a:gd name="T10" fmla="*/ 0 w 63"/>
              <a:gd name="T11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3" h="75">
                <a:moveTo>
                  <a:pt x="63" y="0"/>
                </a:moveTo>
                <a:lnTo>
                  <a:pt x="53" y="12"/>
                </a:lnTo>
                <a:moveTo>
                  <a:pt x="35" y="33"/>
                </a:moveTo>
                <a:lnTo>
                  <a:pt x="25" y="45"/>
                </a:lnTo>
                <a:moveTo>
                  <a:pt x="7" y="66"/>
                </a:moveTo>
                <a:lnTo>
                  <a:pt x="0" y="7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Freeform 1677">
            <a:extLst>
              <a:ext uri="{FF2B5EF4-FFF2-40B4-BE49-F238E27FC236}">
                <a16:creationId xmlns:a16="http://schemas.microsoft.com/office/drawing/2014/main" id="{E4E6CE95-EC59-8849-9D0F-9B5FB70C7103}"/>
              </a:ext>
            </a:extLst>
          </p:cNvPr>
          <p:cNvSpPr>
            <a:spLocks noEditPoints="1"/>
          </p:cNvSpPr>
          <p:nvPr/>
        </p:nvSpPr>
        <p:spPr bwMode="auto">
          <a:xfrm>
            <a:off x="4775200" y="2508250"/>
            <a:ext cx="287338" cy="315913"/>
          </a:xfrm>
          <a:custGeom>
            <a:avLst/>
            <a:gdLst>
              <a:gd name="T0" fmla="*/ 362 w 362"/>
              <a:gd name="T1" fmla="*/ 0 h 399"/>
              <a:gd name="T2" fmla="*/ 351 w 362"/>
              <a:gd name="T3" fmla="*/ 12 h 399"/>
              <a:gd name="T4" fmla="*/ 333 w 362"/>
              <a:gd name="T5" fmla="*/ 32 h 399"/>
              <a:gd name="T6" fmla="*/ 322 w 362"/>
              <a:gd name="T7" fmla="*/ 45 h 399"/>
              <a:gd name="T8" fmla="*/ 304 w 362"/>
              <a:gd name="T9" fmla="*/ 65 h 399"/>
              <a:gd name="T10" fmla="*/ 293 w 362"/>
              <a:gd name="T11" fmla="*/ 77 h 399"/>
              <a:gd name="T12" fmla="*/ 274 w 362"/>
              <a:gd name="T13" fmla="*/ 97 h 399"/>
              <a:gd name="T14" fmla="*/ 263 w 362"/>
              <a:gd name="T15" fmla="*/ 109 h 399"/>
              <a:gd name="T16" fmla="*/ 245 w 362"/>
              <a:gd name="T17" fmla="*/ 129 h 399"/>
              <a:gd name="T18" fmla="*/ 234 w 362"/>
              <a:gd name="T19" fmla="*/ 141 h 399"/>
              <a:gd name="T20" fmla="*/ 216 w 362"/>
              <a:gd name="T21" fmla="*/ 161 h 399"/>
              <a:gd name="T22" fmla="*/ 205 w 362"/>
              <a:gd name="T23" fmla="*/ 173 h 399"/>
              <a:gd name="T24" fmla="*/ 187 w 362"/>
              <a:gd name="T25" fmla="*/ 193 h 399"/>
              <a:gd name="T26" fmla="*/ 176 w 362"/>
              <a:gd name="T27" fmla="*/ 205 h 399"/>
              <a:gd name="T28" fmla="*/ 157 w 362"/>
              <a:gd name="T29" fmla="*/ 226 h 399"/>
              <a:gd name="T30" fmla="*/ 146 w 362"/>
              <a:gd name="T31" fmla="*/ 238 h 399"/>
              <a:gd name="T32" fmla="*/ 128 w 362"/>
              <a:gd name="T33" fmla="*/ 258 h 399"/>
              <a:gd name="T34" fmla="*/ 117 w 362"/>
              <a:gd name="T35" fmla="*/ 270 h 399"/>
              <a:gd name="T36" fmla="*/ 99 w 362"/>
              <a:gd name="T37" fmla="*/ 290 h 399"/>
              <a:gd name="T38" fmla="*/ 88 w 362"/>
              <a:gd name="T39" fmla="*/ 302 h 399"/>
              <a:gd name="T40" fmla="*/ 69 w 362"/>
              <a:gd name="T41" fmla="*/ 322 h 399"/>
              <a:gd name="T42" fmla="*/ 58 w 362"/>
              <a:gd name="T43" fmla="*/ 334 h 399"/>
              <a:gd name="T44" fmla="*/ 40 w 362"/>
              <a:gd name="T45" fmla="*/ 354 h 399"/>
              <a:gd name="T46" fmla="*/ 29 w 362"/>
              <a:gd name="T47" fmla="*/ 366 h 399"/>
              <a:gd name="T48" fmla="*/ 11 w 362"/>
              <a:gd name="T49" fmla="*/ 386 h 399"/>
              <a:gd name="T50" fmla="*/ 0 w 362"/>
              <a:gd name="T51" fmla="*/ 399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62" h="399">
                <a:moveTo>
                  <a:pt x="362" y="0"/>
                </a:moveTo>
                <a:lnTo>
                  <a:pt x="351" y="12"/>
                </a:lnTo>
                <a:moveTo>
                  <a:pt x="333" y="32"/>
                </a:moveTo>
                <a:lnTo>
                  <a:pt x="322" y="45"/>
                </a:lnTo>
                <a:moveTo>
                  <a:pt x="304" y="65"/>
                </a:moveTo>
                <a:lnTo>
                  <a:pt x="293" y="77"/>
                </a:lnTo>
                <a:moveTo>
                  <a:pt x="274" y="97"/>
                </a:moveTo>
                <a:lnTo>
                  <a:pt x="263" y="109"/>
                </a:lnTo>
                <a:moveTo>
                  <a:pt x="245" y="129"/>
                </a:moveTo>
                <a:lnTo>
                  <a:pt x="234" y="141"/>
                </a:lnTo>
                <a:moveTo>
                  <a:pt x="216" y="161"/>
                </a:moveTo>
                <a:lnTo>
                  <a:pt x="205" y="173"/>
                </a:lnTo>
                <a:moveTo>
                  <a:pt x="187" y="193"/>
                </a:moveTo>
                <a:lnTo>
                  <a:pt x="176" y="205"/>
                </a:lnTo>
                <a:moveTo>
                  <a:pt x="157" y="226"/>
                </a:moveTo>
                <a:lnTo>
                  <a:pt x="146" y="238"/>
                </a:lnTo>
                <a:moveTo>
                  <a:pt x="128" y="258"/>
                </a:moveTo>
                <a:lnTo>
                  <a:pt x="117" y="270"/>
                </a:lnTo>
                <a:moveTo>
                  <a:pt x="99" y="290"/>
                </a:moveTo>
                <a:lnTo>
                  <a:pt x="88" y="302"/>
                </a:lnTo>
                <a:moveTo>
                  <a:pt x="69" y="322"/>
                </a:moveTo>
                <a:lnTo>
                  <a:pt x="58" y="334"/>
                </a:lnTo>
                <a:moveTo>
                  <a:pt x="40" y="354"/>
                </a:moveTo>
                <a:lnTo>
                  <a:pt x="29" y="366"/>
                </a:lnTo>
                <a:moveTo>
                  <a:pt x="11" y="386"/>
                </a:moveTo>
                <a:lnTo>
                  <a:pt x="0" y="39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Freeform 1678">
            <a:extLst>
              <a:ext uri="{FF2B5EF4-FFF2-40B4-BE49-F238E27FC236}">
                <a16:creationId xmlns:a16="http://schemas.microsoft.com/office/drawing/2014/main" id="{EEA9F4BA-3951-AEF9-EA3D-22ABD93A65A7}"/>
              </a:ext>
            </a:extLst>
          </p:cNvPr>
          <p:cNvSpPr>
            <a:spLocks noEditPoints="1"/>
          </p:cNvSpPr>
          <p:nvPr/>
        </p:nvSpPr>
        <p:spPr bwMode="auto">
          <a:xfrm>
            <a:off x="4783138" y="2147888"/>
            <a:ext cx="107950" cy="90488"/>
          </a:xfrm>
          <a:custGeom>
            <a:avLst/>
            <a:gdLst>
              <a:gd name="T0" fmla="*/ 135 w 135"/>
              <a:gd name="T1" fmla="*/ 0 h 114"/>
              <a:gd name="T2" fmla="*/ 123 w 135"/>
              <a:gd name="T3" fmla="*/ 11 h 114"/>
              <a:gd name="T4" fmla="*/ 102 w 135"/>
              <a:gd name="T5" fmla="*/ 28 h 114"/>
              <a:gd name="T6" fmla="*/ 90 w 135"/>
              <a:gd name="T7" fmla="*/ 39 h 114"/>
              <a:gd name="T8" fmla="*/ 69 w 135"/>
              <a:gd name="T9" fmla="*/ 56 h 114"/>
              <a:gd name="T10" fmla="*/ 57 w 135"/>
              <a:gd name="T11" fmla="*/ 67 h 114"/>
              <a:gd name="T12" fmla="*/ 36 w 135"/>
              <a:gd name="T13" fmla="*/ 84 h 114"/>
              <a:gd name="T14" fmla="*/ 23 w 135"/>
              <a:gd name="T15" fmla="*/ 95 h 114"/>
              <a:gd name="T16" fmla="*/ 3 w 135"/>
              <a:gd name="T17" fmla="*/ 113 h 114"/>
              <a:gd name="T18" fmla="*/ 0 w 135"/>
              <a:gd name="T19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5" h="114">
                <a:moveTo>
                  <a:pt x="135" y="0"/>
                </a:moveTo>
                <a:lnTo>
                  <a:pt x="123" y="11"/>
                </a:lnTo>
                <a:moveTo>
                  <a:pt x="102" y="28"/>
                </a:moveTo>
                <a:lnTo>
                  <a:pt x="90" y="39"/>
                </a:lnTo>
                <a:moveTo>
                  <a:pt x="69" y="56"/>
                </a:moveTo>
                <a:lnTo>
                  <a:pt x="57" y="67"/>
                </a:lnTo>
                <a:moveTo>
                  <a:pt x="36" y="84"/>
                </a:moveTo>
                <a:lnTo>
                  <a:pt x="23" y="95"/>
                </a:lnTo>
                <a:moveTo>
                  <a:pt x="3" y="113"/>
                </a:moveTo>
                <a:lnTo>
                  <a:pt x="0" y="11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Freeform 1679">
            <a:extLst>
              <a:ext uri="{FF2B5EF4-FFF2-40B4-BE49-F238E27FC236}">
                <a16:creationId xmlns:a16="http://schemas.microsoft.com/office/drawing/2014/main" id="{65157140-6C5C-EB04-5989-704900AC005F}"/>
              </a:ext>
            </a:extLst>
          </p:cNvPr>
          <p:cNvSpPr>
            <a:spLocks noEditPoints="1"/>
          </p:cNvSpPr>
          <p:nvPr/>
        </p:nvSpPr>
        <p:spPr bwMode="auto">
          <a:xfrm>
            <a:off x="4070350" y="2414588"/>
            <a:ext cx="53975" cy="141288"/>
          </a:xfrm>
          <a:custGeom>
            <a:avLst/>
            <a:gdLst>
              <a:gd name="T0" fmla="*/ 69 w 69"/>
              <a:gd name="T1" fmla="*/ 0 h 178"/>
              <a:gd name="T2" fmla="*/ 64 w 69"/>
              <a:gd name="T3" fmla="*/ 16 h 178"/>
              <a:gd name="T4" fmla="*/ 54 w 69"/>
              <a:gd name="T5" fmla="*/ 41 h 178"/>
              <a:gd name="T6" fmla="*/ 48 w 69"/>
              <a:gd name="T7" fmla="*/ 56 h 178"/>
              <a:gd name="T8" fmla="*/ 38 w 69"/>
              <a:gd name="T9" fmla="*/ 81 h 178"/>
              <a:gd name="T10" fmla="*/ 32 w 69"/>
              <a:gd name="T11" fmla="*/ 97 h 178"/>
              <a:gd name="T12" fmla="*/ 22 w 69"/>
              <a:gd name="T13" fmla="*/ 122 h 178"/>
              <a:gd name="T14" fmla="*/ 16 w 69"/>
              <a:gd name="T15" fmla="*/ 137 h 178"/>
              <a:gd name="T16" fmla="*/ 6 w 69"/>
              <a:gd name="T17" fmla="*/ 162 h 178"/>
              <a:gd name="T18" fmla="*/ 0 w 69"/>
              <a:gd name="T19" fmla="*/ 178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78">
                <a:moveTo>
                  <a:pt x="69" y="0"/>
                </a:moveTo>
                <a:lnTo>
                  <a:pt x="64" y="16"/>
                </a:lnTo>
                <a:moveTo>
                  <a:pt x="54" y="41"/>
                </a:moveTo>
                <a:lnTo>
                  <a:pt x="48" y="56"/>
                </a:lnTo>
                <a:moveTo>
                  <a:pt x="38" y="81"/>
                </a:moveTo>
                <a:lnTo>
                  <a:pt x="32" y="97"/>
                </a:lnTo>
                <a:moveTo>
                  <a:pt x="22" y="122"/>
                </a:moveTo>
                <a:lnTo>
                  <a:pt x="16" y="137"/>
                </a:lnTo>
                <a:moveTo>
                  <a:pt x="6" y="162"/>
                </a:moveTo>
                <a:lnTo>
                  <a:pt x="0" y="17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Freeform 1680">
            <a:extLst>
              <a:ext uri="{FF2B5EF4-FFF2-40B4-BE49-F238E27FC236}">
                <a16:creationId xmlns:a16="http://schemas.microsoft.com/office/drawing/2014/main" id="{9540B99B-F7CA-2B86-657D-1A9FE8391A0D}"/>
              </a:ext>
            </a:extLst>
          </p:cNvPr>
          <p:cNvSpPr>
            <a:spLocks noEditPoints="1"/>
          </p:cNvSpPr>
          <p:nvPr/>
        </p:nvSpPr>
        <p:spPr bwMode="auto">
          <a:xfrm>
            <a:off x="5535613" y="1712913"/>
            <a:ext cx="20638" cy="42863"/>
          </a:xfrm>
          <a:custGeom>
            <a:avLst/>
            <a:gdLst>
              <a:gd name="T0" fmla="*/ 27 w 27"/>
              <a:gd name="T1" fmla="*/ 0 h 54"/>
              <a:gd name="T2" fmla="*/ 20 w 27"/>
              <a:gd name="T3" fmla="*/ 15 h 54"/>
              <a:gd name="T4" fmla="*/ 7 w 27"/>
              <a:gd name="T5" fmla="*/ 39 h 54"/>
              <a:gd name="T6" fmla="*/ 0 w 27"/>
              <a:gd name="T7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" h="54">
                <a:moveTo>
                  <a:pt x="27" y="0"/>
                </a:moveTo>
                <a:lnTo>
                  <a:pt x="20" y="15"/>
                </a:lnTo>
                <a:moveTo>
                  <a:pt x="7" y="39"/>
                </a:moveTo>
                <a:lnTo>
                  <a:pt x="0" y="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Freeform 1681">
            <a:extLst>
              <a:ext uri="{FF2B5EF4-FFF2-40B4-BE49-F238E27FC236}">
                <a16:creationId xmlns:a16="http://schemas.microsoft.com/office/drawing/2014/main" id="{F9F7A406-D842-C89D-8802-F618A35090FC}"/>
              </a:ext>
            </a:extLst>
          </p:cNvPr>
          <p:cNvSpPr>
            <a:spLocks noEditPoints="1"/>
          </p:cNvSpPr>
          <p:nvPr/>
        </p:nvSpPr>
        <p:spPr bwMode="auto">
          <a:xfrm>
            <a:off x="4581525" y="2944813"/>
            <a:ext cx="93663" cy="65088"/>
          </a:xfrm>
          <a:custGeom>
            <a:avLst/>
            <a:gdLst>
              <a:gd name="T0" fmla="*/ 117 w 117"/>
              <a:gd name="T1" fmla="*/ 0 h 82"/>
              <a:gd name="T2" fmla="*/ 104 w 117"/>
              <a:gd name="T3" fmla="*/ 9 h 82"/>
              <a:gd name="T4" fmla="*/ 82 w 117"/>
              <a:gd name="T5" fmla="*/ 25 h 82"/>
              <a:gd name="T6" fmla="*/ 68 w 117"/>
              <a:gd name="T7" fmla="*/ 34 h 82"/>
              <a:gd name="T8" fmla="*/ 46 w 117"/>
              <a:gd name="T9" fmla="*/ 50 h 82"/>
              <a:gd name="T10" fmla="*/ 33 w 117"/>
              <a:gd name="T11" fmla="*/ 59 h 82"/>
              <a:gd name="T12" fmla="*/ 10 w 117"/>
              <a:gd name="T13" fmla="*/ 75 h 82"/>
              <a:gd name="T14" fmla="*/ 0 w 117"/>
              <a:gd name="T15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7" h="82">
                <a:moveTo>
                  <a:pt x="117" y="0"/>
                </a:moveTo>
                <a:lnTo>
                  <a:pt x="104" y="9"/>
                </a:lnTo>
                <a:moveTo>
                  <a:pt x="82" y="25"/>
                </a:moveTo>
                <a:lnTo>
                  <a:pt x="68" y="34"/>
                </a:lnTo>
                <a:moveTo>
                  <a:pt x="46" y="50"/>
                </a:moveTo>
                <a:lnTo>
                  <a:pt x="33" y="59"/>
                </a:lnTo>
                <a:moveTo>
                  <a:pt x="10" y="75"/>
                </a:moveTo>
                <a:lnTo>
                  <a:pt x="0" y="8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Line 1682">
            <a:extLst>
              <a:ext uri="{FF2B5EF4-FFF2-40B4-BE49-F238E27FC236}">
                <a16:creationId xmlns:a16="http://schemas.microsoft.com/office/drawing/2014/main" id="{47A9BE0B-6E04-399A-2AA3-7FBFD953A0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30738" y="541338"/>
            <a:ext cx="11113" cy="635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" name="Freeform 1683">
            <a:extLst>
              <a:ext uri="{FF2B5EF4-FFF2-40B4-BE49-F238E27FC236}">
                <a16:creationId xmlns:a16="http://schemas.microsoft.com/office/drawing/2014/main" id="{B7C810BA-ED67-EB7D-F855-AF94B4D81F0E}"/>
              </a:ext>
            </a:extLst>
          </p:cNvPr>
          <p:cNvSpPr>
            <a:spLocks noEditPoints="1"/>
          </p:cNvSpPr>
          <p:nvPr/>
        </p:nvSpPr>
        <p:spPr bwMode="auto">
          <a:xfrm>
            <a:off x="4332288" y="1990725"/>
            <a:ext cx="36513" cy="31750"/>
          </a:xfrm>
          <a:custGeom>
            <a:avLst/>
            <a:gdLst>
              <a:gd name="T0" fmla="*/ 45 w 45"/>
              <a:gd name="T1" fmla="*/ 0 h 40"/>
              <a:gd name="T2" fmla="*/ 33 w 45"/>
              <a:gd name="T3" fmla="*/ 11 h 40"/>
              <a:gd name="T4" fmla="*/ 12 w 45"/>
              <a:gd name="T5" fmla="*/ 29 h 40"/>
              <a:gd name="T6" fmla="*/ 0 w 45"/>
              <a:gd name="T7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40">
                <a:moveTo>
                  <a:pt x="45" y="0"/>
                </a:moveTo>
                <a:lnTo>
                  <a:pt x="33" y="11"/>
                </a:lnTo>
                <a:moveTo>
                  <a:pt x="12" y="29"/>
                </a:moveTo>
                <a:lnTo>
                  <a:pt x="0" y="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Freeform 1684">
            <a:extLst>
              <a:ext uri="{FF2B5EF4-FFF2-40B4-BE49-F238E27FC236}">
                <a16:creationId xmlns:a16="http://schemas.microsoft.com/office/drawing/2014/main" id="{20E9FD08-F778-1743-B340-CF9CC72FF445}"/>
              </a:ext>
            </a:extLst>
          </p:cNvPr>
          <p:cNvSpPr>
            <a:spLocks noEditPoints="1"/>
          </p:cNvSpPr>
          <p:nvPr/>
        </p:nvSpPr>
        <p:spPr bwMode="auto">
          <a:xfrm>
            <a:off x="4741863" y="3163888"/>
            <a:ext cx="184150" cy="122238"/>
          </a:xfrm>
          <a:custGeom>
            <a:avLst/>
            <a:gdLst>
              <a:gd name="T0" fmla="*/ 231 w 231"/>
              <a:gd name="T1" fmla="*/ 0 h 154"/>
              <a:gd name="T2" fmla="*/ 217 w 231"/>
              <a:gd name="T3" fmla="*/ 9 h 154"/>
              <a:gd name="T4" fmla="*/ 195 w 231"/>
              <a:gd name="T5" fmla="*/ 24 h 154"/>
              <a:gd name="T6" fmla="*/ 181 w 231"/>
              <a:gd name="T7" fmla="*/ 33 h 154"/>
              <a:gd name="T8" fmla="*/ 159 w 231"/>
              <a:gd name="T9" fmla="*/ 48 h 154"/>
              <a:gd name="T10" fmla="*/ 145 w 231"/>
              <a:gd name="T11" fmla="*/ 57 h 154"/>
              <a:gd name="T12" fmla="*/ 122 w 231"/>
              <a:gd name="T13" fmla="*/ 73 h 154"/>
              <a:gd name="T14" fmla="*/ 109 w 231"/>
              <a:gd name="T15" fmla="*/ 82 h 154"/>
              <a:gd name="T16" fmla="*/ 86 w 231"/>
              <a:gd name="T17" fmla="*/ 97 h 154"/>
              <a:gd name="T18" fmla="*/ 73 w 231"/>
              <a:gd name="T19" fmla="*/ 106 h 154"/>
              <a:gd name="T20" fmla="*/ 50 w 231"/>
              <a:gd name="T21" fmla="*/ 121 h 154"/>
              <a:gd name="T22" fmla="*/ 36 w 231"/>
              <a:gd name="T23" fmla="*/ 130 h 154"/>
              <a:gd name="T24" fmla="*/ 14 w 231"/>
              <a:gd name="T25" fmla="*/ 145 h 154"/>
              <a:gd name="T26" fmla="*/ 0 w 231"/>
              <a:gd name="T27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31" h="154">
                <a:moveTo>
                  <a:pt x="231" y="0"/>
                </a:moveTo>
                <a:lnTo>
                  <a:pt x="217" y="9"/>
                </a:lnTo>
                <a:moveTo>
                  <a:pt x="195" y="24"/>
                </a:moveTo>
                <a:lnTo>
                  <a:pt x="181" y="33"/>
                </a:lnTo>
                <a:moveTo>
                  <a:pt x="159" y="48"/>
                </a:moveTo>
                <a:lnTo>
                  <a:pt x="145" y="57"/>
                </a:lnTo>
                <a:moveTo>
                  <a:pt x="122" y="73"/>
                </a:moveTo>
                <a:lnTo>
                  <a:pt x="109" y="82"/>
                </a:lnTo>
                <a:moveTo>
                  <a:pt x="86" y="97"/>
                </a:moveTo>
                <a:lnTo>
                  <a:pt x="73" y="106"/>
                </a:lnTo>
                <a:moveTo>
                  <a:pt x="50" y="121"/>
                </a:moveTo>
                <a:lnTo>
                  <a:pt x="36" y="130"/>
                </a:lnTo>
                <a:moveTo>
                  <a:pt x="14" y="145"/>
                </a:moveTo>
                <a:lnTo>
                  <a:pt x="0" y="15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Line 1685">
            <a:extLst>
              <a:ext uri="{FF2B5EF4-FFF2-40B4-BE49-F238E27FC236}">
                <a16:creationId xmlns:a16="http://schemas.microsoft.com/office/drawing/2014/main" id="{D6DB41BB-F556-9912-8258-A243650F8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5463" y="2795588"/>
            <a:ext cx="9525" cy="95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Freeform 1686">
            <a:extLst>
              <a:ext uri="{FF2B5EF4-FFF2-40B4-BE49-F238E27FC236}">
                <a16:creationId xmlns:a16="http://schemas.microsoft.com/office/drawing/2014/main" id="{086B697D-7C63-37E9-DB85-B67F5B606DF6}"/>
              </a:ext>
            </a:extLst>
          </p:cNvPr>
          <p:cNvSpPr>
            <a:spLocks noEditPoints="1"/>
          </p:cNvSpPr>
          <p:nvPr/>
        </p:nvSpPr>
        <p:spPr bwMode="auto">
          <a:xfrm>
            <a:off x="4262438" y="1654175"/>
            <a:ext cx="98425" cy="184150"/>
          </a:xfrm>
          <a:custGeom>
            <a:avLst/>
            <a:gdLst>
              <a:gd name="T0" fmla="*/ 125 w 125"/>
              <a:gd name="T1" fmla="*/ 0 h 232"/>
              <a:gd name="T2" fmla="*/ 117 w 125"/>
              <a:gd name="T3" fmla="*/ 14 h 232"/>
              <a:gd name="T4" fmla="*/ 105 w 125"/>
              <a:gd name="T5" fmla="*/ 38 h 232"/>
              <a:gd name="T6" fmla="*/ 97 w 125"/>
              <a:gd name="T7" fmla="*/ 52 h 232"/>
              <a:gd name="T8" fmla="*/ 84 w 125"/>
              <a:gd name="T9" fmla="*/ 76 h 232"/>
              <a:gd name="T10" fmla="*/ 76 w 125"/>
              <a:gd name="T11" fmla="*/ 91 h 232"/>
              <a:gd name="T12" fmla="*/ 63 w 125"/>
              <a:gd name="T13" fmla="*/ 115 h 232"/>
              <a:gd name="T14" fmla="*/ 56 w 125"/>
              <a:gd name="T15" fmla="*/ 129 h 232"/>
              <a:gd name="T16" fmla="*/ 43 w 125"/>
              <a:gd name="T17" fmla="*/ 153 h 232"/>
              <a:gd name="T18" fmla="*/ 35 w 125"/>
              <a:gd name="T19" fmla="*/ 167 h 232"/>
              <a:gd name="T20" fmla="*/ 22 w 125"/>
              <a:gd name="T21" fmla="*/ 191 h 232"/>
              <a:gd name="T22" fmla="*/ 14 w 125"/>
              <a:gd name="T23" fmla="*/ 206 h 232"/>
              <a:gd name="T24" fmla="*/ 2 w 125"/>
              <a:gd name="T25" fmla="*/ 230 h 232"/>
              <a:gd name="T26" fmla="*/ 0 w 125"/>
              <a:gd name="T2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5" h="232">
                <a:moveTo>
                  <a:pt x="125" y="0"/>
                </a:moveTo>
                <a:lnTo>
                  <a:pt x="117" y="14"/>
                </a:lnTo>
                <a:moveTo>
                  <a:pt x="105" y="38"/>
                </a:moveTo>
                <a:lnTo>
                  <a:pt x="97" y="52"/>
                </a:lnTo>
                <a:moveTo>
                  <a:pt x="84" y="76"/>
                </a:moveTo>
                <a:lnTo>
                  <a:pt x="76" y="91"/>
                </a:lnTo>
                <a:moveTo>
                  <a:pt x="63" y="115"/>
                </a:moveTo>
                <a:lnTo>
                  <a:pt x="56" y="129"/>
                </a:lnTo>
                <a:moveTo>
                  <a:pt x="43" y="153"/>
                </a:moveTo>
                <a:lnTo>
                  <a:pt x="35" y="167"/>
                </a:lnTo>
                <a:moveTo>
                  <a:pt x="22" y="191"/>
                </a:moveTo>
                <a:lnTo>
                  <a:pt x="14" y="206"/>
                </a:lnTo>
                <a:moveTo>
                  <a:pt x="2" y="230"/>
                </a:moveTo>
                <a:lnTo>
                  <a:pt x="0" y="2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Freeform 1687">
            <a:extLst>
              <a:ext uri="{FF2B5EF4-FFF2-40B4-BE49-F238E27FC236}">
                <a16:creationId xmlns:a16="http://schemas.microsoft.com/office/drawing/2014/main" id="{D149C7DC-918E-8FE7-9634-4383B0FBAF0E}"/>
              </a:ext>
            </a:extLst>
          </p:cNvPr>
          <p:cNvSpPr>
            <a:spLocks noEditPoints="1"/>
          </p:cNvSpPr>
          <p:nvPr/>
        </p:nvSpPr>
        <p:spPr bwMode="auto">
          <a:xfrm>
            <a:off x="4592638" y="1535113"/>
            <a:ext cx="53975" cy="55563"/>
          </a:xfrm>
          <a:custGeom>
            <a:avLst/>
            <a:gdLst>
              <a:gd name="T0" fmla="*/ 67 w 67"/>
              <a:gd name="T1" fmla="*/ 0 h 69"/>
              <a:gd name="T2" fmla="*/ 56 w 67"/>
              <a:gd name="T3" fmla="*/ 12 h 69"/>
              <a:gd name="T4" fmla="*/ 37 w 67"/>
              <a:gd name="T5" fmla="*/ 31 h 69"/>
              <a:gd name="T6" fmla="*/ 25 w 67"/>
              <a:gd name="T7" fmla="*/ 43 h 69"/>
              <a:gd name="T8" fmla="*/ 6 w 67"/>
              <a:gd name="T9" fmla="*/ 63 h 69"/>
              <a:gd name="T10" fmla="*/ 0 w 67"/>
              <a:gd name="T11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" h="69">
                <a:moveTo>
                  <a:pt x="67" y="0"/>
                </a:moveTo>
                <a:lnTo>
                  <a:pt x="56" y="12"/>
                </a:lnTo>
                <a:moveTo>
                  <a:pt x="37" y="31"/>
                </a:moveTo>
                <a:lnTo>
                  <a:pt x="25" y="43"/>
                </a:lnTo>
                <a:moveTo>
                  <a:pt x="6" y="63"/>
                </a:moveTo>
                <a:lnTo>
                  <a:pt x="0" y="6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Freeform 1688">
            <a:extLst>
              <a:ext uri="{FF2B5EF4-FFF2-40B4-BE49-F238E27FC236}">
                <a16:creationId xmlns:a16="http://schemas.microsoft.com/office/drawing/2014/main" id="{D54E6831-CAD7-C3A1-2B1D-84F6B374EFA5}"/>
              </a:ext>
            </a:extLst>
          </p:cNvPr>
          <p:cNvSpPr>
            <a:spLocks noEditPoints="1"/>
          </p:cNvSpPr>
          <p:nvPr/>
        </p:nvSpPr>
        <p:spPr bwMode="auto">
          <a:xfrm>
            <a:off x="4483100" y="763588"/>
            <a:ext cx="107950" cy="98425"/>
          </a:xfrm>
          <a:custGeom>
            <a:avLst/>
            <a:gdLst>
              <a:gd name="T0" fmla="*/ 136 w 136"/>
              <a:gd name="T1" fmla="*/ 0 h 124"/>
              <a:gd name="T2" fmla="*/ 124 w 136"/>
              <a:gd name="T3" fmla="*/ 11 h 124"/>
              <a:gd name="T4" fmla="*/ 104 w 136"/>
              <a:gd name="T5" fmla="*/ 30 h 124"/>
              <a:gd name="T6" fmla="*/ 92 w 136"/>
              <a:gd name="T7" fmla="*/ 41 h 124"/>
              <a:gd name="T8" fmla="*/ 72 w 136"/>
              <a:gd name="T9" fmla="*/ 59 h 124"/>
              <a:gd name="T10" fmla="*/ 60 w 136"/>
              <a:gd name="T11" fmla="*/ 70 h 124"/>
              <a:gd name="T12" fmla="*/ 40 w 136"/>
              <a:gd name="T13" fmla="*/ 88 h 124"/>
              <a:gd name="T14" fmla="*/ 28 w 136"/>
              <a:gd name="T15" fmla="*/ 99 h 124"/>
              <a:gd name="T16" fmla="*/ 8 w 136"/>
              <a:gd name="T17" fmla="*/ 118 h 124"/>
              <a:gd name="T18" fmla="*/ 0 w 136"/>
              <a:gd name="T19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6" h="124">
                <a:moveTo>
                  <a:pt x="136" y="0"/>
                </a:moveTo>
                <a:lnTo>
                  <a:pt x="124" y="11"/>
                </a:lnTo>
                <a:moveTo>
                  <a:pt x="104" y="30"/>
                </a:moveTo>
                <a:lnTo>
                  <a:pt x="92" y="41"/>
                </a:lnTo>
                <a:moveTo>
                  <a:pt x="72" y="59"/>
                </a:moveTo>
                <a:lnTo>
                  <a:pt x="60" y="70"/>
                </a:lnTo>
                <a:moveTo>
                  <a:pt x="40" y="88"/>
                </a:moveTo>
                <a:lnTo>
                  <a:pt x="28" y="99"/>
                </a:lnTo>
                <a:moveTo>
                  <a:pt x="8" y="118"/>
                </a:moveTo>
                <a:lnTo>
                  <a:pt x="0" y="12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Freeform 1689">
            <a:extLst>
              <a:ext uri="{FF2B5EF4-FFF2-40B4-BE49-F238E27FC236}">
                <a16:creationId xmlns:a16="http://schemas.microsoft.com/office/drawing/2014/main" id="{BC0E6E70-9EE9-A0BD-0CD8-6D89FFA26E73}"/>
              </a:ext>
            </a:extLst>
          </p:cNvPr>
          <p:cNvSpPr>
            <a:spLocks noEditPoints="1"/>
          </p:cNvSpPr>
          <p:nvPr/>
        </p:nvSpPr>
        <p:spPr bwMode="auto">
          <a:xfrm>
            <a:off x="4894263" y="568325"/>
            <a:ext cx="49213" cy="104775"/>
          </a:xfrm>
          <a:custGeom>
            <a:avLst/>
            <a:gdLst>
              <a:gd name="T0" fmla="*/ 63 w 63"/>
              <a:gd name="T1" fmla="*/ 0 h 132"/>
              <a:gd name="T2" fmla="*/ 56 w 63"/>
              <a:gd name="T3" fmla="*/ 15 h 132"/>
              <a:gd name="T4" fmla="*/ 44 w 63"/>
              <a:gd name="T5" fmla="*/ 39 h 132"/>
              <a:gd name="T6" fmla="*/ 37 w 63"/>
              <a:gd name="T7" fmla="*/ 54 h 132"/>
              <a:gd name="T8" fmla="*/ 26 w 63"/>
              <a:gd name="T9" fmla="*/ 78 h 132"/>
              <a:gd name="T10" fmla="*/ 19 w 63"/>
              <a:gd name="T11" fmla="*/ 93 h 132"/>
              <a:gd name="T12" fmla="*/ 7 w 63"/>
              <a:gd name="T13" fmla="*/ 118 h 132"/>
              <a:gd name="T14" fmla="*/ 0 w 63"/>
              <a:gd name="T15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132">
                <a:moveTo>
                  <a:pt x="63" y="0"/>
                </a:moveTo>
                <a:lnTo>
                  <a:pt x="56" y="15"/>
                </a:lnTo>
                <a:moveTo>
                  <a:pt x="44" y="39"/>
                </a:moveTo>
                <a:lnTo>
                  <a:pt x="37" y="54"/>
                </a:lnTo>
                <a:moveTo>
                  <a:pt x="26" y="78"/>
                </a:moveTo>
                <a:lnTo>
                  <a:pt x="19" y="93"/>
                </a:lnTo>
                <a:moveTo>
                  <a:pt x="7" y="118"/>
                </a:moveTo>
                <a:lnTo>
                  <a:pt x="0" y="1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Freeform 1690">
            <a:extLst>
              <a:ext uri="{FF2B5EF4-FFF2-40B4-BE49-F238E27FC236}">
                <a16:creationId xmlns:a16="http://schemas.microsoft.com/office/drawing/2014/main" id="{B538A0A3-E32E-F9D6-4001-E808E8C7A512}"/>
              </a:ext>
            </a:extLst>
          </p:cNvPr>
          <p:cNvSpPr>
            <a:spLocks noEditPoints="1"/>
          </p:cNvSpPr>
          <p:nvPr/>
        </p:nvSpPr>
        <p:spPr bwMode="auto">
          <a:xfrm>
            <a:off x="4414838" y="2576513"/>
            <a:ext cx="58738" cy="41275"/>
          </a:xfrm>
          <a:custGeom>
            <a:avLst/>
            <a:gdLst>
              <a:gd name="T0" fmla="*/ 75 w 75"/>
              <a:gd name="T1" fmla="*/ 0 h 53"/>
              <a:gd name="T2" fmla="*/ 62 w 75"/>
              <a:gd name="T3" fmla="*/ 10 h 53"/>
              <a:gd name="T4" fmla="*/ 39 w 75"/>
              <a:gd name="T5" fmla="*/ 25 h 53"/>
              <a:gd name="T6" fmla="*/ 26 w 75"/>
              <a:gd name="T7" fmla="*/ 35 h 53"/>
              <a:gd name="T8" fmla="*/ 4 w 75"/>
              <a:gd name="T9" fmla="*/ 51 h 53"/>
              <a:gd name="T10" fmla="*/ 0 w 75"/>
              <a:gd name="T1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" h="53">
                <a:moveTo>
                  <a:pt x="75" y="0"/>
                </a:moveTo>
                <a:lnTo>
                  <a:pt x="62" y="10"/>
                </a:lnTo>
                <a:moveTo>
                  <a:pt x="39" y="25"/>
                </a:moveTo>
                <a:lnTo>
                  <a:pt x="26" y="35"/>
                </a:lnTo>
                <a:moveTo>
                  <a:pt x="4" y="51"/>
                </a:moveTo>
                <a:lnTo>
                  <a:pt x="0" y="5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" name="Freeform 1691">
            <a:extLst>
              <a:ext uri="{FF2B5EF4-FFF2-40B4-BE49-F238E27FC236}">
                <a16:creationId xmlns:a16="http://schemas.microsoft.com/office/drawing/2014/main" id="{68A39663-3B04-EADA-9BE7-964041D45506}"/>
              </a:ext>
            </a:extLst>
          </p:cNvPr>
          <p:cNvSpPr>
            <a:spLocks noEditPoints="1"/>
          </p:cNvSpPr>
          <p:nvPr/>
        </p:nvSpPr>
        <p:spPr bwMode="auto">
          <a:xfrm>
            <a:off x="4129088" y="223838"/>
            <a:ext cx="31750" cy="33338"/>
          </a:xfrm>
          <a:custGeom>
            <a:avLst/>
            <a:gdLst>
              <a:gd name="T0" fmla="*/ 41 w 41"/>
              <a:gd name="T1" fmla="*/ 0 h 42"/>
              <a:gd name="T2" fmla="*/ 30 w 41"/>
              <a:gd name="T3" fmla="*/ 12 h 42"/>
              <a:gd name="T4" fmla="*/ 11 w 41"/>
              <a:gd name="T5" fmla="*/ 31 h 42"/>
              <a:gd name="T6" fmla="*/ 0 w 41"/>
              <a:gd name="T7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" h="42">
                <a:moveTo>
                  <a:pt x="41" y="0"/>
                </a:moveTo>
                <a:lnTo>
                  <a:pt x="30" y="12"/>
                </a:lnTo>
                <a:moveTo>
                  <a:pt x="11" y="31"/>
                </a:moveTo>
                <a:lnTo>
                  <a:pt x="0" y="4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" name="Freeform 1692">
            <a:extLst>
              <a:ext uri="{FF2B5EF4-FFF2-40B4-BE49-F238E27FC236}">
                <a16:creationId xmlns:a16="http://schemas.microsoft.com/office/drawing/2014/main" id="{A07D705D-27B5-99FA-D6F4-4F22D94B0BE3}"/>
              </a:ext>
            </a:extLst>
          </p:cNvPr>
          <p:cNvSpPr>
            <a:spLocks noEditPoints="1"/>
          </p:cNvSpPr>
          <p:nvPr/>
        </p:nvSpPr>
        <p:spPr bwMode="auto">
          <a:xfrm>
            <a:off x="4203700" y="1627188"/>
            <a:ext cx="71438" cy="76200"/>
          </a:xfrm>
          <a:custGeom>
            <a:avLst/>
            <a:gdLst>
              <a:gd name="T0" fmla="*/ 89 w 89"/>
              <a:gd name="T1" fmla="*/ 0 h 96"/>
              <a:gd name="T2" fmla="*/ 78 w 89"/>
              <a:gd name="T3" fmla="*/ 12 h 96"/>
              <a:gd name="T4" fmla="*/ 59 w 89"/>
              <a:gd name="T5" fmla="*/ 32 h 96"/>
              <a:gd name="T6" fmla="*/ 48 w 89"/>
              <a:gd name="T7" fmla="*/ 44 h 96"/>
              <a:gd name="T8" fmla="*/ 30 w 89"/>
              <a:gd name="T9" fmla="*/ 64 h 96"/>
              <a:gd name="T10" fmla="*/ 19 w 89"/>
              <a:gd name="T11" fmla="*/ 76 h 96"/>
              <a:gd name="T12" fmla="*/ 0 w 89"/>
              <a:gd name="T13" fmla="*/ 96 h 96"/>
              <a:gd name="T14" fmla="*/ 0 w 89"/>
              <a:gd name="T1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9" h="96">
                <a:moveTo>
                  <a:pt x="89" y="0"/>
                </a:moveTo>
                <a:lnTo>
                  <a:pt x="78" y="12"/>
                </a:lnTo>
                <a:moveTo>
                  <a:pt x="59" y="32"/>
                </a:moveTo>
                <a:lnTo>
                  <a:pt x="48" y="44"/>
                </a:lnTo>
                <a:moveTo>
                  <a:pt x="30" y="64"/>
                </a:moveTo>
                <a:lnTo>
                  <a:pt x="19" y="76"/>
                </a:lnTo>
                <a:moveTo>
                  <a:pt x="0" y="96"/>
                </a:moveTo>
                <a:lnTo>
                  <a:pt x="0" y="9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" name="Freeform 1693">
            <a:extLst>
              <a:ext uri="{FF2B5EF4-FFF2-40B4-BE49-F238E27FC236}">
                <a16:creationId xmlns:a16="http://schemas.microsoft.com/office/drawing/2014/main" id="{5912B9CF-6412-6691-1176-3950C7DA9296}"/>
              </a:ext>
            </a:extLst>
          </p:cNvPr>
          <p:cNvSpPr>
            <a:spLocks noEditPoints="1"/>
          </p:cNvSpPr>
          <p:nvPr/>
        </p:nvSpPr>
        <p:spPr bwMode="auto">
          <a:xfrm>
            <a:off x="3911600" y="2165350"/>
            <a:ext cx="31750" cy="33338"/>
          </a:xfrm>
          <a:custGeom>
            <a:avLst/>
            <a:gdLst>
              <a:gd name="T0" fmla="*/ 41 w 41"/>
              <a:gd name="T1" fmla="*/ 0 h 43"/>
              <a:gd name="T2" fmla="*/ 30 w 41"/>
              <a:gd name="T3" fmla="*/ 12 h 43"/>
              <a:gd name="T4" fmla="*/ 11 w 41"/>
              <a:gd name="T5" fmla="*/ 32 h 43"/>
              <a:gd name="T6" fmla="*/ 0 w 41"/>
              <a:gd name="T7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" h="43">
                <a:moveTo>
                  <a:pt x="41" y="0"/>
                </a:moveTo>
                <a:lnTo>
                  <a:pt x="30" y="12"/>
                </a:lnTo>
                <a:moveTo>
                  <a:pt x="11" y="32"/>
                </a:moveTo>
                <a:lnTo>
                  <a:pt x="0" y="4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" name="Freeform 1694">
            <a:extLst>
              <a:ext uri="{FF2B5EF4-FFF2-40B4-BE49-F238E27FC236}">
                <a16:creationId xmlns:a16="http://schemas.microsoft.com/office/drawing/2014/main" id="{ED665D3B-0DF8-0A4F-C340-C2E8AF70B17F}"/>
              </a:ext>
            </a:extLst>
          </p:cNvPr>
          <p:cNvSpPr>
            <a:spLocks noEditPoints="1"/>
          </p:cNvSpPr>
          <p:nvPr/>
        </p:nvSpPr>
        <p:spPr bwMode="auto">
          <a:xfrm>
            <a:off x="5084763" y="1819275"/>
            <a:ext cx="23813" cy="65088"/>
          </a:xfrm>
          <a:custGeom>
            <a:avLst/>
            <a:gdLst>
              <a:gd name="T0" fmla="*/ 30 w 30"/>
              <a:gd name="T1" fmla="*/ 0 h 82"/>
              <a:gd name="T2" fmla="*/ 24 w 30"/>
              <a:gd name="T3" fmla="*/ 15 h 82"/>
              <a:gd name="T4" fmla="*/ 15 w 30"/>
              <a:gd name="T5" fmla="*/ 41 h 82"/>
              <a:gd name="T6" fmla="*/ 10 w 30"/>
              <a:gd name="T7" fmla="*/ 56 h 82"/>
              <a:gd name="T8" fmla="*/ 0 w 30"/>
              <a:gd name="T9" fmla="*/ 81 h 82"/>
              <a:gd name="T10" fmla="*/ 0 w 30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" h="82">
                <a:moveTo>
                  <a:pt x="30" y="0"/>
                </a:moveTo>
                <a:lnTo>
                  <a:pt x="24" y="15"/>
                </a:lnTo>
                <a:moveTo>
                  <a:pt x="15" y="41"/>
                </a:moveTo>
                <a:lnTo>
                  <a:pt x="10" y="56"/>
                </a:lnTo>
                <a:moveTo>
                  <a:pt x="0" y="81"/>
                </a:moveTo>
                <a:lnTo>
                  <a:pt x="0" y="8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" name="Freeform 1695">
            <a:extLst>
              <a:ext uri="{FF2B5EF4-FFF2-40B4-BE49-F238E27FC236}">
                <a16:creationId xmlns:a16="http://schemas.microsoft.com/office/drawing/2014/main" id="{4878C7EA-8E1B-3CB4-0203-C0CEAD35F8D9}"/>
              </a:ext>
            </a:extLst>
          </p:cNvPr>
          <p:cNvSpPr>
            <a:spLocks noEditPoints="1"/>
          </p:cNvSpPr>
          <p:nvPr/>
        </p:nvSpPr>
        <p:spPr bwMode="auto">
          <a:xfrm>
            <a:off x="4870450" y="846138"/>
            <a:ext cx="0" cy="82550"/>
          </a:xfrm>
          <a:custGeom>
            <a:avLst/>
            <a:gdLst>
              <a:gd name="T0" fmla="*/ 0 h 104"/>
              <a:gd name="T1" fmla="*/ 17 h 104"/>
              <a:gd name="T2" fmla="*/ 44 h 104"/>
              <a:gd name="T3" fmla="*/ 60 h 104"/>
              <a:gd name="T4" fmla="*/ 87 h 104"/>
              <a:gd name="T5" fmla="*/ 104 h 104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104">
                <a:moveTo>
                  <a:pt x="0" y="0"/>
                </a:moveTo>
                <a:lnTo>
                  <a:pt x="0" y="17"/>
                </a:lnTo>
                <a:moveTo>
                  <a:pt x="0" y="44"/>
                </a:moveTo>
                <a:lnTo>
                  <a:pt x="0" y="60"/>
                </a:lnTo>
                <a:moveTo>
                  <a:pt x="0" y="87"/>
                </a:moveTo>
                <a:lnTo>
                  <a:pt x="0" y="10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Freeform 1696">
            <a:extLst>
              <a:ext uri="{FF2B5EF4-FFF2-40B4-BE49-F238E27FC236}">
                <a16:creationId xmlns:a16="http://schemas.microsoft.com/office/drawing/2014/main" id="{B1D98E11-0520-2776-D440-64D2E8EF04B0}"/>
              </a:ext>
            </a:extLst>
          </p:cNvPr>
          <p:cNvSpPr>
            <a:spLocks noEditPoints="1"/>
          </p:cNvSpPr>
          <p:nvPr/>
        </p:nvSpPr>
        <p:spPr bwMode="auto">
          <a:xfrm>
            <a:off x="5043488" y="1023938"/>
            <a:ext cx="38100" cy="73025"/>
          </a:xfrm>
          <a:custGeom>
            <a:avLst/>
            <a:gdLst>
              <a:gd name="T0" fmla="*/ 48 w 48"/>
              <a:gd name="T1" fmla="*/ 0 h 92"/>
              <a:gd name="T2" fmla="*/ 40 w 48"/>
              <a:gd name="T3" fmla="*/ 14 h 92"/>
              <a:gd name="T4" fmla="*/ 28 w 48"/>
              <a:gd name="T5" fmla="*/ 38 h 92"/>
              <a:gd name="T6" fmla="*/ 20 w 48"/>
              <a:gd name="T7" fmla="*/ 53 h 92"/>
              <a:gd name="T8" fmla="*/ 8 w 48"/>
              <a:gd name="T9" fmla="*/ 77 h 92"/>
              <a:gd name="T10" fmla="*/ 0 w 48"/>
              <a:gd name="T11" fmla="*/ 9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" h="92">
                <a:moveTo>
                  <a:pt x="48" y="0"/>
                </a:moveTo>
                <a:lnTo>
                  <a:pt x="40" y="14"/>
                </a:lnTo>
                <a:moveTo>
                  <a:pt x="28" y="38"/>
                </a:moveTo>
                <a:lnTo>
                  <a:pt x="20" y="53"/>
                </a:lnTo>
                <a:moveTo>
                  <a:pt x="8" y="77"/>
                </a:moveTo>
                <a:lnTo>
                  <a:pt x="0" y="9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Freeform 1697">
            <a:extLst>
              <a:ext uri="{FF2B5EF4-FFF2-40B4-BE49-F238E27FC236}">
                <a16:creationId xmlns:a16="http://schemas.microsoft.com/office/drawing/2014/main" id="{FDD38307-F574-9DDA-7BA5-FE4B746B9863}"/>
              </a:ext>
            </a:extLst>
          </p:cNvPr>
          <p:cNvSpPr>
            <a:spLocks noEditPoints="1"/>
          </p:cNvSpPr>
          <p:nvPr/>
        </p:nvSpPr>
        <p:spPr bwMode="auto">
          <a:xfrm>
            <a:off x="4579938" y="2293938"/>
            <a:ext cx="115888" cy="146050"/>
          </a:xfrm>
          <a:custGeom>
            <a:avLst/>
            <a:gdLst>
              <a:gd name="T0" fmla="*/ 145 w 145"/>
              <a:gd name="T1" fmla="*/ 0 h 184"/>
              <a:gd name="T2" fmla="*/ 135 w 145"/>
              <a:gd name="T3" fmla="*/ 13 h 184"/>
              <a:gd name="T4" fmla="*/ 118 w 145"/>
              <a:gd name="T5" fmla="*/ 34 h 184"/>
              <a:gd name="T6" fmla="*/ 108 w 145"/>
              <a:gd name="T7" fmla="*/ 47 h 184"/>
              <a:gd name="T8" fmla="*/ 91 w 145"/>
              <a:gd name="T9" fmla="*/ 68 h 184"/>
              <a:gd name="T10" fmla="*/ 81 w 145"/>
              <a:gd name="T11" fmla="*/ 81 h 184"/>
              <a:gd name="T12" fmla="*/ 64 w 145"/>
              <a:gd name="T13" fmla="*/ 103 h 184"/>
              <a:gd name="T14" fmla="*/ 54 w 145"/>
              <a:gd name="T15" fmla="*/ 115 h 184"/>
              <a:gd name="T16" fmla="*/ 37 w 145"/>
              <a:gd name="T17" fmla="*/ 137 h 184"/>
              <a:gd name="T18" fmla="*/ 27 w 145"/>
              <a:gd name="T19" fmla="*/ 150 h 184"/>
              <a:gd name="T20" fmla="*/ 11 w 145"/>
              <a:gd name="T21" fmla="*/ 171 h 184"/>
              <a:gd name="T22" fmla="*/ 0 w 145"/>
              <a:gd name="T23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5" h="184">
                <a:moveTo>
                  <a:pt x="145" y="0"/>
                </a:moveTo>
                <a:lnTo>
                  <a:pt x="135" y="13"/>
                </a:lnTo>
                <a:moveTo>
                  <a:pt x="118" y="34"/>
                </a:moveTo>
                <a:lnTo>
                  <a:pt x="108" y="47"/>
                </a:lnTo>
                <a:moveTo>
                  <a:pt x="91" y="68"/>
                </a:moveTo>
                <a:lnTo>
                  <a:pt x="81" y="81"/>
                </a:lnTo>
                <a:moveTo>
                  <a:pt x="64" y="103"/>
                </a:moveTo>
                <a:lnTo>
                  <a:pt x="54" y="115"/>
                </a:lnTo>
                <a:moveTo>
                  <a:pt x="37" y="137"/>
                </a:moveTo>
                <a:lnTo>
                  <a:pt x="27" y="150"/>
                </a:lnTo>
                <a:moveTo>
                  <a:pt x="11" y="171"/>
                </a:moveTo>
                <a:lnTo>
                  <a:pt x="0" y="1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" name="Freeform 1698">
            <a:extLst>
              <a:ext uri="{FF2B5EF4-FFF2-40B4-BE49-F238E27FC236}">
                <a16:creationId xmlns:a16="http://schemas.microsoft.com/office/drawing/2014/main" id="{C1E6191F-B435-7E37-49A9-CF145EC0C1AF}"/>
              </a:ext>
            </a:extLst>
          </p:cNvPr>
          <p:cNvSpPr>
            <a:spLocks noEditPoints="1"/>
          </p:cNvSpPr>
          <p:nvPr/>
        </p:nvSpPr>
        <p:spPr bwMode="auto">
          <a:xfrm>
            <a:off x="4140200" y="519113"/>
            <a:ext cx="53975" cy="63500"/>
          </a:xfrm>
          <a:custGeom>
            <a:avLst/>
            <a:gdLst>
              <a:gd name="T0" fmla="*/ 67 w 67"/>
              <a:gd name="T1" fmla="*/ 0 h 79"/>
              <a:gd name="T2" fmla="*/ 57 w 67"/>
              <a:gd name="T3" fmla="*/ 13 h 79"/>
              <a:gd name="T4" fmla="*/ 39 w 67"/>
              <a:gd name="T5" fmla="*/ 33 h 79"/>
              <a:gd name="T6" fmla="*/ 29 w 67"/>
              <a:gd name="T7" fmla="*/ 46 h 79"/>
              <a:gd name="T8" fmla="*/ 11 w 67"/>
              <a:gd name="T9" fmla="*/ 67 h 79"/>
              <a:gd name="T10" fmla="*/ 0 w 67"/>
              <a:gd name="T11" fmla="*/ 7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" h="79">
                <a:moveTo>
                  <a:pt x="67" y="0"/>
                </a:moveTo>
                <a:lnTo>
                  <a:pt x="57" y="13"/>
                </a:lnTo>
                <a:moveTo>
                  <a:pt x="39" y="33"/>
                </a:moveTo>
                <a:lnTo>
                  <a:pt x="29" y="46"/>
                </a:lnTo>
                <a:moveTo>
                  <a:pt x="11" y="67"/>
                </a:moveTo>
                <a:lnTo>
                  <a:pt x="0" y="7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Freeform 1699">
            <a:extLst>
              <a:ext uri="{FF2B5EF4-FFF2-40B4-BE49-F238E27FC236}">
                <a16:creationId xmlns:a16="http://schemas.microsoft.com/office/drawing/2014/main" id="{F16E8375-1FFF-97B9-0ED3-DFDC23FE95AB}"/>
              </a:ext>
            </a:extLst>
          </p:cNvPr>
          <p:cNvSpPr>
            <a:spLocks noEditPoints="1"/>
          </p:cNvSpPr>
          <p:nvPr/>
        </p:nvSpPr>
        <p:spPr bwMode="auto">
          <a:xfrm>
            <a:off x="4249738" y="2860675"/>
            <a:ext cx="50800" cy="104775"/>
          </a:xfrm>
          <a:custGeom>
            <a:avLst/>
            <a:gdLst>
              <a:gd name="T0" fmla="*/ 64 w 64"/>
              <a:gd name="T1" fmla="*/ 0 h 133"/>
              <a:gd name="T2" fmla="*/ 57 w 64"/>
              <a:gd name="T3" fmla="*/ 15 h 133"/>
              <a:gd name="T4" fmla="*/ 45 w 64"/>
              <a:gd name="T5" fmla="*/ 39 h 133"/>
              <a:gd name="T6" fmla="*/ 38 w 64"/>
              <a:gd name="T7" fmla="*/ 54 h 133"/>
              <a:gd name="T8" fmla="*/ 26 w 64"/>
              <a:gd name="T9" fmla="*/ 79 h 133"/>
              <a:gd name="T10" fmla="*/ 19 w 64"/>
              <a:gd name="T11" fmla="*/ 93 h 133"/>
              <a:gd name="T12" fmla="*/ 7 w 64"/>
              <a:gd name="T13" fmla="*/ 118 h 133"/>
              <a:gd name="T14" fmla="*/ 0 w 64"/>
              <a:gd name="T15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" h="133">
                <a:moveTo>
                  <a:pt x="64" y="0"/>
                </a:moveTo>
                <a:lnTo>
                  <a:pt x="57" y="15"/>
                </a:lnTo>
                <a:moveTo>
                  <a:pt x="45" y="39"/>
                </a:moveTo>
                <a:lnTo>
                  <a:pt x="38" y="54"/>
                </a:lnTo>
                <a:moveTo>
                  <a:pt x="26" y="79"/>
                </a:moveTo>
                <a:lnTo>
                  <a:pt x="19" y="93"/>
                </a:lnTo>
                <a:moveTo>
                  <a:pt x="7" y="118"/>
                </a:moveTo>
                <a:lnTo>
                  <a:pt x="0" y="13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" name="Freeform 1700">
            <a:extLst>
              <a:ext uri="{FF2B5EF4-FFF2-40B4-BE49-F238E27FC236}">
                <a16:creationId xmlns:a16="http://schemas.microsoft.com/office/drawing/2014/main" id="{ECA5D647-384C-E675-8DA4-10C47C67B6C0}"/>
              </a:ext>
            </a:extLst>
          </p:cNvPr>
          <p:cNvSpPr>
            <a:spLocks noEditPoints="1"/>
          </p:cNvSpPr>
          <p:nvPr/>
        </p:nvSpPr>
        <p:spPr bwMode="auto">
          <a:xfrm>
            <a:off x="5513388" y="2736850"/>
            <a:ext cx="30163" cy="76200"/>
          </a:xfrm>
          <a:custGeom>
            <a:avLst/>
            <a:gdLst>
              <a:gd name="T0" fmla="*/ 37 w 37"/>
              <a:gd name="T1" fmla="*/ 0 h 96"/>
              <a:gd name="T2" fmla="*/ 32 w 37"/>
              <a:gd name="T3" fmla="*/ 15 h 96"/>
              <a:gd name="T4" fmla="*/ 22 w 37"/>
              <a:gd name="T5" fmla="*/ 40 h 96"/>
              <a:gd name="T6" fmla="*/ 16 w 37"/>
              <a:gd name="T7" fmla="*/ 56 h 96"/>
              <a:gd name="T8" fmla="*/ 6 w 37"/>
              <a:gd name="T9" fmla="*/ 81 h 96"/>
              <a:gd name="T10" fmla="*/ 0 w 37"/>
              <a:gd name="T1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" h="96">
                <a:moveTo>
                  <a:pt x="37" y="0"/>
                </a:moveTo>
                <a:lnTo>
                  <a:pt x="32" y="15"/>
                </a:lnTo>
                <a:moveTo>
                  <a:pt x="22" y="40"/>
                </a:moveTo>
                <a:lnTo>
                  <a:pt x="16" y="56"/>
                </a:lnTo>
                <a:moveTo>
                  <a:pt x="6" y="81"/>
                </a:moveTo>
                <a:lnTo>
                  <a:pt x="0" y="9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Freeform 1701">
            <a:extLst>
              <a:ext uri="{FF2B5EF4-FFF2-40B4-BE49-F238E27FC236}">
                <a16:creationId xmlns:a16="http://schemas.microsoft.com/office/drawing/2014/main" id="{36347F94-5720-7B58-7BE5-C56CED4F810F}"/>
              </a:ext>
            </a:extLst>
          </p:cNvPr>
          <p:cNvSpPr>
            <a:spLocks noEditPoints="1"/>
          </p:cNvSpPr>
          <p:nvPr/>
        </p:nvSpPr>
        <p:spPr bwMode="auto">
          <a:xfrm>
            <a:off x="5216525" y="314325"/>
            <a:ext cx="52388" cy="63500"/>
          </a:xfrm>
          <a:custGeom>
            <a:avLst/>
            <a:gdLst>
              <a:gd name="T0" fmla="*/ 67 w 67"/>
              <a:gd name="T1" fmla="*/ 0 h 79"/>
              <a:gd name="T2" fmla="*/ 56 w 67"/>
              <a:gd name="T3" fmla="*/ 12 h 79"/>
              <a:gd name="T4" fmla="*/ 38 w 67"/>
              <a:gd name="T5" fmla="*/ 33 h 79"/>
              <a:gd name="T6" fmla="*/ 28 w 67"/>
              <a:gd name="T7" fmla="*/ 45 h 79"/>
              <a:gd name="T8" fmla="*/ 10 w 67"/>
              <a:gd name="T9" fmla="*/ 66 h 79"/>
              <a:gd name="T10" fmla="*/ 0 w 67"/>
              <a:gd name="T11" fmla="*/ 7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" h="79">
                <a:moveTo>
                  <a:pt x="67" y="0"/>
                </a:moveTo>
                <a:lnTo>
                  <a:pt x="56" y="12"/>
                </a:lnTo>
                <a:moveTo>
                  <a:pt x="38" y="33"/>
                </a:moveTo>
                <a:lnTo>
                  <a:pt x="28" y="45"/>
                </a:lnTo>
                <a:moveTo>
                  <a:pt x="10" y="66"/>
                </a:moveTo>
                <a:lnTo>
                  <a:pt x="0" y="7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" name="Freeform 1702">
            <a:extLst>
              <a:ext uri="{FF2B5EF4-FFF2-40B4-BE49-F238E27FC236}">
                <a16:creationId xmlns:a16="http://schemas.microsoft.com/office/drawing/2014/main" id="{1741B023-5D4E-FE44-6D35-42E5E6107A1E}"/>
              </a:ext>
            </a:extLst>
          </p:cNvPr>
          <p:cNvSpPr>
            <a:spLocks noEditPoints="1"/>
          </p:cNvSpPr>
          <p:nvPr/>
        </p:nvSpPr>
        <p:spPr bwMode="auto">
          <a:xfrm>
            <a:off x="4721225" y="2533650"/>
            <a:ext cx="39688" cy="25400"/>
          </a:xfrm>
          <a:custGeom>
            <a:avLst/>
            <a:gdLst>
              <a:gd name="T0" fmla="*/ 50 w 50"/>
              <a:gd name="T1" fmla="*/ 0 h 32"/>
              <a:gd name="T2" fmla="*/ 36 w 50"/>
              <a:gd name="T3" fmla="*/ 8 h 32"/>
              <a:gd name="T4" fmla="*/ 13 w 50"/>
              <a:gd name="T5" fmla="*/ 23 h 32"/>
              <a:gd name="T6" fmla="*/ 0 w 50"/>
              <a:gd name="T7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32">
                <a:moveTo>
                  <a:pt x="50" y="0"/>
                </a:moveTo>
                <a:lnTo>
                  <a:pt x="36" y="8"/>
                </a:lnTo>
                <a:moveTo>
                  <a:pt x="13" y="23"/>
                </a:moveTo>
                <a:lnTo>
                  <a:pt x="0" y="3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" name="Freeform 1703">
            <a:extLst>
              <a:ext uri="{FF2B5EF4-FFF2-40B4-BE49-F238E27FC236}">
                <a16:creationId xmlns:a16="http://schemas.microsoft.com/office/drawing/2014/main" id="{65591183-543C-528F-BFB6-D2C4F0F13633}"/>
              </a:ext>
            </a:extLst>
          </p:cNvPr>
          <p:cNvSpPr>
            <a:spLocks noEditPoints="1"/>
          </p:cNvSpPr>
          <p:nvPr/>
        </p:nvSpPr>
        <p:spPr bwMode="auto">
          <a:xfrm>
            <a:off x="4319588" y="906463"/>
            <a:ext cx="65088" cy="96838"/>
          </a:xfrm>
          <a:custGeom>
            <a:avLst/>
            <a:gdLst>
              <a:gd name="T0" fmla="*/ 83 w 83"/>
              <a:gd name="T1" fmla="*/ 0 h 121"/>
              <a:gd name="T2" fmla="*/ 74 w 83"/>
              <a:gd name="T3" fmla="*/ 14 h 121"/>
              <a:gd name="T4" fmla="*/ 59 w 83"/>
              <a:gd name="T5" fmla="*/ 36 h 121"/>
              <a:gd name="T6" fmla="*/ 49 w 83"/>
              <a:gd name="T7" fmla="*/ 50 h 121"/>
              <a:gd name="T8" fmla="*/ 34 w 83"/>
              <a:gd name="T9" fmla="*/ 72 h 121"/>
              <a:gd name="T10" fmla="*/ 25 w 83"/>
              <a:gd name="T11" fmla="*/ 85 h 121"/>
              <a:gd name="T12" fmla="*/ 9 w 83"/>
              <a:gd name="T13" fmla="*/ 108 h 121"/>
              <a:gd name="T14" fmla="*/ 0 w 83"/>
              <a:gd name="T15" fmla="*/ 121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121">
                <a:moveTo>
                  <a:pt x="83" y="0"/>
                </a:moveTo>
                <a:lnTo>
                  <a:pt x="74" y="14"/>
                </a:lnTo>
                <a:moveTo>
                  <a:pt x="59" y="36"/>
                </a:moveTo>
                <a:lnTo>
                  <a:pt x="49" y="50"/>
                </a:lnTo>
                <a:moveTo>
                  <a:pt x="34" y="72"/>
                </a:moveTo>
                <a:lnTo>
                  <a:pt x="25" y="85"/>
                </a:lnTo>
                <a:moveTo>
                  <a:pt x="9" y="108"/>
                </a:moveTo>
                <a:lnTo>
                  <a:pt x="0" y="12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" name="Freeform 1704">
            <a:extLst>
              <a:ext uri="{FF2B5EF4-FFF2-40B4-BE49-F238E27FC236}">
                <a16:creationId xmlns:a16="http://schemas.microsoft.com/office/drawing/2014/main" id="{C8C32263-DB2F-E70F-93C4-1D4E5E4BFC3B}"/>
              </a:ext>
            </a:extLst>
          </p:cNvPr>
          <p:cNvSpPr>
            <a:spLocks noEditPoints="1"/>
          </p:cNvSpPr>
          <p:nvPr/>
        </p:nvSpPr>
        <p:spPr bwMode="auto">
          <a:xfrm>
            <a:off x="4803775" y="1476375"/>
            <a:ext cx="42863" cy="68263"/>
          </a:xfrm>
          <a:custGeom>
            <a:avLst/>
            <a:gdLst>
              <a:gd name="T0" fmla="*/ 55 w 55"/>
              <a:gd name="T1" fmla="*/ 0 h 87"/>
              <a:gd name="T2" fmla="*/ 46 w 55"/>
              <a:gd name="T3" fmla="*/ 13 h 87"/>
              <a:gd name="T4" fmla="*/ 32 w 55"/>
              <a:gd name="T5" fmla="*/ 37 h 87"/>
              <a:gd name="T6" fmla="*/ 23 w 55"/>
              <a:gd name="T7" fmla="*/ 50 h 87"/>
              <a:gd name="T8" fmla="*/ 9 w 55"/>
              <a:gd name="T9" fmla="*/ 73 h 87"/>
              <a:gd name="T10" fmla="*/ 0 w 55"/>
              <a:gd name="T11" fmla="*/ 8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5" h="87">
                <a:moveTo>
                  <a:pt x="55" y="0"/>
                </a:moveTo>
                <a:lnTo>
                  <a:pt x="46" y="13"/>
                </a:lnTo>
                <a:moveTo>
                  <a:pt x="32" y="37"/>
                </a:moveTo>
                <a:lnTo>
                  <a:pt x="23" y="50"/>
                </a:lnTo>
                <a:moveTo>
                  <a:pt x="9" y="73"/>
                </a:moveTo>
                <a:lnTo>
                  <a:pt x="0" y="8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" name="Freeform 1705">
            <a:extLst>
              <a:ext uri="{FF2B5EF4-FFF2-40B4-BE49-F238E27FC236}">
                <a16:creationId xmlns:a16="http://schemas.microsoft.com/office/drawing/2014/main" id="{1DFBE853-BAF8-E4C9-3AAF-491FB4E19EEF}"/>
              </a:ext>
            </a:extLst>
          </p:cNvPr>
          <p:cNvSpPr>
            <a:spLocks noEditPoints="1"/>
          </p:cNvSpPr>
          <p:nvPr/>
        </p:nvSpPr>
        <p:spPr bwMode="auto">
          <a:xfrm>
            <a:off x="3905250" y="358775"/>
            <a:ext cx="20638" cy="39688"/>
          </a:xfrm>
          <a:custGeom>
            <a:avLst/>
            <a:gdLst>
              <a:gd name="T0" fmla="*/ 25 w 25"/>
              <a:gd name="T1" fmla="*/ 0 h 51"/>
              <a:gd name="T2" fmla="*/ 18 w 25"/>
              <a:gd name="T3" fmla="*/ 15 h 51"/>
              <a:gd name="T4" fmla="*/ 6 w 25"/>
              <a:gd name="T5" fmla="*/ 39 h 51"/>
              <a:gd name="T6" fmla="*/ 0 w 25"/>
              <a:gd name="T7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" h="51">
                <a:moveTo>
                  <a:pt x="25" y="0"/>
                </a:moveTo>
                <a:lnTo>
                  <a:pt x="18" y="15"/>
                </a:lnTo>
                <a:moveTo>
                  <a:pt x="6" y="39"/>
                </a:moveTo>
                <a:lnTo>
                  <a:pt x="0" y="5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" name="Freeform 1706">
            <a:extLst>
              <a:ext uri="{FF2B5EF4-FFF2-40B4-BE49-F238E27FC236}">
                <a16:creationId xmlns:a16="http://schemas.microsoft.com/office/drawing/2014/main" id="{B19DFC94-E098-68A1-AB5C-088E87F0429A}"/>
              </a:ext>
            </a:extLst>
          </p:cNvPr>
          <p:cNvSpPr>
            <a:spLocks noEditPoints="1"/>
          </p:cNvSpPr>
          <p:nvPr/>
        </p:nvSpPr>
        <p:spPr bwMode="auto">
          <a:xfrm>
            <a:off x="3948113" y="2781300"/>
            <a:ext cx="39688" cy="73025"/>
          </a:xfrm>
          <a:custGeom>
            <a:avLst/>
            <a:gdLst>
              <a:gd name="T0" fmla="*/ 50 w 50"/>
              <a:gd name="T1" fmla="*/ 0 h 91"/>
              <a:gd name="T2" fmla="*/ 42 w 50"/>
              <a:gd name="T3" fmla="*/ 15 h 91"/>
              <a:gd name="T4" fmla="*/ 29 w 50"/>
              <a:gd name="T5" fmla="*/ 39 h 91"/>
              <a:gd name="T6" fmla="*/ 21 w 50"/>
              <a:gd name="T7" fmla="*/ 53 h 91"/>
              <a:gd name="T8" fmla="*/ 8 w 50"/>
              <a:gd name="T9" fmla="*/ 77 h 91"/>
              <a:gd name="T10" fmla="*/ 0 w 50"/>
              <a:gd name="T11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" h="91">
                <a:moveTo>
                  <a:pt x="50" y="0"/>
                </a:moveTo>
                <a:lnTo>
                  <a:pt x="42" y="15"/>
                </a:lnTo>
                <a:moveTo>
                  <a:pt x="29" y="39"/>
                </a:moveTo>
                <a:lnTo>
                  <a:pt x="21" y="53"/>
                </a:lnTo>
                <a:moveTo>
                  <a:pt x="8" y="77"/>
                </a:moveTo>
                <a:lnTo>
                  <a:pt x="0" y="9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" name="Freeform 1707">
            <a:extLst>
              <a:ext uri="{FF2B5EF4-FFF2-40B4-BE49-F238E27FC236}">
                <a16:creationId xmlns:a16="http://schemas.microsoft.com/office/drawing/2014/main" id="{2EB44BB1-C68B-6604-6219-EA39C190EE1D}"/>
              </a:ext>
            </a:extLst>
          </p:cNvPr>
          <p:cNvSpPr>
            <a:spLocks noEditPoints="1"/>
          </p:cNvSpPr>
          <p:nvPr/>
        </p:nvSpPr>
        <p:spPr bwMode="auto">
          <a:xfrm>
            <a:off x="4556125" y="571500"/>
            <a:ext cx="14288" cy="80963"/>
          </a:xfrm>
          <a:custGeom>
            <a:avLst/>
            <a:gdLst>
              <a:gd name="T0" fmla="*/ 17 w 17"/>
              <a:gd name="T1" fmla="*/ 0 h 102"/>
              <a:gd name="T2" fmla="*/ 14 w 17"/>
              <a:gd name="T3" fmla="*/ 17 h 102"/>
              <a:gd name="T4" fmla="*/ 10 w 17"/>
              <a:gd name="T5" fmla="*/ 43 h 102"/>
              <a:gd name="T6" fmla="*/ 7 w 17"/>
              <a:gd name="T7" fmla="*/ 59 h 102"/>
              <a:gd name="T8" fmla="*/ 3 w 17"/>
              <a:gd name="T9" fmla="*/ 86 h 102"/>
              <a:gd name="T10" fmla="*/ 0 w 17"/>
              <a:gd name="T11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" h="102">
                <a:moveTo>
                  <a:pt x="17" y="0"/>
                </a:moveTo>
                <a:lnTo>
                  <a:pt x="14" y="17"/>
                </a:lnTo>
                <a:moveTo>
                  <a:pt x="10" y="43"/>
                </a:moveTo>
                <a:lnTo>
                  <a:pt x="7" y="59"/>
                </a:lnTo>
                <a:moveTo>
                  <a:pt x="3" y="86"/>
                </a:moveTo>
                <a:lnTo>
                  <a:pt x="0" y="10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" name="Freeform 1708">
            <a:extLst>
              <a:ext uri="{FF2B5EF4-FFF2-40B4-BE49-F238E27FC236}">
                <a16:creationId xmlns:a16="http://schemas.microsoft.com/office/drawing/2014/main" id="{1C055B19-46B8-652E-5F1C-D18159E6E835}"/>
              </a:ext>
            </a:extLst>
          </p:cNvPr>
          <p:cNvSpPr>
            <a:spLocks noEditPoints="1"/>
          </p:cNvSpPr>
          <p:nvPr/>
        </p:nvSpPr>
        <p:spPr bwMode="auto">
          <a:xfrm>
            <a:off x="4048125" y="3321050"/>
            <a:ext cx="31750" cy="69850"/>
          </a:xfrm>
          <a:custGeom>
            <a:avLst/>
            <a:gdLst>
              <a:gd name="T0" fmla="*/ 41 w 41"/>
              <a:gd name="T1" fmla="*/ 0 h 87"/>
              <a:gd name="T2" fmla="*/ 34 w 41"/>
              <a:gd name="T3" fmla="*/ 14 h 87"/>
              <a:gd name="T4" fmla="*/ 22 w 41"/>
              <a:gd name="T5" fmla="*/ 39 h 87"/>
              <a:gd name="T6" fmla="*/ 16 w 41"/>
              <a:gd name="T7" fmla="*/ 54 h 87"/>
              <a:gd name="T8" fmla="*/ 4 w 41"/>
              <a:gd name="T9" fmla="*/ 78 h 87"/>
              <a:gd name="T10" fmla="*/ 0 w 41"/>
              <a:gd name="T11" fmla="*/ 8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87">
                <a:moveTo>
                  <a:pt x="41" y="0"/>
                </a:moveTo>
                <a:lnTo>
                  <a:pt x="34" y="14"/>
                </a:lnTo>
                <a:moveTo>
                  <a:pt x="22" y="39"/>
                </a:moveTo>
                <a:lnTo>
                  <a:pt x="16" y="54"/>
                </a:lnTo>
                <a:moveTo>
                  <a:pt x="4" y="78"/>
                </a:moveTo>
                <a:lnTo>
                  <a:pt x="0" y="8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" name="Freeform 1709">
            <a:extLst>
              <a:ext uri="{FF2B5EF4-FFF2-40B4-BE49-F238E27FC236}">
                <a16:creationId xmlns:a16="http://schemas.microsoft.com/office/drawing/2014/main" id="{A0EA22D5-5FDC-13F9-4EAD-48F99B79F226}"/>
              </a:ext>
            </a:extLst>
          </p:cNvPr>
          <p:cNvSpPr>
            <a:spLocks noEditPoints="1"/>
          </p:cNvSpPr>
          <p:nvPr/>
        </p:nvSpPr>
        <p:spPr bwMode="auto">
          <a:xfrm>
            <a:off x="5492750" y="1800225"/>
            <a:ext cx="88900" cy="76200"/>
          </a:xfrm>
          <a:custGeom>
            <a:avLst/>
            <a:gdLst>
              <a:gd name="T0" fmla="*/ 112 w 112"/>
              <a:gd name="T1" fmla="*/ 0 h 95"/>
              <a:gd name="T2" fmla="*/ 100 w 112"/>
              <a:gd name="T3" fmla="*/ 10 h 95"/>
              <a:gd name="T4" fmla="*/ 79 w 112"/>
              <a:gd name="T5" fmla="*/ 28 h 95"/>
              <a:gd name="T6" fmla="*/ 66 w 112"/>
              <a:gd name="T7" fmla="*/ 39 h 95"/>
              <a:gd name="T8" fmla="*/ 46 w 112"/>
              <a:gd name="T9" fmla="*/ 56 h 95"/>
              <a:gd name="T10" fmla="*/ 33 w 112"/>
              <a:gd name="T11" fmla="*/ 67 h 95"/>
              <a:gd name="T12" fmla="*/ 13 w 112"/>
              <a:gd name="T13" fmla="*/ 84 h 95"/>
              <a:gd name="T14" fmla="*/ 0 w 112"/>
              <a:gd name="T15" fmla="*/ 95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2" h="95">
                <a:moveTo>
                  <a:pt x="112" y="0"/>
                </a:moveTo>
                <a:lnTo>
                  <a:pt x="100" y="10"/>
                </a:lnTo>
                <a:moveTo>
                  <a:pt x="79" y="28"/>
                </a:moveTo>
                <a:lnTo>
                  <a:pt x="66" y="39"/>
                </a:lnTo>
                <a:moveTo>
                  <a:pt x="46" y="56"/>
                </a:moveTo>
                <a:lnTo>
                  <a:pt x="33" y="67"/>
                </a:lnTo>
                <a:moveTo>
                  <a:pt x="13" y="84"/>
                </a:moveTo>
                <a:lnTo>
                  <a:pt x="0" y="95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" name="Freeform 1710">
            <a:extLst>
              <a:ext uri="{FF2B5EF4-FFF2-40B4-BE49-F238E27FC236}">
                <a16:creationId xmlns:a16="http://schemas.microsoft.com/office/drawing/2014/main" id="{AB2211E0-741D-E168-D131-3CD589A6B739}"/>
              </a:ext>
            </a:extLst>
          </p:cNvPr>
          <p:cNvSpPr>
            <a:spLocks noEditPoints="1"/>
          </p:cNvSpPr>
          <p:nvPr/>
        </p:nvSpPr>
        <p:spPr bwMode="auto">
          <a:xfrm>
            <a:off x="4149725" y="2855913"/>
            <a:ext cx="25400" cy="39688"/>
          </a:xfrm>
          <a:custGeom>
            <a:avLst/>
            <a:gdLst>
              <a:gd name="T0" fmla="*/ 32 w 32"/>
              <a:gd name="T1" fmla="*/ 0 h 51"/>
              <a:gd name="T2" fmla="*/ 23 w 32"/>
              <a:gd name="T3" fmla="*/ 14 h 51"/>
              <a:gd name="T4" fmla="*/ 9 w 32"/>
              <a:gd name="T5" fmla="*/ 37 h 51"/>
              <a:gd name="T6" fmla="*/ 0 w 32"/>
              <a:gd name="T7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" h="51">
                <a:moveTo>
                  <a:pt x="32" y="0"/>
                </a:moveTo>
                <a:lnTo>
                  <a:pt x="23" y="14"/>
                </a:lnTo>
                <a:moveTo>
                  <a:pt x="9" y="37"/>
                </a:moveTo>
                <a:lnTo>
                  <a:pt x="0" y="5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Freeform 1711">
            <a:extLst>
              <a:ext uri="{FF2B5EF4-FFF2-40B4-BE49-F238E27FC236}">
                <a16:creationId xmlns:a16="http://schemas.microsoft.com/office/drawing/2014/main" id="{7CCC28C2-E06C-8188-3DC6-8DCC2E86509A}"/>
              </a:ext>
            </a:extLst>
          </p:cNvPr>
          <p:cNvSpPr>
            <a:spLocks noEditPoints="1"/>
          </p:cNvSpPr>
          <p:nvPr/>
        </p:nvSpPr>
        <p:spPr bwMode="auto">
          <a:xfrm>
            <a:off x="4191000" y="2051050"/>
            <a:ext cx="36513" cy="180975"/>
          </a:xfrm>
          <a:custGeom>
            <a:avLst/>
            <a:gdLst>
              <a:gd name="T0" fmla="*/ 46 w 46"/>
              <a:gd name="T1" fmla="*/ 0 h 229"/>
              <a:gd name="T2" fmla="*/ 43 w 46"/>
              <a:gd name="T3" fmla="*/ 16 h 229"/>
              <a:gd name="T4" fmla="*/ 37 w 46"/>
              <a:gd name="T5" fmla="*/ 43 h 229"/>
              <a:gd name="T6" fmla="*/ 34 w 46"/>
              <a:gd name="T7" fmla="*/ 59 h 229"/>
              <a:gd name="T8" fmla="*/ 29 w 46"/>
              <a:gd name="T9" fmla="*/ 85 h 229"/>
              <a:gd name="T10" fmla="*/ 26 w 46"/>
              <a:gd name="T11" fmla="*/ 101 h 229"/>
              <a:gd name="T12" fmla="*/ 20 w 46"/>
              <a:gd name="T13" fmla="*/ 128 h 229"/>
              <a:gd name="T14" fmla="*/ 17 w 46"/>
              <a:gd name="T15" fmla="*/ 144 h 229"/>
              <a:gd name="T16" fmla="*/ 12 w 46"/>
              <a:gd name="T17" fmla="*/ 171 h 229"/>
              <a:gd name="T18" fmla="*/ 9 w 46"/>
              <a:gd name="T19" fmla="*/ 187 h 229"/>
              <a:gd name="T20" fmla="*/ 3 w 46"/>
              <a:gd name="T21" fmla="*/ 213 h 229"/>
              <a:gd name="T22" fmla="*/ 0 w 46"/>
              <a:gd name="T23" fmla="*/ 229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6" h="229">
                <a:moveTo>
                  <a:pt x="46" y="0"/>
                </a:moveTo>
                <a:lnTo>
                  <a:pt x="43" y="16"/>
                </a:lnTo>
                <a:moveTo>
                  <a:pt x="37" y="43"/>
                </a:moveTo>
                <a:lnTo>
                  <a:pt x="34" y="59"/>
                </a:lnTo>
                <a:moveTo>
                  <a:pt x="29" y="85"/>
                </a:moveTo>
                <a:lnTo>
                  <a:pt x="26" y="101"/>
                </a:lnTo>
                <a:moveTo>
                  <a:pt x="20" y="128"/>
                </a:moveTo>
                <a:lnTo>
                  <a:pt x="17" y="144"/>
                </a:lnTo>
                <a:moveTo>
                  <a:pt x="12" y="171"/>
                </a:moveTo>
                <a:lnTo>
                  <a:pt x="9" y="187"/>
                </a:lnTo>
                <a:moveTo>
                  <a:pt x="3" y="213"/>
                </a:moveTo>
                <a:lnTo>
                  <a:pt x="0" y="22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Freeform 1712">
            <a:extLst>
              <a:ext uri="{FF2B5EF4-FFF2-40B4-BE49-F238E27FC236}">
                <a16:creationId xmlns:a16="http://schemas.microsoft.com/office/drawing/2014/main" id="{FA1D7997-6D0C-073B-B32D-2FBFBF99926A}"/>
              </a:ext>
            </a:extLst>
          </p:cNvPr>
          <p:cNvSpPr>
            <a:spLocks noEditPoints="1"/>
          </p:cNvSpPr>
          <p:nvPr/>
        </p:nvSpPr>
        <p:spPr bwMode="auto">
          <a:xfrm>
            <a:off x="5445125" y="2473325"/>
            <a:ext cx="36513" cy="23813"/>
          </a:xfrm>
          <a:custGeom>
            <a:avLst/>
            <a:gdLst>
              <a:gd name="T0" fmla="*/ 45 w 45"/>
              <a:gd name="T1" fmla="*/ 0 h 30"/>
              <a:gd name="T2" fmla="*/ 31 w 45"/>
              <a:gd name="T3" fmla="*/ 9 h 30"/>
              <a:gd name="T4" fmla="*/ 9 w 45"/>
              <a:gd name="T5" fmla="*/ 24 h 30"/>
              <a:gd name="T6" fmla="*/ 0 w 45"/>
              <a:gd name="T7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30">
                <a:moveTo>
                  <a:pt x="45" y="0"/>
                </a:moveTo>
                <a:lnTo>
                  <a:pt x="31" y="9"/>
                </a:lnTo>
                <a:moveTo>
                  <a:pt x="9" y="24"/>
                </a:moveTo>
                <a:lnTo>
                  <a:pt x="0" y="3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" name="Freeform 1713">
            <a:extLst>
              <a:ext uri="{FF2B5EF4-FFF2-40B4-BE49-F238E27FC236}">
                <a16:creationId xmlns:a16="http://schemas.microsoft.com/office/drawing/2014/main" id="{E9D04F85-F2B9-3C82-40BC-F19942E05BBC}"/>
              </a:ext>
            </a:extLst>
          </p:cNvPr>
          <p:cNvSpPr>
            <a:spLocks noEditPoints="1"/>
          </p:cNvSpPr>
          <p:nvPr/>
        </p:nvSpPr>
        <p:spPr bwMode="auto">
          <a:xfrm>
            <a:off x="4491038" y="538163"/>
            <a:ext cx="101600" cy="111125"/>
          </a:xfrm>
          <a:custGeom>
            <a:avLst/>
            <a:gdLst>
              <a:gd name="T0" fmla="*/ 129 w 129"/>
              <a:gd name="T1" fmla="*/ 0 h 140"/>
              <a:gd name="T2" fmla="*/ 118 w 129"/>
              <a:gd name="T3" fmla="*/ 12 h 140"/>
              <a:gd name="T4" fmla="*/ 99 w 129"/>
              <a:gd name="T5" fmla="*/ 32 h 140"/>
              <a:gd name="T6" fmla="*/ 88 w 129"/>
              <a:gd name="T7" fmla="*/ 44 h 140"/>
              <a:gd name="T8" fmla="*/ 70 w 129"/>
              <a:gd name="T9" fmla="*/ 64 h 140"/>
              <a:gd name="T10" fmla="*/ 59 w 129"/>
              <a:gd name="T11" fmla="*/ 76 h 140"/>
              <a:gd name="T12" fmla="*/ 40 w 129"/>
              <a:gd name="T13" fmla="*/ 96 h 140"/>
              <a:gd name="T14" fmla="*/ 29 w 129"/>
              <a:gd name="T15" fmla="*/ 108 h 140"/>
              <a:gd name="T16" fmla="*/ 11 w 129"/>
              <a:gd name="T17" fmla="*/ 128 h 140"/>
              <a:gd name="T18" fmla="*/ 0 w 129"/>
              <a:gd name="T19" fmla="*/ 14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9" h="140">
                <a:moveTo>
                  <a:pt x="129" y="0"/>
                </a:moveTo>
                <a:lnTo>
                  <a:pt x="118" y="12"/>
                </a:lnTo>
                <a:moveTo>
                  <a:pt x="99" y="32"/>
                </a:moveTo>
                <a:lnTo>
                  <a:pt x="88" y="44"/>
                </a:lnTo>
                <a:moveTo>
                  <a:pt x="70" y="64"/>
                </a:moveTo>
                <a:lnTo>
                  <a:pt x="59" y="76"/>
                </a:lnTo>
                <a:moveTo>
                  <a:pt x="40" y="96"/>
                </a:moveTo>
                <a:lnTo>
                  <a:pt x="29" y="108"/>
                </a:lnTo>
                <a:moveTo>
                  <a:pt x="11" y="128"/>
                </a:moveTo>
                <a:lnTo>
                  <a:pt x="0" y="1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Freeform 1714">
            <a:extLst>
              <a:ext uri="{FF2B5EF4-FFF2-40B4-BE49-F238E27FC236}">
                <a16:creationId xmlns:a16="http://schemas.microsoft.com/office/drawing/2014/main" id="{E42B0FF4-8443-6BC9-0C4B-CAC7D6F1D30C}"/>
              </a:ext>
            </a:extLst>
          </p:cNvPr>
          <p:cNvSpPr>
            <a:spLocks noEditPoints="1"/>
          </p:cNvSpPr>
          <p:nvPr/>
        </p:nvSpPr>
        <p:spPr bwMode="auto">
          <a:xfrm>
            <a:off x="4205288" y="1627188"/>
            <a:ext cx="92075" cy="66675"/>
          </a:xfrm>
          <a:custGeom>
            <a:avLst/>
            <a:gdLst>
              <a:gd name="T0" fmla="*/ 116 w 116"/>
              <a:gd name="T1" fmla="*/ 0 h 84"/>
              <a:gd name="T2" fmla="*/ 103 w 116"/>
              <a:gd name="T3" fmla="*/ 9 h 84"/>
              <a:gd name="T4" fmla="*/ 81 w 116"/>
              <a:gd name="T5" fmla="*/ 25 h 84"/>
              <a:gd name="T6" fmla="*/ 68 w 116"/>
              <a:gd name="T7" fmla="*/ 35 h 84"/>
              <a:gd name="T8" fmla="*/ 46 w 116"/>
              <a:gd name="T9" fmla="*/ 51 h 84"/>
              <a:gd name="T10" fmla="*/ 33 w 116"/>
              <a:gd name="T11" fmla="*/ 60 h 84"/>
              <a:gd name="T12" fmla="*/ 11 w 116"/>
              <a:gd name="T13" fmla="*/ 76 h 84"/>
              <a:gd name="T14" fmla="*/ 0 w 116"/>
              <a:gd name="T15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6" h="84">
                <a:moveTo>
                  <a:pt x="116" y="0"/>
                </a:moveTo>
                <a:lnTo>
                  <a:pt x="103" y="9"/>
                </a:lnTo>
                <a:moveTo>
                  <a:pt x="81" y="25"/>
                </a:moveTo>
                <a:lnTo>
                  <a:pt x="68" y="35"/>
                </a:lnTo>
                <a:moveTo>
                  <a:pt x="46" y="51"/>
                </a:moveTo>
                <a:lnTo>
                  <a:pt x="33" y="60"/>
                </a:lnTo>
                <a:moveTo>
                  <a:pt x="11" y="76"/>
                </a:moveTo>
                <a:lnTo>
                  <a:pt x="0" y="8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" name="Freeform 1715">
            <a:extLst>
              <a:ext uri="{FF2B5EF4-FFF2-40B4-BE49-F238E27FC236}">
                <a16:creationId xmlns:a16="http://schemas.microsoft.com/office/drawing/2014/main" id="{6D48CB7F-4C63-19B3-855F-968196EB24C4}"/>
              </a:ext>
            </a:extLst>
          </p:cNvPr>
          <p:cNvSpPr>
            <a:spLocks noEditPoints="1"/>
          </p:cNvSpPr>
          <p:nvPr/>
        </p:nvSpPr>
        <p:spPr bwMode="auto">
          <a:xfrm>
            <a:off x="4370388" y="1792288"/>
            <a:ext cx="155575" cy="244475"/>
          </a:xfrm>
          <a:custGeom>
            <a:avLst/>
            <a:gdLst>
              <a:gd name="T0" fmla="*/ 197 w 197"/>
              <a:gd name="T1" fmla="*/ 0 h 307"/>
              <a:gd name="T2" fmla="*/ 188 w 197"/>
              <a:gd name="T3" fmla="*/ 13 h 307"/>
              <a:gd name="T4" fmla="*/ 173 w 197"/>
              <a:gd name="T5" fmla="*/ 36 h 307"/>
              <a:gd name="T6" fmla="*/ 165 w 197"/>
              <a:gd name="T7" fmla="*/ 50 h 307"/>
              <a:gd name="T8" fmla="*/ 150 w 197"/>
              <a:gd name="T9" fmla="*/ 73 h 307"/>
              <a:gd name="T10" fmla="*/ 141 w 197"/>
              <a:gd name="T11" fmla="*/ 87 h 307"/>
              <a:gd name="T12" fmla="*/ 126 w 197"/>
              <a:gd name="T13" fmla="*/ 110 h 307"/>
              <a:gd name="T14" fmla="*/ 118 w 197"/>
              <a:gd name="T15" fmla="*/ 123 h 307"/>
              <a:gd name="T16" fmla="*/ 103 w 197"/>
              <a:gd name="T17" fmla="*/ 146 h 307"/>
              <a:gd name="T18" fmla="*/ 94 w 197"/>
              <a:gd name="T19" fmla="*/ 160 h 307"/>
              <a:gd name="T20" fmla="*/ 80 w 197"/>
              <a:gd name="T21" fmla="*/ 183 h 307"/>
              <a:gd name="T22" fmla="*/ 71 w 197"/>
              <a:gd name="T23" fmla="*/ 197 h 307"/>
              <a:gd name="T24" fmla="*/ 56 w 197"/>
              <a:gd name="T25" fmla="*/ 220 h 307"/>
              <a:gd name="T26" fmla="*/ 47 w 197"/>
              <a:gd name="T27" fmla="*/ 233 h 307"/>
              <a:gd name="T28" fmla="*/ 33 w 197"/>
              <a:gd name="T29" fmla="*/ 256 h 307"/>
              <a:gd name="T30" fmla="*/ 24 w 197"/>
              <a:gd name="T31" fmla="*/ 270 h 307"/>
              <a:gd name="T32" fmla="*/ 9 w 197"/>
              <a:gd name="T33" fmla="*/ 293 h 307"/>
              <a:gd name="T34" fmla="*/ 0 w 197"/>
              <a:gd name="T3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7" h="307">
                <a:moveTo>
                  <a:pt x="197" y="0"/>
                </a:moveTo>
                <a:lnTo>
                  <a:pt x="188" y="13"/>
                </a:lnTo>
                <a:moveTo>
                  <a:pt x="173" y="36"/>
                </a:moveTo>
                <a:lnTo>
                  <a:pt x="165" y="50"/>
                </a:lnTo>
                <a:moveTo>
                  <a:pt x="150" y="73"/>
                </a:moveTo>
                <a:lnTo>
                  <a:pt x="141" y="87"/>
                </a:lnTo>
                <a:moveTo>
                  <a:pt x="126" y="110"/>
                </a:moveTo>
                <a:lnTo>
                  <a:pt x="118" y="123"/>
                </a:lnTo>
                <a:moveTo>
                  <a:pt x="103" y="146"/>
                </a:moveTo>
                <a:lnTo>
                  <a:pt x="94" y="160"/>
                </a:lnTo>
                <a:moveTo>
                  <a:pt x="80" y="183"/>
                </a:moveTo>
                <a:lnTo>
                  <a:pt x="71" y="197"/>
                </a:lnTo>
                <a:moveTo>
                  <a:pt x="56" y="220"/>
                </a:moveTo>
                <a:lnTo>
                  <a:pt x="47" y="233"/>
                </a:lnTo>
                <a:moveTo>
                  <a:pt x="33" y="256"/>
                </a:moveTo>
                <a:lnTo>
                  <a:pt x="24" y="270"/>
                </a:lnTo>
                <a:moveTo>
                  <a:pt x="9" y="293"/>
                </a:moveTo>
                <a:lnTo>
                  <a:pt x="0" y="30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" name="Freeform 1716">
            <a:extLst>
              <a:ext uri="{FF2B5EF4-FFF2-40B4-BE49-F238E27FC236}">
                <a16:creationId xmlns:a16="http://schemas.microsoft.com/office/drawing/2014/main" id="{0E29A248-0F6A-EC79-DC28-D0B605D4A7FB}"/>
              </a:ext>
            </a:extLst>
          </p:cNvPr>
          <p:cNvSpPr>
            <a:spLocks noEditPoints="1"/>
          </p:cNvSpPr>
          <p:nvPr/>
        </p:nvSpPr>
        <p:spPr bwMode="auto">
          <a:xfrm>
            <a:off x="4048125" y="1966913"/>
            <a:ext cx="100013" cy="98425"/>
          </a:xfrm>
          <a:custGeom>
            <a:avLst/>
            <a:gdLst>
              <a:gd name="T0" fmla="*/ 127 w 127"/>
              <a:gd name="T1" fmla="*/ 0 h 123"/>
              <a:gd name="T2" fmla="*/ 116 w 127"/>
              <a:gd name="T3" fmla="*/ 11 h 123"/>
              <a:gd name="T4" fmla="*/ 96 w 127"/>
              <a:gd name="T5" fmla="*/ 30 h 123"/>
              <a:gd name="T6" fmla="*/ 84 w 127"/>
              <a:gd name="T7" fmla="*/ 41 h 123"/>
              <a:gd name="T8" fmla="*/ 65 w 127"/>
              <a:gd name="T9" fmla="*/ 60 h 123"/>
              <a:gd name="T10" fmla="*/ 53 w 127"/>
              <a:gd name="T11" fmla="*/ 72 h 123"/>
              <a:gd name="T12" fmla="*/ 33 w 127"/>
              <a:gd name="T13" fmla="*/ 90 h 123"/>
              <a:gd name="T14" fmla="*/ 22 w 127"/>
              <a:gd name="T15" fmla="*/ 102 h 123"/>
              <a:gd name="T16" fmla="*/ 2 w 127"/>
              <a:gd name="T17" fmla="*/ 121 h 123"/>
              <a:gd name="T18" fmla="*/ 0 w 127"/>
              <a:gd name="T1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" h="123">
                <a:moveTo>
                  <a:pt x="127" y="0"/>
                </a:moveTo>
                <a:lnTo>
                  <a:pt x="116" y="11"/>
                </a:lnTo>
                <a:moveTo>
                  <a:pt x="96" y="30"/>
                </a:moveTo>
                <a:lnTo>
                  <a:pt x="84" y="41"/>
                </a:lnTo>
                <a:moveTo>
                  <a:pt x="65" y="60"/>
                </a:moveTo>
                <a:lnTo>
                  <a:pt x="53" y="72"/>
                </a:lnTo>
                <a:moveTo>
                  <a:pt x="33" y="90"/>
                </a:moveTo>
                <a:lnTo>
                  <a:pt x="22" y="102"/>
                </a:lnTo>
                <a:moveTo>
                  <a:pt x="2" y="121"/>
                </a:moveTo>
                <a:lnTo>
                  <a:pt x="0" y="12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" name="Line 1717">
            <a:extLst>
              <a:ext uri="{FF2B5EF4-FFF2-40B4-BE49-F238E27FC236}">
                <a16:creationId xmlns:a16="http://schemas.microsoft.com/office/drawing/2014/main" id="{10BE530E-094F-4A16-84CD-7308DA1901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0225" y="504825"/>
            <a:ext cx="4763" cy="476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" name="Freeform 1718">
            <a:extLst>
              <a:ext uri="{FF2B5EF4-FFF2-40B4-BE49-F238E27FC236}">
                <a16:creationId xmlns:a16="http://schemas.microsoft.com/office/drawing/2014/main" id="{B84B2B22-B126-B877-CDC4-709CB0CD8EDC}"/>
              </a:ext>
            </a:extLst>
          </p:cNvPr>
          <p:cNvSpPr>
            <a:spLocks noEditPoints="1"/>
          </p:cNvSpPr>
          <p:nvPr/>
        </p:nvSpPr>
        <p:spPr bwMode="auto">
          <a:xfrm>
            <a:off x="5213350" y="458788"/>
            <a:ext cx="1588" cy="150813"/>
          </a:xfrm>
          <a:custGeom>
            <a:avLst/>
            <a:gdLst>
              <a:gd name="T0" fmla="*/ 0 w 2"/>
              <a:gd name="T1" fmla="*/ 0 h 190"/>
              <a:gd name="T2" fmla="*/ 1 w 2"/>
              <a:gd name="T3" fmla="*/ 16 h 190"/>
              <a:gd name="T4" fmla="*/ 1 w 2"/>
              <a:gd name="T5" fmla="*/ 44 h 190"/>
              <a:gd name="T6" fmla="*/ 1 w 2"/>
              <a:gd name="T7" fmla="*/ 60 h 190"/>
              <a:gd name="T8" fmla="*/ 1 w 2"/>
              <a:gd name="T9" fmla="*/ 87 h 190"/>
              <a:gd name="T10" fmla="*/ 1 w 2"/>
              <a:gd name="T11" fmla="*/ 103 h 190"/>
              <a:gd name="T12" fmla="*/ 1 w 2"/>
              <a:gd name="T13" fmla="*/ 131 h 190"/>
              <a:gd name="T14" fmla="*/ 1 w 2"/>
              <a:gd name="T15" fmla="*/ 147 h 190"/>
              <a:gd name="T16" fmla="*/ 2 w 2"/>
              <a:gd name="T17" fmla="*/ 174 h 190"/>
              <a:gd name="T18" fmla="*/ 2 w 2"/>
              <a:gd name="T19" fmla="*/ 19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" h="190">
                <a:moveTo>
                  <a:pt x="0" y="0"/>
                </a:moveTo>
                <a:lnTo>
                  <a:pt x="1" y="16"/>
                </a:lnTo>
                <a:moveTo>
                  <a:pt x="1" y="44"/>
                </a:moveTo>
                <a:lnTo>
                  <a:pt x="1" y="60"/>
                </a:lnTo>
                <a:moveTo>
                  <a:pt x="1" y="87"/>
                </a:moveTo>
                <a:lnTo>
                  <a:pt x="1" y="103"/>
                </a:lnTo>
                <a:moveTo>
                  <a:pt x="1" y="131"/>
                </a:moveTo>
                <a:lnTo>
                  <a:pt x="1" y="147"/>
                </a:lnTo>
                <a:moveTo>
                  <a:pt x="2" y="174"/>
                </a:moveTo>
                <a:lnTo>
                  <a:pt x="2" y="19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" name="Freeform 1719">
            <a:extLst>
              <a:ext uri="{FF2B5EF4-FFF2-40B4-BE49-F238E27FC236}">
                <a16:creationId xmlns:a16="http://schemas.microsoft.com/office/drawing/2014/main" id="{4DEBCE37-4284-27A5-008F-A341FC02730B}"/>
              </a:ext>
            </a:extLst>
          </p:cNvPr>
          <p:cNvSpPr>
            <a:spLocks noEditPoints="1"/>
          </p:cNvSpPr>
          <p:nvPr/>
        </p:nvSpPr>
        <p:spPr bwMode="auto">
          <a:xfrm>
            <a:off x="5203825" y="3067050"/>
            <a:ext cx="31750" cy="68263"/>
          </a:xfrm>
          <a:custGeom>
            <a:avLst/>
            <a:gdLst>
              <a:gd name="T0" fmla="*/ 41 w 41"/>
              <a:gd name="T1" fmla="*/ 0 h 86"/>
              <a:gd name="T2" fmla="*/ 34 w 41"/>
              <a:gd name="T3" fmla="*/ 15 h 86"/>
              <a:gd name="T4" fmla="*/ 23 w 41"/>
              <a:gd name="T5" fmla="*/ 39 h 86"/>
              <a:gd name="T6" fmla="*/ 16 w 41"/>
              <a:gd name="T7" fmla="*/ 54 h 86"/>
              <a:gd name="T8" fmla="*/ 4 w 41"/>
              <a:gd name="T9" fmla="*/ 79 h 86"/>
              <a:gd name="T10" fmla="*/ 0 w 41"/>
              <a:gd name="T11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86">
                <a:moveTo>
                  <a:pt x="41" y="0"/>
                </a:moveTo>
                <a:lnTo>
                  <a:pt x="34" y="15"/>
                </a:lnTo>
                <a:moveTo>
                  <a:pt x="23" y="39"/>
                </a:moveTo>
                <a:lnTo>
                  <a:pt x="16" y="54"/>
                </a:lnTo>
                <a:moveTo>
                  <a:pt x="4" y="79"/>
                </a:moveTo>
                <a:lnTo>
                  <a:pt x="0" y="8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" name="Freeform 1720">
            <a:extLst>
              <a:ext uri="{FF2B5EF4-FFF2-40B4-BE49-F238E27FC236}">
                <a16:creationId xmlns:a16="http://schemas.microsoft.com/office/drawing/2014/main" id="{BF7F8B15-BD83-704C-5085-815919165162}"/>
              </a:ext>
            </a:extLst>
          </p:cNvPr>
          <p:cNvSpPr>
            <a:spLocks noEditPoints="1"/>
          </p:cNvSpPr>
          <p:nvPr/>
        </p:nvSpPr>
        <p:spPr bwMode="auto">
          <a:xfrm>
            <a:off x="5141913" y="976313"/>
            <a:ext cx="33338" cy="34925"/>
          </a:xfrm>
          <a:custGeom>
            <a:avLst/>
            <a:gdLst>
              <a:gd name="T0" fmla="*/ 42 w 42"/>
              <a:gd name="T1" fmla="*/ 0 h 43"/>
              <a:gd name="T2" fmla="*/ 31 w 42"/>
              <a:gd name="T3" fmla="*/ 12 h 43"/>
              <a:gd name="T4" fmla="*/ 12 w 42"/>
              <a:gd name="T5" fmla="*/ 31 h 43"/>
              <a:gd name="T6" fmla="*/ 0 w 42"/>
              <a:gd name="T7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" h="43">
                <a:moveTo>
                  <a:pt x="42" y="0"/>
                </a:moveTo>
                <a:lnTo>
                  <a:pt x="31" y="12"/>
                </a:lnTo>
                <a:moveTo>
                  <a:pt x="12" y="31"/>
                </a:moveTo>
                <a:lnTo>
                  <a:pt x="0" y="4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" name="Freeform 1721">
            <a:extLst>
              <a:ext uri="{FF2B5EF4-FFF2-40B4-BE49-F238E27FC236}">
                <a16:creationId xmlns:a16="http://schemas.microsoft.com/office/drawing/2014/main" id="{C107F7E4-75C6-AD7A-2758-A2314F535C85}"/>
              </a:ext>
            </a:extLst>
          </p:cNvPr>
          <p:cNvSpPr>
            <a:spLocks noEditPoints="1"/>
          </p:cNvSpPr>
          <p:nvPr/>
        </p:nvSpPr>
        <p:spPr bwMode="auto">
          <a:xfrm>
            <a:off x="5002213" y="1622425"/>
            <a:ext cx="31750" cy="34925"/>
          </a:xfrm>
          <a:custGeom>
            <a:avLst/>
            <a:gdLst>
              <a:gd name="T0" fmla="*/ 40 w 40"/>
              <a:gd name="T1" fmla="*/ 0 h 44"/>
              <a:gd name="T2" fmla="*/ 29 w 40"/>
              <a:gd name="T3" fmla="*/ 12 h 44"/>
              <a:gd name="T4" fmla="*/ 11 w 40"/>
              <a:gd name="T5" fmla="*/ 32 h 44"/>
              <a:gd name="T6" fmla="*/ 0 w 40"/>
              <a:gd name="T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44">
                <a:moveTo>
                  <a:pt x="40" y="0"/>
                </a:moveTo>
                <a:lnTo>
                  <a:pt x="29" y="12"/>
                </a:lnTo>
                <a:moveTo>
                  <a:pt x="11" y="32"/>
                </a:moveTo>
                <a:lnTo>
                  <a:pt x="0" y="4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" name="Freeform 1722">
            <a:extLst>
              <a:ext uri="{FF2B5EF4-FFF2-40B4-BE49-F238E27FC236}">
                <a16:creationId xmlns:a16="http://schemas.microsoft.com/office/drawing/2014/main" id="{BA45129D-CADA-6502-5756-847949540D2C}"/>
              </a:ext>
            </a:extLst>
          </p:cNvPr>
          <p:cNvSpPr>
            <a:spLocks noEditPoints="1"/>
          </p:cNvSpPr>
          <p:nvPr/>
        </p:nvSpPr>
        <p:spPr bwMode="auto">
          <a:xfrm>
            <a:off x="5173663" y="2916238"/>
            <a:ext cx="39688" cy="61913"/>
          </a:xfrm>
          <a:custGeom>
            <a:avLst/>
            <a:gdLst>
              <a:gd name="T0" fmla="*/ 51 w 51"/>
              <a:gd name="T1" fmla="*/ 0 h 78"/>
              <a:gd name="T2" fmla="*/ 42 w 51"/>
              <a:gd name="T3" fmla="*/ 14 h 78"/>
              <a:gd name="T4" fmla="*/ 27 w 51"/>
              <a:gd name="T5" fmla="*/ 37 h 78"/>
              <a:gd name="T6" fmla="*/ 18 w 51"/>
              <a:gd name="T7" fmla="*/ 50 h 78"/>
              <a:gd name="T8" fmla="*/ 3 w 51"/>
              <a:gd name="T9" fmla="*/ 73 h 78"/>
              <a:gd name="T10" fmla="*/ 0 w 51"/>
              <a:gd name="T11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1" h="78">
                <a:moveTo>
                  <a:pt x="51" y="0"/>
                </a:moveTo>
                <a:lnTo>
                  <a:pt x="42" y="14"/>
                </a:lnTo>
                <a:moveTo>
                  <a:pt x="27" y="37"/>
                </a:moveTo>
                <a:lnTo>
                  <a:pt x="18" y="50"/>
                </a:lnTo>
                <a:moveTo>
                  <a:pt x="3" y="73"/>
                </a:moveTo>
                <a:lnTo>
                  <a:pt x="0" y="7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" name="Freeform 1723">
            <a:extLst>
              <a:ext uri="{FF2B5EF4-FFF2-40B4-BE49-F238E27FC236}">
                <a16:creationId xmlns:a16="http://schemas.microsoft.com/office/drawing/2014/main" id="{A16F1402-5BCA-0199-E62F-70361DD133C9}"/>
              </a:ext>
            </a:extLst>
          </p:cNvPr>
          <p:cNvSpPr>
            <a:spLocks noEditPoints="1"/>
          </p:cNvSpPr>
          <p:nvPr/>
        </p:nvSpPr>
        <p:spPr bwMode="auto">
          <a:xfrm>
            <a:off x="5384800" y="2105025"/>
            <a:ext cx="65088" cy="49213"/>
          </a:xfrm>
          <a:custGeom>
            <a:avLst/>
            <a:gdLst>
              <a:gd name="T0" fmla="*/ 83 w 83"/>
              <a:gd name="T1" fmla="*/ 0 h 61"/>
              <a:gd name="T2" fmla="*/ 70 w 83"/>
              <a:gd name="T3" fmla="*/ 10 h 61"/>
              <a:gd name="T4" fmla="*/ 48 w 83"/>
              <a:gd name="T5" fmla="*/ 26 h 61"/>
              <a:gd name="T6" fmla="*/ 35 w 83"/>
              <a:gd name="T7" fmla="*/ 35 h 61"/>
              <a:gd name="T8" fmla="*/ 13 w 83"/>
              <a:gd name="T9" fmla="*/ 51 h 61"/>
              <a:gd name="T10" fmla="*/ 0 w 83"/>
              <a:gd name="T11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3" h="61">
                <a:moveTo>
                  <a:pt x="83" y="0"/>
                </a:moveTo>
                <a:lnTo>
                  <a:pt x="70" y="10"/>
                </a:lnTo>
                <a:moveTo>
                  <a:pt x="48" y="26"/>
                </a:moveTo>
                <a:lnTo>
                  <a:pt x="35" y="35"/>
                </a:lnTo>
                <a:moveTo>
                  <a:pt x="13" y="51"/>
                </a:moveTo>
                <a:lnTo>
                  <a:pt x="0" y="6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" name="Freeform 1724">
            <a:extLst>
              <a:ext uri="{FF2B5EF4-FFF2-40B4-BE49-F238E27FC236}">
                <a16:creationId xmlns:a16="http://schemas.microsoft.com/office/drawing/2014/main" id="{02BBD78C-7314-F65B-74B2-06584983DE81}"/>
              </a:ext>
            </a:extLst>
          </p:cNvPr>
          <p:cNvSpPr>
            <a:spLocks noEditPoints="1"/>
          </p:cNvSpPr>
          <p:nvPr/>
        </p:nvSpPr>
        <p:spPr bwMode="auto">
          <a:xfrm>
            <a:off x="3927475" y="684213"/>
            <a:ext cx="60325" cy="57150"/>
          </a:xfrm>
          <a:custGeom>
            <a:avLst/>
            <a:gdLst>
              <a:gd name="T0" fmla="*/ 75 w 75"/>
              <a:gd name="T1" fmla="*/ 0 h 71"/>
              <a:gd name="T2" fmla="*/ 63 w 75"/>
              <a:gd name="T3" fmla="*/ 11 h 71"/>
              <a:gd name="T4" fmla="*/ 43 w 75"/>
              <a:gd name="T5" fmla="*/ 30 h 71"/>
              <a:gd name="T6" fmla="*/ 32 w 75"/>
              <a:gd name="T7" fmla="*/ 41 h 71"/>
              <a:gd name="T8" fmla="*/ 12 w 75"/>
              <a:gd name="T9" fmla="*/ 60 h 71"/>
              <a:gd name="T10" fmla="*/ 0 w 75"/>
              <a:gd name="T11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" h="71">
                <a:moveTo>
                  <a:pt x="75" y="0"/>
                </a:moveTo>
                <a:lnTo>
                  <a:pt x="63" y="11"/>
                </a:lnTo>
                <a:moveTo>
                  <a:pt x="43" y="30"/>
                </a:moveTo>
                <a:lnTo>
                  <a:pt x="32" y="41"/>
                </a:lnTo>
                <a:moveTo>
                  <a:pt x="12" y="60"/>
                </a:moveTo>
                <a:lnTo>
                  <a:pt x="0" y="7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" name="Freeform 1725">
            <a:extLst>
              <a:ext uri="{FF2B5EF4-FFF2-40B4-BE49-F238E27FC236}">
                <a16:creationId xmlns:a16="http://schemas.microsoft.com/office/drawing/2014/main" id="{847D3733-679F-0D9B-B9E9-6A2C9AC6C8E4}"/>
              </a:ext>
            </a:extLst>
          </p:cNvPr>
          <p:cNvSpPr>
            <a:spLocks noEditPoints="1"/>
          </p:cNvSpPr>
          <p:nvPr/>
        </p:nvSpPr>
        <p:spPr bwMode="auto">
          <a:xfrm>
            <a:off x="4897438" y="2638425"/>
            <a:ext cx="101600" cy="106363"/>
          </a:xfrm>
          <a:custGeom>
            <a:avLst/>
            <a:gdLst>
              <a:gd name="T0" fmla="*/ 127 w 127"/>
              <a:gd name="T1" fmla="*/ 0 h 134"/>
              <a:gd name="T2" fmla="*/ 116 w 127"/>
              <a:gd name="T3" fmla="*/ 12 h 134"/>
              <a:gd name="T4" fmla="*/ 97 w 127"/>
              <a:gd name="T5" fmla="*/ 32 h 134"/>
              <a:gd name="T6" fmla="*/ 86 w 127"/>
              <a:gd name="T7" fmla="*/ 44 h 134"/>
              <a:gd name="T8" fmla="*/ 67 w 127"/>
              <a:gd name="T9" fmla="*/ 63 h 134"/>
              <a:gd name="T10" fmla="*/ 56 w 127"/>
              <a:gd name="T11" fmla="*/ 75 h 134"/>
              <a:gd name="T12" fmla="*/ 37 w 127"/>
              <a:gd name="T13" fmla="*/ 95 h 134"/>
              <a:gd name="T14" fmla="*/ 26 w 127"/>
              <a:gd name="T15" fmla="*/ 107 h 134"/>
              <a:gd name="T16" fmla="*/ 7 w 127"/>
              <a:gd name="T17" fmla="*/ 127 h 134"/>
              <a:gd name="T18" fmla="*/ 0 w 127"/>
              <a:gd name="T19" fmla="*/ 134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" h="134">
                <a:moveTo>
                  <a:pt x="127" y="0"/>
                </a:moveTo>
                <a:lnTo>
                  <a:pt x="116" y="12"/>
                </a:lnTo>
                <a:moveTo>
                  <a:pt x="97" y="32"/>
                </a:moveTo>
                <a:lnTo>
                  <a:pt x="86" y="44"/>
                </a:lnTo>
                <a:moveTo>
                  <a:pt x="67" y="63"/>
                </a:moveTo>
                <a:lnTo>
                  <a:pt x="56" y="75"/>
                </a:lnTo>
                <a:moveTo>
                  <a:pt x="37" y="95"/>
                </a:moveTo>
                <a:lnTo>
                  <a:pt x="26" y="107"/>
                </a:lnTo>
                <a:moveTo>
                  <a:pt x="7" y="127"/>
                </a:moveTo>
                <a:lnTo>
                  <a:pt x="0" y="134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" name="Freeform 1726">
            <a:extLst>
              <a:ext uri="{FF2B5EF4-FFF2-40B4-BE49-F238E27FC236}">
                <a16:creationId xmlns:a16="http://schemas.microsoft.com/office/drawing/2014/main" id="{74DC7B5F-0087-4406-54B5-31247B8F11FC}"/>
              </a:ext>
            </a:extLst>
          </p:cNvPr>
          <p:cNvSpPr>
            <a:spLocks noEditPoints="1"/>
          </p:cNvSpPr>
          <p:nvPr/>
        </p:nvSpPr>
        <p:spPr bwMode="auto">
          <a:xfrm>
            <a:off x="4878388" y="1595438"/>
            <a:ext cx="76200" cy="85725"/>
          </a:xfrm>
          <a:custGeom>
            <a:avLst/>
            <a:gdLst>
              <a:gd name="T0" fmla="*/ 96 w 96"/>
              <a:gd name="T1" fmla="*/ 0 h 108"/>
              <a:gd name="T2" fmla="*/ 85 w 96"/>
              <a:gd name="T3" fmla="*/ 13 h 108"/>
              <a:gd name="T4" fmla="*/ 67 w 96"/>
              <a:gd name="T5" fmla="*/ 33 h 108"/>
              <a:gd name="T6" fmla="*/ 56 w 96"/>
              <a:gd name="T7" fmla="*/ 45 h 108"/>
              <a:gd name="T8" fmla="*/ 38 w 96"/>
              <a:gd name="T9" fmla="*/ 66 h 108"/>
              <a:gd name="T10" fmla="*/ 27 w 96"/>
              <a:gd name="T11" fmla="*/ 78 h 108"/>
              <a:gd name="T12" fmla="*/ 9 w 96"/>
              <a:gd name="T13" fmla="*/ 98 h 108"/>
              <a:gd name="T14" fmla="*/ 0 w 96"/>
              <a:gd name="T15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6" h="108">
                <a:moveTo>
                  <a:pt x="96" y="0"/>
                </a:moveTo>
                <a:lnTo>
                  <a:pt x="85" y="13"/>
                </a:lnTo>
                <a:moveTo>
                  <a:pt x="67" y="33"/>
                </a:moveTo>
                <a:lnTo>
                  <a:pt x="56" y="45"/>
                </a:lnTo>
                <a:moveTo>
                  <a:pt x="38" y="66"/>
                </a:moveTo>
                <a:lnTo>
                  <a:pt x="27" y="78"/>
                </a:lnTo>
                <a:moveTo>
                  <a:pt x="9" y="98"/>
                </a:moveTo>
                <a:lnTo>
                  <a:pt x="0" y="10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" name="Freeform 1727">
            <a:extLst>
              <a:ext uri="{FF2B5EF4-FFF2-40B4-BE49-F238E27FC236}">
                <a16:creationId xmlns:a16="http://schemas.microsoft.com/office/drawing/2014/main" id="{B7DC5034-2C34-5932-919F-2BD804DE1D4C}"/>
              </a:ext>
            </a:extLst>
          </p:cNvPr>
          <p:cNvSpPr>
            <a:spLocks noEditPoints="1"/>
          </p:cNvSpPr>
          <p:nvPr/>
        </p:nvSpPr>
        <p:spPr bwMode="auto">
          <a:xfrm>
            <a:off x="4117975" y="2487613"/>
            <a:ext cx="104775" cy="109538"/>
          </a:xfrm>
          <a:custGeom>
            <a:avLst/>
            <a:gdLst>
              <a:gd name="T0" fmla="*/ 131 w 131"/>
              <a:gd name="T1" fmla="*/ 0 h 138"/>
              <a:gd name="T2" fmla="*/ 119 w 131"/>
              <a:gd name="T3" fmla="*/ 12 h 138"/>
              <a:gd name="T4" fmla="*/ 101 w 131"/>
              <a:gd name="T5" fmla="*/ 32 h 138"/>
              <a:gd name="T6" fmla="*/ 89 w 131"/>
              <a:gd name="T7" fmla="*/ 44 h 138"/>
              <a:gd name="T8" fmla="*/ 71 w 131"/>
              <a:gd name="T9" fmla="*/ 63 h 138"/>
              <a:gd name="T10" fmla="*/ 59 w 131"/>
              <a:gd name="T11" fmla="*/ 75 h 138"/>
              <a:gd name="T12" fmla="*/ 41 w 131"/>
              <a:gd name="T13" fmla="*/ 95 h 138"/>
              <a:gd name="T14" fmla="*/ 29 w 131"/>
              <a:gd name="T15" fmla="*/ 107 h 138"/>
              <a:gd name="T16" fmla="*/ 11 w 131"/>
              <a:gd name="T17" fmla="*/ 126 h 138"/>
              <a:gd name="T18" fmla="*/ 0 w 131"/>
              <a:gd name="T19" fmla="*/ 13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1" h="138">
                <a:moveTo>
                  <a:pt x="131" y="0"/>
                </a:moveTo>
                <a:lnTo>
                  <a:pt x="119" y="12"/>
                </a:lnTo>
                <a:moveTo>
                  <a:pt x="101" y="32"/>
                </a:moveTo>
                <a:lnTo>
                  <a:pt x="89" y="44"/>
                </a:lnTo>
                <a:moveTo>
                  <a:pt x="71" y="63"/>
                </a:moveTo>
                <a:lnTo>
                  <a:pt x="59" y="75"/>
                </a:lnTo>
                <a:moveTo>
                  <a:pt x="41" y="95"/>
                </a:moveTo>
                <a:lnTo>
                  <a:pt x="29" y="107"/>
                </a:lnTo>
                <a:moveTo>
                  <a:pt x="11" y="126"/>
                </a:moveTo>
                <a:lnTo>
                  <a:pt x="0" y="138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Freeform 1728">
            <a:extLst>
              <a:ext uri="{FF2B5EF4-FFF2-40B4-BE49-F238E27FC236}">
                <a16:creationId xmlns:a16="http://schemas.microsoft.com/office/drawing/2014/main" id="{25647DED-B9C5-438E-EEDC-18BE216DF8AF}"/>
              </a:ext>
            </a:extLst>
          </p:cNvPr>
          <p:cNvSpPr>
            <a:spLocks noEditPoints="1"/>
          </p:cNvSpPr>
          <p:nvPr/>
        </p:nvSpPr>
        <p:spPr bwMode="auto">
          <a:xfrm>
            <a:off x="3998913" y="2825750"/>
            <a:ext cx="1588" cy="47625"/>
          </a:xfrm>
          <a:custGeom>
            <a:avLst/>
            <a:gdLst>
              <a:gd name="T0" fmla="*/ 2 w 2"/>
              <a:gd name="T1" fmla="*/ 0 h 60"/>
              <a:gd name="T2" fmla="*/ 1 w 2"/>
              <a:gd name="T3" fmla="*/ 17 h 60"/>
              <a:gd name="T4" fmla="*/ 0 w 2"/>
              <a:gd name="T5" fmla="*/ 44 h 60"/>
              <a:gd name="T6" fmla="*/ 0 w 2"/>
              <a:gd name="T7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60">
                <a:moveTo>
                  <a:pt x="2" y="0"/>
                </a:moveTo>
                <a:lnTo>
                  <a:pt x="1" y="17"/>
                </a:lnTo>
                <a:moveTo>
                  <a:pt x="0" y="44"/>
                </a:moveTo>
                <a:lnTo>
                  <a:pt x="0" y="6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" name="Freeform 1729">
            <a:extLst>
              <a:ext uri="{FF2B5EF4-FFF2-40B4-BE49-F238E27FC236}">
                <a16:creationId xmlns:a16="http://schemas.microsoft.com/office/drawing/2014/main" id="{30A8111E-5039-7F6B-92E0-36CE5A3E29C1}"/>
              </a:ext>
            </a:extLst>
          </p:cNvPr>
          <p:cNvSpPr>
            <a:spLocks noEditPoints="1"/>
          </p:cNvSpPr>
          <p:nvPr/>
        </p:nvSpPr>
        <p:spPr bwMode="auto">
          <a:xfrm>
            <a:off x="4972050" y="2208213"/>
            <a:ext cx="3175" cy="139700"/>
          </a:xfrm>
          <a:custGeom>
            <a:avLst/>
            <a:gdLst>
              <a:gd name="T0" fmla="*/ 0 w 4"/>
              <a:gd name="T1" fmla="*/ 0 h 176"/>
              <a:gd name="T2" fmla="*/ 1 w 4"/>
              <a:gd name="T3" fmla="*/ 16 h 176"/>
              <a:gd name="T4" fmla="*/ 1 w 4"/>
              <a:gd name="T5" fmla="*/ 43 h 176"/>
              <a:gd name="T6" fmla="*/ 2 w 4"/>
              <a:gd name="T7" fmla="*/ 60 h 176"/>
              <a:gd name="T8" fmla="*/ 2 w 4"/>
              <a:gd name="T9" fmla="*/ 87 h 176"/>
              <a:gd name="T10" fmla="*/ 2 w 4"/>
              <a:gd name="T11" fmla="*/ 103 h 176"/>
              <a:gd name="T12" fmla="*/ 3 w 4"/>
              <a:gd name="T13" fmla="*/ 130 h 176"/>
              <a:gd name="T14" fmla="*/ 3 w 4"/>
              <a:gd name="T15" fmla="*/ 147 h 176"/>
              <a:gd name="T16" fmla="*/ 4 w 4"/>
              <a:gd name="T17" fmla="*/ 174 h 176"/>
              <a:gd name="T18" fmla="*/ 4 w 4"/>
              <a:gd name="T1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" h="176">
                <a:moveTo>
                  <a:pt x="0" y="0"/>
                </a:moveTo>
                <a:lnTo>
                  <a:pt x="1" y="16"/>
                </a:lnTo>
                <a:moveTo>
                  <a:pt x="1" y="43"/>
                </a:moveTo>
                <a:lnTo>
                  <a:pt x="2" y="60"/>
                </a:lnTo>
                <a:moveTo>
                  <a:pt x="2" y="87"/>
                </a:moveTo>
                <a:lnTo>
                  <a:pt x="2" y="103"/>
                </a:lnTo>
                <a:moveTo>
                  <a:pt x="3" y="130"/>
                </a:moveTo>
                <a:lnTo>
                  <a:pt x="3" y="147"/>
                </a:lnTo>
                <a:moveTo>
                  <a:pt x="4" y="174"/>
                </a:moveTo>
                <a:lnTo>
                  <a:pt x="4" y="17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Line 1730">
            <a:extLst>
              <a:ext uri="{FF2B5EF4-FFF2-40B4-BE49-F238E27FC236}">
                <a16:creationId xmlns:a16="http://schemas.microsoft.com/office/drawing/2014/main" id="{49DCB160-3649-5BF5-43E5-D9F0D93A35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86213" y="3379788"/>
            <a:ext cx="9525" cy="79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" name="Freeform 1731">
            <a:extLst>
              <a:ext uri="{FF2B5EF4-FFF2-40B4-BE49-F238E27FC236}">
                <a16:creationId xmlns:a16="http://schemas.microsoft.com/office/drawing/2014/main" id="{1FE152BF-9500-B6B2-E9AC-083F9B46639E}"/>
              </a:ext>
            </a:extLst>
          </p:cNvPr>
          <p:cNvSpPr>
            <a:spLocks noEditPoints="1"/>
          </p:cNvSpPr>
          <p:nvPr/>
        </p:nvSpPr>
        <p:spPr bwMode="auto">
          <a:xfrm>
            <a:off x="5241925" y="1474788"/>
            <a:ext cx="133350" cy="128588"/>
          </a:xfrm>
          <a:custGeom>
            <a:avLst/>
            <a:gdLst>
              <a:gd name="T0" fmla="*/ 167 w 167"/>
              <a:gd name="T1" fmla="*/ 0 h 163"/>
              <a:gd name="T2" fmla="*/ 156 w 167"/>
              <a:gd name="T3" fmla="*/ 12 h 163"/>
              <a:gd name="T4" fmla="*/ 136 w 167"/>
              <a:gd name="T5" fmla="*/ 31 h 163"/>
              <a:gd name="T6" fmla="*/ 124 w 167"/>
              <a:gd name="T7" fmla="*/ 42 h 163"/>
              <a:gd name="T8" fmla="*/ 105 w 167"/>
              <a:gd name="T9" fmla="*/ 61 h 163"/>
              <a:gd name="T10" fmla="*/ 93 w 167"/>
              <a:gd name="T11" fmla="*/ 72 h 163"/>
              <a:gd name="T12" fmla="*/ 74 w 167"/>
              <a:gd name="T13" fmla="*/ 91 h 163"/>
              <a:gd name="T14" fmla="*/ 62 w 167"/>
              <a:gd name="T15" fmla="*/ 103 h 163"/>
              <a:gd name="T16" fmla="*/ 42 w 167"/>
              <a:gd name="T17" fmla="*/ 122 h 163"/>
              <a:gd name="T18" fmla="*/ 31 w 167"/>
              <a:gd name="T19" fmla="*/ 133 h 163"/>
              <a:gd name="T20" fmla="*/ 11 w 167"/>
              <a:gd name="T21" fmla="*/ 152 h 163"/>
              <a:gd name="T22" fmla="*/ 0 w 167"/>
              <a:gd name="T23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7" h="163">
                <a:moveTo>
                  <a:pt x="167" y="0"/>
                </a:moveTo>
                <a:lnTo>
                  <a:pt x="156" y="12"/>
                </a:lnTo>
                <a:moveTo>
                  <a:pt x="136" y="31"/>
                </a:moveTo>
                <a:lnTo>
                  <a:pt x="124" y="42"/>
                </a:lnTo>
                <a:moveTo>
                  <a:pt x="105" y="61"/>
                </a:moveTo>
                <a:lnTo>
                  <a:pt x="93" y="72"/>
                </a:lnTo>
                <a:moveTo>
                  <a:pt x="74" y="91"/>
                </a:moveTo>
                <a:lnTo>
                  <a:pt x="62" y="103"/>
                </a:lnTo>
                <a:moveTo>
                  <a:pt x="42" y="122"/>
                </a:moveTo>
                <a:lnTo>
                  <a:pt x="31" y="133"/>
                </a:lnTo>
                <a:moveTo>
                  <a:pt x="11" y="152"/>
                </a:moveTo>
                <a:lnTo>
                  <a:pt x="0" y="163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Freeform 1732">
            <a:extLst>
              <a:ext uri="{FF2B5EF4-FFF2-40B4-BE49-F238E27FC236}">
                <a16:creationId xmlns:a16="http://schemas.microsoft.com/office/drawing/2014/main" id="{3EA86F67-6BE3-69C9-341A-6BC0E5666497}"/>
              </a:ext>
            </a:extLst>
          </p:cNvPr>
          <p:cNvSpPr>
            <a:spLocks noEditPoints="1"/>
          </p:cNvSpPr>
          <p:nvPr/>
        </p:nvSpPr>
        <p:spPr bwMode="auto">
          <a:xfrm>
            <a:off x="4408488" y="1076325"/>
            <a:ext cx="33338" cy="101600"/>
          </a:xfrm>
          <a:custGeom>
            <a:avLst/>
            <a:gdLst>
              <a:gd name="T0" fmla="*/ 42 w 42"/>
              <a:gd name="T1" fmla="*/ 0 h 129"/>
              <a:gd name="T2" fmla="*/ 37 w 42"/>
              <a:gd name="T3" fmla="*/ 15 h 129"/>
              <a:gd name="T4" fmla="*/ 29 w 42"/>
              <a:gd name="T5" fmla="*/ 41 h 129"/>
              <a:gd name="T6" fmla="*/ 24 w 42"/>
              <a:gd name="T7" fmla="*/ 56 h 129"/>
              <a:gd name="T8" fmla="*/ 15 w 42"/>
              <a:gd name="T9" fmla="*/ 82 h 129"/>
              <a:gd name="T10" fmla="*/ 10 w 42"/>
              <a:gd name="T11" fmla="*/ 98 h 129"/>
              <a:gd name="T12" fmla="*/ 2 w 42"/>
              <a:gd name="T13" fmla="*/ 124 h 129"/>
              <a:gd name="T14" fmla="*/ 0 w 42"/>
              <a:gd name="T15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129">
                <a:moveTo>
                  <a:pt x="42" y="0"/>
                </a:moveTo>
                <a:lnTo>
                  <a:pt x="37" y="15"/>
                </a:lnTo>
                <a:moveTo>
                  <a:pt x="29" y="41"/>
                </a:moveTo>
                <a:lnTo>
                  <a:pt x="24" y="56"/>
                </a:lnTo>
                <a:moveTo>
                  <a:pt x="15" y="82"/>
                </a:moveTo>
                <a:lnTo>
                  <a:pt x="10" y="98"/>
                </a:lnTo>
                <a:moveTo>
                  <a:pt x="2" y="124"/>
                </a:moveTo>
                <a:lnTo>
                  <a:pt x="0" y="12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Freeform 1733">
            <a:extLst>
              <a:ext uri="{FF2B5EF4-FFF2-40B4-BE49-F238E27FC236}">
                <a16:creationId xmlns:a16="http://schemas.microsoft.com/office/drawing/2014/main" id="{43D265FF-A545-1CCC-E79B-C1B77A5A2E70}"/>
              </a:ext>
            </a:extLst>
          </p:cNvPr>
          <p:cNvSpPr>
            <a:spLocks noEditPoints="1"/>
          </p:cNvSpPr>
          <p:nvPr/>
        </p:nvSpPr>
        <p:spPr bwMode="auto">
          <a:xfrm>
            <a:off x="4624388" y="2973388"/>
            <a:ext cx="4763" cy="111125"/>
          </a:xfrm>
          <a:custGeom>
            <a:avLst/>
            <a:gdLst>
              <a:gd name="T0" fmla="*/ 6 w 6"/>
              <a:gd name="T1" fmla="*/ 0 h 140"/>
              <a:gd name="T2" fmla="*/ 5 w 6"/>
              <a:gd name="T3" fmla="*/ 17 h 140"/>
              <a:gd name="T4" fmla="*/ 4 w 6"/>
              <a:gd name="T5" fmla="*/ 44 h 140"/>
              <a:gd name="T6" fmla="*/ 3 w 6"/>
              <a:gd name="T7" fmla="*/ 60 h 140"/>
              <a:gd name="T8" fmla="*/ 2 w 6"/>
              <a:gd name="T9" fmla="*/ 87 h 140"/>
              <a:gd name="T10" fmla="*/ 1 w 6"/>
              <a:gd name="T11" fmla="*/ 104 h 140"/>
              <a:gd name="T12" fmla="*/ 0 w 6"/>
              <a:gd name="T13" fmla="*/ 131 h 140"/>
              <a:gd name="T14" fmla="*/ 0 w 6"/>
              <a:gd name="T15" fmla="*/ 14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" h="140">
                <a:moveTo>
                  <a:pt x="6" y="0"/>
                </a:moveTo>
                <a:lnTo>
                  <a:pt x="5" y="17"/>
                </a:lnTo>
                <a:moveTo>
                  <a:pt x="4" y="44"/>
                </a:moveTo>
                <a:lnTo>
                  <a:pt x="3" y="60"/>
                </a:lnTo>
                <a:moveTo>
                  <a:pt x="2" y="87"/>
                </a:moveTo>
                <a:lnTo>
                  <a:pt x="1" y="104"/>
                </a:lnTo>
                <a:moveTo>
                  <a:pt x="0" y="131"/>
                </a:moveTo>
                <a:lnTo>
                  <a:pt x="0" y="14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" name="Line 1734">
            <a:extLst>
              <a:ext uri="{FF2B5EF4-FFF2-40B4-BE49-F238E27FC236}">
                <a16:creationId xmlns:a16="http://schemas.microsoft.com/office/drawing/2014/main" id="{13223068-834C-317D-DC54-33A91E1897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2400" y="3363913"/>
            <a:ext cx="6350" cy="111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" name="Freeform 1735">
            <a:extLst>
              <a:ext uri="{FF2B5EF4-FFF2-40B4-BE49-F238E27FC236}">
                <a16:creationId xmlns:a16="http://schemas.microsoft.com/office/drawing/2014/main" id="{CAA44C62-A7BE-025A-9D98-1EE580A918E3}"/>
              </a:ext>
            </a:extLst>
          </p:cNvPr>
          <p:cNvSpPr>
            <a:spLocks noEditPoints="1"/>
          </p:cNvSpPr>
          <p:nvPr/>
        </p:nvSpPr>
        <p:spPr bwMode="auto">
          <a:xfrm>
            <a:off x="4341813" y="417513"/>
            <a:ext cx="44450" cy="68263"/>
          </a:xfrm>
          <a:custGeom>
            <a:avLst/>
            <a:gdLst>
              <a:gd name="T0" fmla="*/ 57 w 57"/>
              <a:gd name="T1" fmla="*/ 0 h 86"/>
              <a:gd name="T2" fmla="*/ 48 w 57"/>
              <a:gd name="T3" fmla="*/ 14 h 86"/>
              <a:gd name="T4" fmla="*/ 33 w 57"/>
              <a:gd name="T5" fmla="*/ 37 h 86"/>
              <a:gd name="T6" fmla="*/ 24 w 57"/>
              <a:gd name="T7" fmla="*/ 50 h 86"/>
              <a:gd name="T8" fmla="*/ 9 w 57"/>
              <a:gd name="T9" fmla="*/ 73 h 86"/>
              <a:gd name="T10" fmla="*/ 0 w 57"/>
              <a:gd name="T11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86">
                <a:moveTo>
                  <a:pt x="57" y="0"/>
                </a:moveTo>
                <a:lnTo>
                  <a:pt x="48" y="14"/>
                </a:lnTo>
                <a:moveTo>
                  <a:pt x="33" y="37"/>
                </a:moveTo>
                <a:lnTo>
                  <a:pt x="24" y="50"/>
                </a:lnTo>
                <a:moveTo>
                  <a:pt x="9" y="73"/>
                </a:moveTo>
                <a:lnTo>
                  <a:pt x="0" y="8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" name="Freeform 1736">
            <a:extLst>
              <a:ext uri="{FF2B5EF4-FFF2-40B4-BE49-F238E27FC236}">
                <a16:creationId xmlns:a16="http://schemas.microsoft.com/office/drawing/2014/main" id="{1A86274C-2CEA-02DD-0CE2-561A9678DA85}"/>
              </a:ext>
            </a:extLst>
          </p:cNvPr>
          <p:cNvSpPr>
            <a:spLocks noEditPoints="1"/>
          </p:cNvSpPr>
          <p:nvPr/>
        </p:nvSpPr>
        <p:spPr bwMode="auto">
          <a:xfrm>
            <a:off x="3992563" y="1874838"/>
            <a:ext cx="66675" cy="95250"/>
          </a:xfrm>
          <a:custGeom>
            <a:avLst/>
            <a:gdLst>
              <a:gd name="T0" fmla="*/ 85 w 85"/>
              <a:gd name="T1" fmla="*/ 0 h 120"/>
              <a:gd name="T2" fmla="*/ 76 w 85"/>
              <a:gd name="T3" fmla="*/ 14 h 120"/>
              <a:gd name="T4" fmla="*/ 60 w 85"/>
              <a:gd name="T5" fmla="*/ 36 h 120"/>
              <a:gd name="T6" fmla="*/ 50 w 85"/>
              <a:gd name="T7" fmla="*/ 49 h 120"/>
              <a:gd name="T8" fmla="*/ 34 w 85"/>
              <a:gd name="T9" fmla="*/ 71 h 120"/>
              <a:gd name="T10" fmla="*/ 25 w 85"/>
              <a:gd name="T11" fmla="*/ 85 h 120"/>
              <a:gd name="T12" fmla="*/ 9 w 85"/>
              <a:gd name="T13" fmla="*/ 107 h 120"/>
              <a:gd name="T14" fmla="*/ 0 w 85"/>
              <a:gd name="T15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5" h="120">
                <a:moveTo>
                  <a:pt x="85" y="0"/>
                </a:moveTo>
                <a:lnTo>
                  <a:pt x="76" y="14"/>
                </a:lnTo>
                <a:moveTo>
                  <a:pt x="60" y="36"/>
                </a:moveTo>
                <a:lnTo>
                  <a:pt x="50" y="49"/>
                </a:lnTo>
                <a:moveTo>
                  <a:pt x="34" y="71"/>
                </a:moveTo>
                <a:lnTo>
                  <a:pt x="25" y="85"/>
                </a:lnTo>
                <a:moveTo>
                  <a:pt x="9" y="107"/>
                </a:moveTo>
                <a:lnTo>
                  <a:pt x="0" y="120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" name="Freeform 1737">
            <a:extLst>
              <a:ext uri="{FF2B5EF4-FFF2-40B4-BE49-F238E27FC236}">
                <a16:creationId xmlns:a16="http://schemas.microsoft.com/office/drawing/2014/main" id="{A052C060-77EB-15BB-7FBC-535E96B31959}"/>
              </a:ext>
            </a:extLst>
          </p:cNvPr>
          <p:cNvSpPr>
            <a:spLocks noEditPoints="1"/>
          </p:cNvSpPr>
          <p:nvPr/>
        </p:nvSpPr>
        <p:spPr bwMode="auto">
          <a:xfrm>
            <a:off x="5370513" y="304800"/>
            <a:ext cx="52388" cy="92075"/>
          </a:xfrm>
          <a:custGeom>
            <a:avLst/>
            <a:gdLst>
              <a:gd name="T0" fmla="*/ 67 w 67"/>
              <a:gd name="T1" fmla="*/ 0 h 117"/>
              <a:gd name="T2" fmla="*/ 59 w 67"/>
              <a:gd name="T3" fmla="*/ 14 h 117"/>
              <a:gd name="T4" fmla="*/ 45 w 67"/>
              <a:gd name="T5" fmla="*/ 37 h 117"/>
              <a:gd name="T6" fmla="*/ 37 w 67"/>
              <a:gd name="T7" fmla="*/ 52 h 117"/>
              <a:gd name="T8" fmla="*/ 24 w 67"/>
              <a:gd name="T9" fmla="*/ 75 h 117"/>
              <a:gd name="T10" fmla="*/ 16 w 67"/>
              <a:gd name="T11" fmla="*/ 89 h 117"/>
              <a:gd name="T12" fmla="*/ 2 w 67"/>
              <a:gd name="T13" fmla="*/ 113 h 117"/>
              <a:gd name="T14" fmla="*/ 0 w 67"/>
              <a:gd name="T15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7" h="117">
                <a:moveTo>
                  <a:pt x="67" y="0"/>
                </a:moveTo>
                <a:lnTo>
                  <a:pt x="59" y="14"/>
                </a:lnTo>
                <a:moveTo>
                  <a:pt x="45" y="37"/>
                </a:moveTo>
                <a:lnTo>
                  <a:pt x="37" y="52"/>
                </a:lnTo>
                <a:moveTo>
                  <a:pt x="24" y="75"/>
                </a:moveTo>
                <a:lnTo>
                  <a:pt x="16" y="89"/>
                </a:lnTo>
                <a:moveTo>
                  <a:pt x="2" y="113"/>
                </a:moveTo>
                <a:lnTo>
                  <a:pt x="0" y="117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" name="Line 1738">
            <a:extLst>
              <a:ext uri="{FF2B5EF4-FFF2-40B4-BE49-F238E27FC236}">
                <a16:creationId xmlns:a16="http://schemas.microsoft.com/office/drawing/2014/main" id="{56418A1C-B402-2BD4-96DB-15353F7F54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5250" y="214313"/>
            <a:ext cx="0" cy="3176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" name="Line 1739">
            <a:extLst>
              <a:ext uri="{FF2B5EF4-FFF2-40B4-BE49-F238E27FC236}">
                <a16:creationId xmlns:a16="http://schemas.microsoft.com/office/drawing/2014/main" id="{3EE68C4C-D94E-C3DD-B281-F0B4497EF3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4988" y="214313"/>
            <a:ext cx="0" cy="317658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" name="Line 1740">
            <a:extLst>
              <a:ext uri="{FF2B5EF4-FFF2-40B4-BE49-F238E27FC236}">
                <a16:creationId xmlns:a16="http://schemas.microsoft.com/office/drawing/2014/main" id="{4F204B37-E37F-C928-5A1F-B736FBFA8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390900"/>
            <a:ext cx="1709738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" name="Line 1741">
            <a:extLst>
              <a:ext uri="{FF2B5EF4-FFF2-40B4-BE49-F238E27FC236}">
                <a16:creationId xmlns:a16="http://schemas.microsoft.com/office/drawing/2014/main" id="{F165F8DD-D8C2-2CDB-BCF0-96D4E6329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214313"/>
            <a:ext cx="1709738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" name="Rectangle 1742">
            <a:extLst>
              <a:ext uri="{FF2B5EF4-FFF2-40B4-BE49-F238E27FC236}">
                <a16:creationId xmlns:a16="http://schemas.microsoft.com/office/drawing/2014/main" id="{62F9D4CE-9AC5-8FDB-DC2D-933D0DB85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063" y="3509963"/>
            <a:ext cx="2254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(c)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4" name="Rectangle 1743">
            <a:extLst>
              <a:ext uri="{FF2B5EF4-FFF2-40B4-BE49-F238E27FC236}">
                <a16:creationId xmlns:a16="http://schemas.microsoft.com/office/drawing/2014/main" id="{2EB965AB-39DD-42D9-6BC6-5612F567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3514725"/>
            <a:ext cx="3159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角度概率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Rectangle 1744">
            <a:extLst>
              <a:ext uri="{FF2B5EF4-FFF2-40B4-BE49-F238E27FC236}">
                <a16:creationId xmlns:a16="http://schemas.microsoft.com/office/drawing/2014/main" id="{2F7B07DC-9563-640F-D17C-C3572B1A9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3" y="365283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6" name="Rectangle 1745">
            <a:extLst>
              <a:ext uri="{FF2B5EF4-FFF2-40B4-BE49-F238E27FC236}">
                <a16:creationId xmlns:a16="http://schemas.microsoft.com/office/drawing/2014/main" id="{C3A7825F-8B0E-8F4A-9C71-AE89BDBAB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3652838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Rectangle 1746">
            <a:extLst>
              <a:ext uri="{FF2B5EF4-FFF2-40B4-BE49-F238E27FC236}">
                <a16:creationId xmlns:a16="http://schemas.microsoft.com/office/drawing/2014/main" id="{221B15AA-0202-A151-32D9-62D378A7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3652838"/>
            <a:ext cx="920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8" name="Rectangle 1747">
            <a:extLst>
              <a:ext uri="{FF2B5EF4-FFF2-40B4-BE49-F238E27FC236}">
                <a16:creationId xmlns:a16="http://schemas.microsoft.com/office/drawing/2014/main" id="{3FDE6B37-C1D3-F227-D900-87FEA5817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0" y="365283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Rectangle 1748">
            <a:extLst>
              <a:ext uri="{FF2B5EF4-FFF2-40B4-BE49-F238E27FC236}">
                <a16:creationId xmlns:a16="http://schemas.microsoft.com/office/drawing/2014/main" id="{9EA26D2D-D679-BFF7-4CA3-8F7C5E48E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25" y="2406650"/>
            <a:ext cx="1031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0" name="Rectangle 1749">
            <a:extLst>
              <a:ext uri="{FF2B5EF4-FFF2-40B4-BE49-F238E27FC236}">
                <a16:creationId xmlns:a16="http://schemas.microsoft.com/office/drawing/2014/main" id="{FB4B0E80-90A4-E334-255A-50505135B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5" y="896938"/>
            <a:ext cx="1031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Freeform 1750">
            <a:extLst>
              <a:ext uri="{FF2B5EF4-FFF2-40B4-BE49-F238E27FC236}">
                <a16:creationId xmlns:a16="http://schemas.microsoft.com/office/drawing/2014/main" id="{3E297E63-C281-BC32-18FF-5C7820802D24}"/>
              </a:ext>
            </a:extLst>
          </p:cNvPr>
          <p:cNvSpPr>
            <a:spLocks/>
          </p:cNvSpPr>
          <p:nvPr/>
        </p:nvSpPr>
        <p:spPr bwMode="auto">
          <a:xfrm>
            <a:off x="1830388" y="4014788"/>
            <a:ext cx="268288" cy="0"/>
          </a:xfrm>
          <a:custGeom>
            <a:avLst/>
            <a:gdLst>
              <a:gd name="T0" fmla="*/ 0 w 336"/>
              <a:gd name="T1" fmla="*/ 168 w 336"/>
              <a:gd name="T2" fmla="*/ 336 w 33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36">
                <a:moveTo>
                  <a:pt x="0" y="0"/>
                </a:moveTo>
                <a:lnTo>
                  <a:pt x="168" y="0"/>
                </a:lnTo>
                <a:lnTo>
                  <a:pt x="336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" name="Rectangle 1751">
            <a:extLst>
              <a:ext uri="{FF2B5EF4-FFF2-40B4-BE49-F238E27FC236}">
                <a16:creationId xmlns:a16="http://schemas.microsoft.com/office/drawing/2014/main" id="{E47BB8B2-62F8-2986-75BA-9AA2E7EE9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3941763"/>
            <a:ext cx="18256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Freeform 1752">
            <a:extLst>
              <a:ext uri="{FF2B5EF4-FFF2-40B4-BE49-F238E27FC236}">
                <a16:creationId xmlns:a16="http://schemas.microsoft.com/office/drawing/2014/main" id="{32344D66-4CA2-B455-FF62-B69154EFAAE4}"/>
              </a:ext>
            </a:extLst>
          </p:cNvPr>
          <p:cNvSpPr>
            <a:spLocks noEditPoints="1"/>
          </p:cNvSpPr>
          <p:nvPr/>
        </p:nvSpPr>
        <p:spPr bwMode="auto">
          <a:xfrm>
            <a:off x="2589213" y="4014788"/>
            <a:ext cx="266700" cy="0"/>
          </a:xfrm>
          <a:custGeom>
            <a:avLst/>
            <a:gdLst>
              <a:gd name="T0" fmla="*/ 0 w 336"/>
              <a:gd name="T1" fmla="*/ 100 w 336"/>
              <a:gd name="T2" fmla="*/ 148 w 336"/>
              <a:gd name="T3" fmla="*/ 168 w 336"/>
              <a:gd name="T4" fmla="*/ 168 w 336"/>
              <a:gd name="T5" fmla="*/ 248 w 336"/>
              <a:gd name="T6" fmla="*/ 296 w 336"/>
              <a:gd name="T7" fmla="*/ 336 w 33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</a:cxnLst>
            <a:rect l="0" t="0" r="r" b="b"/>
            <a:pathLst>
              <a:path w="336">
                <a:moveTo>
                  <a:pt x="0" y="0"/>
                </a:moveTo>
                <a:lnTo>
                  <a:pt x="100" y="0"/>
                </a:lnTo>
                <a:moveTo>
                  <a:pt x="148" y="0"/>
                </a:moveTo>
                <a:lnTo>
                  <a:pt x="168" y="0"/>
                </a:lnTo>
                <a:moveTo>
                  <a:pt x="168" y="0"/>
                </a:moveTo>
                <a:lnTo>
                  <a:pt x="248" y="0"/>
                </a:lnTo>
                <a:moveTo>
                  <a:pt x="296" y="0"/>
                </a:moveTo>
                <a:lnTo>
                  <a:pt x="336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" name="Rectangle 1753">
            <a:extLst>
              <a:ext uri="{FF2B5EF4-FFF2-40B4-BE49-F238E27FC236}">
                <a16:creationId xmlns:a16="http://schemas.microsoft.com/office/drawing/2014/main" id="{B49CE16D-3560-E235-6E49-C0BC6F5D1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63" y="3941763"/>
            <a:ext cx="18256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Freeform 1754">
            <a:extLst>
              <a:ext uri="{FF2B5EF4-FFF2-40B4-BE49-F238E27FC236}">
                <a16:creationId xmlns:a16="http://schemas.microsoft.com/office/drawing/2014/main" id="{C7E99360-15AF-39EC-2B01-32AACFEBE52F}"/>
              </a:ext>
            </a:extLst>
          </p:cNvPr>
          <p:cNvSpPr>
            <a:spLocks noEditPoints="1"/>
          </p:cNvSpPr>
          <p:nvPr/>
        </p:nvSpPr>
        <p:spPr bwMode="auto">
          <a:xfrm>
            <a:off x="3348038" y="4014788"/>
            <a:ext cx="261938" cy="0"/>
          </a:xfrm>
          <a:custGeom>
            <a:avLst/>
            <a:gdLst>
              <a:gd name="T0" fmla="*/ 0 w 330"/>
              <a:gd name="T1" fmla="*/ 23 w 330"/>
              <a:gd name="T2" fmla="*/ 62 w 330"/>
              <a:gd name="T3" fmla="*/ 85 w 330"/>
              <a:gd name="T4" fmla="*/ 123 w 330"/>
              <a:gd name="T5" fmla="*/ 146 w 330"/>
              <a:gd name="T6" fmla="*/ 184 w 330"/>
              <a:gd name="T7" fmla="*/ 207 w 330"/>
              <a:gd name="T8" fmla="*/ 246 w 330"/>
              <a:gd name="T9" fmla="*/ 269 w 330"/>
              <a:gd name="T10" fmla="*/ 307 w 330"/>
              <a:gd name="T11" fmla="*/ 330 w 33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</a:cxnLst>
            <a:rect l="0" t="0" r="r" b="b"/>
            <a:pathLst>
              <a:path w="330">
                <a:moveTo>
                  <a:pt x="0" y="0"/>
                </a:moveTo>
                <a:lnTo>
                  <a:pt x="23" y="0"/>
                </a:lnTo>
                <a:moveTo>
                  <a:pt x="62" y="0"/>
                </a:moveTo>
                <a:lnTo>
                  <a:pt x="85" y="0"/>
                </a:lnTo>
                <a:moveTo>
                  <a:pt x="123" y="0"/>
                </a:moveTo>
                <a:lnTo>
                  <a:pt x="146" y="0"/>
                </a:lnTo>
                <a:moveTo>
                  <a:pt x="184" y="0"/>
                </a:moveTo>
                <a:lnTo>
                  <a:pt x="207" y="0"/>
                </a:lnTo>
                <a:moveTo>
                  <a:pt x="246" y="0"/>
                </a:moveTo>
                <a:lnTo>
                  <a:pt x="269" y="0"/>
                </a:lnTo>
                <a:moveTo>
                  <a:pt x="307" y="0"/>
                </a:moveTo>
                <a:lnTo>
                  <a:pt x="330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" name="Rectangle 1755">
            <a:extLst>
              <a:ext uri="{FF2B5EF4-FFF2-40B4-BE49-F238E27FC236}">
                <a16:creationId xmlns:a16="http://schemas.microsoft.com/office/drawing/2014/main" id="{3A96FAC1-FE9E-6014-E61E-D7CA687DF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3941763"/>
            <a:ext cx="18256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66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id="{B8213EBC-C039-0F23-3FD4-86B32181923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5668963" cy="649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C65E0831-20E7-B814-E4DD-9F99A4985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670551" cy="64928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7DCCD205-AE26-E68D-5E66-A3A3ED30A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130175"/>
            <a:ext cx="1982788" cy="1981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EC069CC1-7DAF-742D-5E0A-41FD0931DB53}"/>
              </a:ext>
            </a:extLst>
          </p:cNvPr>
          <p:cNvSpPr>
            <a:spLocks noEditPoints="1"/>
          </p:cNvSpPr>
          <p:nvPr/>
        </p:nvSpPr>
        <p:spPr bwMode="auto">
          <a:xfrm>
            <a:off x="1031875" y="1157288"/>
            <a:ext cx="874713" cy="952500"/>
          </a:xfrm>
          <a:custGeom>
            <a:avLst/>
            <a:gdLst>
              <a:gd name="T0" fmla="*/ 12 w 1103"/>
              <a:gd name="T1" fmla="*/ 13 h 1201"/>
              <a:gd name="T2" fmla="*/ 30 w 1103"/>
              <a:gd name="T3" fmla="*/ 33 h 1201"/>
              <a:gd name="T4" fmla="*/ 48 w 1103"/>
              <a:gd name="T5" fmla="*/ 53 h 1201"/>
              <a:gd name="T6" fmla="*/ 66 w 1103"/>
              <a:gd name="T7" fmla="*/ 72 h 1201"/>
              <a:gd name="T8" fmla="*/ 84 w 1103"/>
              <a:gd name="T9" fmla="*/ 92 h 1201"/>
              <a:gd name="T10" fmla="*/ 103 w 1103"/>
              <a:gd name="T11" fmla="*/ 112 h 1201"/>
              <a:gd name="T12" fmla="*/ 121 w 1103"/>
              <a:gd name="T13" fmla="*/ 132 h 1201"/>
              <a:gd name="T14" fmla="*/ 139 w 1103"/>
              <a:gd name="T15" fmla="*/ 152 h 1201"/>
              <a:gd name="T16" fmla="*/ 157 w 1103"/>
              <a:gd name="T17" fmla="*/ 171 h 1201"/>
              <a:gd name="T18" fmla="*/ 175 w 1103"/>
              <a:gd name="T19" fmla="*/ 191 h 1201"/>
              <a:gd name="T20" fmla="*/ 194 w 1103"/>
              <a:gd name="T21" fmla="*/ 211 h 1201"/>
              <a:gd name="T22" fmla="*/ 212 w 1103"/>
              <a:gd name="T23" fmla="*/ 231 h 1201"/>
              <a:gd name="T24" fmla="*/ 230 w 1103"/>
              <a:gd name="T25" fmla="*/ 251 h 1201"/>
              <a:gd name="T26" fmla="*/ 248 w 1103"/>
              <a:gd name="T27" fmla="*/ 270 h 1201"/>
              <a:gd name="T28" fmla="*/ 266 w 1103"/>
              <a:gd name="T29" fmla="*/ 290 h 1201"/>
              <a:gd name="T30" fmla="*/ 284 w 1103"/>
              <a:gd name="T31" fmla="*/ 310 h 1201"/>
              <a:gd name="T32" fmla="*/ 303 w 1103"/>
              <a:gd name="T33" fmla="*/ 330 h 1201"/>
              <a:gd name="T34" fmla="*/ 321 w 1103"/>
              <a:gd name="T35" fmla="*/ 350 h 1201"/>
              <a:gd name="T36" fmla="*/ 339 w 1103"/>
              <a:gd name="T37" fmla="*/ 369 h 1201"/>
              <a:gd name="T38" fmla="*/ 357 w 1103"/>
              <a:gd name="T39" fmla="*/ 389 h 1201"/>
              <a:gd name="T40" fmla="*/ 375 w 1103"/>
              <a:gd name="T41" fmla="*/ 409 h 1201"/>
              <a:gd name="T42" fmla="*/ 394 w 1103"/>
              <a:gd name="T43" fmla="*/ 429 h 1201"/>
              <a:gd name="T44" fmla="*/ 412 w 1103"/>
              <a:gd name="T45" fmla="*/ 449 h 1201"/>
              <a:gd name="T46" fmla="*/ 430 w 1103"/>
              <a:gd name="T47" fmla="*/ 468 h 1201"/>
              <a:gd name="T48" fmla="*/ 448 w 1103"/>
              <a:gd name="T49" fmla="*/ 488 h 1201"/>
              <a:gd name="T50" fmla="*/ 466 w 1103"/>
              <a:gd name="T51" fmla="*/ 508 h 1201"/>
              <a:gd name="T52" fmla="*/ 485 w 1103"/>
              <a:gd name="T53" fmla="*/ 528 h 1201"/>
              <a:gd name="T54" fmla="*/ 503 w 1103"/>
              <a:gd name="T55" fmla="*/ 548 h 1201"/>
              <a:gd name="T56" fmla="*/ 521 w 1103"/>
              <a:gd name="T57" fmla="*/ 567 h 1201"/>
              <a:gd name="T58" fmla="*/ 539 w 1103"/>
              <a:gd name="T59" fmla="*/ 587 h 1201"/>
              <a:gd name="T60" fmla="*/ 557 w 1103"/>
              <a:gd name="T61" fmla="*/ 607 h 1201"/>
              <a:gd name="T62" fmla="*/ 575 w 1103"/>
              <a:gd name="T63" fmla="*/ 627 h 1201"/>
              <a:gd name="T64" fmla="*/ 594 w 1103"/>
              <a:gd name="T65" fmla="*/ 646 h 1201"/>
              <a:gd name="T66" fmla="*/ 612 w 1103"/>
              <a:gd name="T67" fmla="*/ 666 h 1201"/>
              <a:gd name="T68" fmla="*/ 630 w 1103"/>
              <a:gd name="T69" fmla="*/ 686 h 1201"/>
              <a:gd name="T70" fmla="*/ 648 w 1103"/>
              <a:gd name="T71" fmla="*/ 706 h 1201"/>
              <a:gd name="T72" fmla="*/ 666 w 1103"/>
              <a:gd name="T73" fmla="*/ 726 h 1201"/>
              <a:gd name="T74" fmla="*/ 685 w 1103"/>
              <a:gd name="T75" fmla="*/ 745 h 1201"/>
              <a:gd name="T76" fmla="*/ 703 w 1103"/>
              <a:gd name="T77" fmla="*/ 765 h 1201"/>
              <a:gd name="T78" fmla="*/ 721 w 1103"/>
              <a:gd name="T79" fmla="*/ 785 h 1201"/>
              <a:gd name="T80" fmla="*/ 739 w 1103"/>
              <a:gd name="T81" fmla="*/ 805 h 1201"/>
              <a:gd name="T82" fmla="*/ 757 w 1103"/>
              <a:gd name="T83" fmla="*/ 825 h 1201"/>
              <a:gd name="T84" fmla="*/ 776 w 1103"/>
              <a:gd name="T85" fmla="*/ 844 h 1201"/>
              <a:gd name="T86" fmla="*/ 794 w 1103"/>
              <a:gd name="T87" fmla="*/ 864 h 1201"/>
              <a:gd name="T88" fmla="*/ 812 w 1103"/>
              <a:gd name="T89" fmla="*/ 884 h 1201"/>
              <a:gd name="T90" fmla="*/ 830 w 1103"/>
              <a:gd name="T91" fmla="*/ 904 h 1201"/>
              <a:gd name="T92" fmla="*/ 848 w 1103"/>
              <a:gd name="T93" fmla="*/ 924 h 1201"/>
              <a:gd name="T94" fmla="*/ 867 w 1103"/>
              <a:gd name="T95" fmla="*/ 943 h 1201"/>
              <a:gd name="T96" fmla="*/ 885 w 1103"/>
              <a:gd name="T97" fmla="*/ 963 h 1201"/>
              <a:gd name="T98" fmla="*/ 903 w 1103"/>
              <a:gd name="T99" fmla="*/ 983 h 1201"/>
              <a:gd name="T100" fmla="*/ 921 w 1103"/>
              <a:gd name="T101" fmla="*/ 1003 h 1201"/>
              <a:gd name="T102" fmla="*/ 939 w 1103"/>
              <a:gd name="T103" fmla="*/ 1023 h 1201"/>
              <a:gd name="T104" fmla="*/ 957 w 1103"/>
              <a:gd name="T105" fmla="*/ 1042 h 1201"/>
              <a:gd name="T106" fmla="*/ 976 w 1103"/>
              <a:gd name="T107" fmla="*/ 1062 h 1201"/>
              <a:gd name="T108" fmla="*/ 994 w 1103"/>
              <a:gd name="T109" fmla="*/ 1082 h 1201"/>
              <a:gd name="T110" fmla="*/ 1012 w 1103"/>
              <a:gd name="T111" fmla="*/ 1102 h 1201"/>
              <a:gd name="T112" fmla="*/ 1030 w 1103"/>
              <a:gd name="T113" fmla="*/ 1121 h 1201"/>
              <a:gd name="T114" fmla="*/ 1048 w 1103"/>
              <a:gd name="T115" fmla="*/ 1141 h 1201"/>
              <a:gd name="T116" fmla="*/ 1067 w 1103"/>
              <a:gd name="T117" fmla="*/ 1161 h 1201"/>
              <a:gd name="T118" fmla="*/ 1085 w 1103"/>
              <a:gd name="T119" fmla="*/ 1181 h 1201"/>
              <a:gd name="T120" fmla="*/ 1103 w 1103"/>
              <a:gd name="T121" fmla="*/ 1201 h 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103" h="1201">
                <a:moveTo>
                  <a:pt x="0" y="0"/>
                </a:moveTo>
                <a:lnTo>
                  <a:pt x="3" y="3"/>
                </a:lnTo>
                <a:moveTo>
                  <a:pt x="9" y="10"/>
                </a:moveTo>
                <a:lnTo>
                  <a:pt x="12" y="13"/>
                </a:lnTo>
                <a:moveTo>
                  <a:pt x="18" y="20"/>
                </a:moveTo>
                <a:lnTo>
                  <a:pt x="21" y="23"/>
                </a:lnTo>
                <a:moveTo>
                  <a:pt x="27" y="30"/>
                </a:moveTo>
                <a:lnTo>
                  <a:pt x="30" y="33"/>
                </a:lnTo>
                <a:moveTo>
                  <a:pt x="36" y="40"/>
                </a:moveTo>
                <a:lnTo>
                  <a:pt x="39" y="43"/>
                </a:lnTo>
                <a:moveTo>
                  <a:pt x="45" y="49"/>
                </a:moveTo>
                <a:lnTo>
                  <a:pt x="48" y="53"/>
                </a:lnTo>
                <a:moveTo>
                  <a:pt x="54" y="59"/>
                </a:moveTo>
                <a:lnTo>
                  <a:pt x="57" y="63"/>
                </a:lnTo>
                <a:moveTo>
                  <a:pt x="63" y="69"/>
                </a:moveTo>
                <a:lnTo>
                  <a:pt x="66" y="72"/>
                </a:lnTo>
                <a:moveTo>
                  <a:pt x="72" y="79"/>
                </a:moveTo>
                <a:lnTo>
                  <a:pt x="75" y="82"/>
                </a:lnTo>
                <a:moveTo>
                  <a:pt x="81" y="89"/>
                </a:moveTo>
                <a:lnTo>
                  <a:pt x="84" y="92"/>
                </a:lnTo>
                <a:moveTo>
                  <a:pt x="90" y="99"/>
                </a:moveTo>
                <a:lnTo>
                  <a:pt x="93" y="102"/>
                </a:lnTo>
                <a:moveTo>
                  <a:pt x="100" y="109"/>
                </a:moveTo>
                <a:lnTo>
                  <a:pt x="103" y="112"/>
                </a:lnTo>
                <a:moveTo>
                  <a:pt x="109" y="119"/>
                </a:moveTo>
                <a:lnTo>
                  <a:pt x="112" y="122"/>
                </a:lnTo>
                <a:moveTo>
                  <a:pt x="118" y="129"/>
                </a:moveTo>
                <a:lnTo>
                  <a:pt x="121" y="132"/>
                </a:lnTo>
                <a:moveTo>
                  <a:pt x="127" y="138"/>
                </a:moveTo>
                <a:lnTo>
                  <a:pt x="130" y="142"/>
                </a:lnTo>
                <a:moveTo>
                  <a:pt x="136" y="148"/>
                </a:moveTo>
                <a:lnTo>
                  <a:pt x="139" y="152"/>
                </a:lnTo>
                <a:moveTo>
                  <a:pt x="145" y="158"/>
                </a:moveTo>
                <a:lnTo>
                  <a:pt x="148" y="162"/>
                </a:lnTo>
                <a:moveTo>
                  <a:pt x="154" y="168"/>
                </a:moveTo>
                <a:lnTo>
                  <a:pt x="157" y="171"/>
                </a:lnTo>
                <a:moveTo>
                  <a:pt x="163" y="178"/>
                </a:moveTo>
                <a:lnTo>
                  <a:pt x="166" y="181"/>
                </a:lnTo>
                <a:moveTo>
                  <a:pt x="172" y="188"/>
                </a:moveTo>
                <a:lnTo>
                  <a:pt x="175" y="191"/>
                </a:lnTo>
                <a:moveTo>
                  <a:pt x="181" y="198"/>
                </a:moveTo>
                <a:lnTo>
                  <a:pt x="184" y="201"/>
                </a:lnTo>
                <a:moveTo>
                  <a:pt x="191" y="208"/>
                </a:moveTo>
                <a:lnTo>
                  <a:pt x="194" y="211"/>
                </a:lnTo>
                <a:moveTo>
                  <a:pt x="200" y="218"/>
                </a:moveTo>
                <a:lnTo>
                  <a:pt x="203" y="221"/>
                </a:lnTo>
                <a:moveTo>
                  <a:pt x="209" y="228"/>
                </a:moveTo>
                <a:lnTo>
                  <a:pt x="212" y="231"/>
                </a:lnTo>
                <a:moveTo>
                  <a:pt x="218" y="237"/>
                </a:moveTo>
                <a:lnTo>
                  <a:pt x="221" y="241"/>
                </a:lnTo>
                <a:moveTo>
                  <a:pt x="227" y="247"/>
                </a:moveTo>
                <a:lnTo>
                  <a:pt x="230" y="251"/>
                </a:lnTo>
                <a:moveTo>
                  <a:pt x="236" y="257"/>
                </a:moveTo>
                <a:lnTo>
                  <a:pt x="239" y="261"/>
                </a:lnTo>
                <a:moveTo>
                  <a:pt x="245" y="267"/>
                </a:moveTo>
                <a:lnTo>
                  <a:pt x="248" y="270"/>
                </a:lnTo>
                <a:moveTo>
                  <a:pt x="254" y="277"/>
                </a:moveTo>
                <a:lnTo>
                  <a:pt x="257" y="280"/>
                </a:lnTo>
                <a:moveTo>
                  <a:pt x="263" y="287"/>
                </a:moveTo>
                <a:lnTo>
                  <a:pt x="266" y="290"/>
                </a:lnTo>
                <a:moveTo>
                  <a:pt x="272" y="297"/>
                </a:moveTo>
                <a:lnTo>
                  <a:pt x="275" y="300"/>
                </a:lnTo>
                <a:moveTo>
                  <a:pt x="281" y="307"/>
                </a:moveTo>
                <a:lnTo>
                  <a:pt x="284" y="310"/>
                </a:lnTo>
                <a:moveTo>
                  <a:pt x="291" y="317"/>
                </a:moveTo>
                <a:lnTo>
                  <a:pt x="294" y="320"/>
                </a:lnTo>
                <a:moveTo>
                  <a:pt x="300" y="326"/>
                </a:moveTo>
                <a:lnTo>
                  <a:pt x="303" y="330"/>
                </a:lnTo>
                <a:moveTo>
                  <a:pt x="309" y="336"/>
                </a:moveTo>
                <a:lnTo>
                  <a:pt x="312" y="340"/>
                </a:lnTo>
                <a:moveTo>
                  <a:pt x="318" y="346"/>
                </a:moveTo>
                <a:lnTo>
                  <a:pt x="321" y="350"/>
                </a:lnTo>
                <a:moveTo>
                  <a:pt x="327" y="356"/>
                </a:moveTo>
                <a:lnTo>
                  <a:pt x="330" y="359"/>
                </a:lnTo>
                <a:moveTo>
                  <a:pt x="336" y="366"/>
                </a:moveTo>
                <a:lnTo>
                  <a:pt x="339" y="369"/>
                </a:lnTo>
                <a:moveTo>
                  <a:pt x="345" y="376"/>
                </a:moveTo>
                <a:lnTo>
                  <a:pt x="348" y="379"/>
                </a:lnTo>
                <a:moveTo>
                  <a:pt x="354" y="386"/>
                </a:moveTo>
                <a:lnTo>
                  <a:pt x="357" y="389"/>
                </a:lnTo>
                <a:moveTo>
                  <a:pt x="363" y="396"/>
                </a:moveTo>
                <a:lnTo>
                  <a:pt x="366" y="399"/>
                </a:lnTo>
                <a:moveTo>
                  <a:pt x="372" y="406"/>
                </a:moveTo>
                <a:lnTo>
                  <a:pt x="375" y="409"/>
                </a:lnTo>
                <a:moveTo>
                  <a:pt x="381" y="416"/>
                </a:moveTo>
                <a:lnTo>
                  <a:pt x="385" y="419"/>
                </a:lnTo>
                <a:moveTo>
                  <a:pt x="391" y="425"/>
                </a:moveTo>
                <a:lnTo>
                  <a:pt x="394" y="429"/>
                </a:lnTo>
                <a:moveTo>
                  <a:pt x="400" y="435"/>
                </a:moveTo>
                <a:lnTo>
                  <a:pt x="403" y="439"/>
                </a:lnTo>
                <a:moveTo>
                  <a:pt x="409" y="445"/>
                </a:moveTo>
                <a:lnTo>
                  <a:pt x="412" y="449"/>
                </a:lnTo>
                <a:moveTo>
                  <a:pt x="418" y="455"/>
                </a:moveTo>
                <a:lnTo>
                  <a:pt x="421" y="458"/>
                </a:lnTo>
                <a:moveTo>
                  <a:pt x="427" y="465"/>
                </a:moveTo>
                <a:lnTo>
                  <a:pt x="430" y="468"/>
                </a:lnTo>
                <a:moveTo>
                  <a:pt x="436" y="475"/>
                </a:moveTo>
                <a:lnTo>
                  <a:pt x="439" y="478"/>
                </a:lnTo>
                <a:moveTo>
                  <a:pt x="445" y="485"/>
                </a:moveTo>
                <a:lnTo>
                  <a:pt x="448" y="488"/>
                </a:lnTo>
                <a:moveTo>
                  <a:pt x="454" y="495"/>
                </a:moveTo>
                <a:lnTo>
                  <a:pt x="457" y="498"/>
                </a:lnTo>
                <a:moveTo>
                  <a:pt x="463" y="505"/>
                </a:moveTo>
                <a:lnTo>
                  <a:pt x="466" y="508"/>
                </a:lnTo>
                <a:moveTo>
                  <a:pt x="472" y="515"/>
                </a:moveTo>
                <a:lnTo>
                  <a:pt x="475" y="518"/>
                </a:lnTo>
                <a:moveTo>
                  <a:pt x="482" y="524"/>
                </a:moveTo>
                <a:lnTo>
                  <a:pt x="485" y="528"/>
                </a:lnTo>
                <a:moveTo>
                  <a:pt x="491" y="534"/>
                </a:moveTo>
                <a:lnTo>
                  <a:pt x="494" y="538"/>
                </a:lnTo>
                <a:moveTo>
                  <a:pt x="500" y="544"/>
                </a:moveTo>
                <a:lnTo>
                  <a:pt x="503" y="548"/>
                </a:lnTo>
                <a:moveTo>
                  <a:pt x="509" y="554"/>
                </a:moveTo>
                <a:lnTo>
                  <a:pt x="512" y="557"/>
                </a:lnTo>
                <a:moveTo>
                  <a:pt x="518" y="564"/>
                </a:moveTo>
                <a:lnTo>
                  <a:pt x="521" y="567"/>
                </a:lnTo>
                <a:moveTo>
                  <a:pt x="527" y="574"/>
                </a:moveTo>
                <a:lnTo>
                  <a:pt x="530" y="577"/>
                </a:lnTo>
                <a:moveTo>
                  <a:pt x="536" y="584"/>
                </a:moveTo>
                <a:lnTo>
                  <a:pt x="539" y="587"/>
                </a:lnTo>
                <a:moveTo>
                  <a:pt x="545" y="594"/>
                </a:moveTo>
                <a:lnTo>
                  <a:pt x="548" y="597"/>
                </a:lnTo>
                <a:moveTo>
                  <a:pt x="554" y="604"/>
                </a:moveTo>
                <a:lnTo>
                  <a:pt x="557" y="607"/>
                </a:lnTo>
                <a:moveTo>
                  <a:pt x="563" y="613"/>
                </a:moveTo>
                <a:lnTo>
                  <a:pt x="566" y="617"/>
                </a:lnTo>
                <a:moveTo>
                  <a:pt x="572" y="623"/>
                </a:moveTo>
                <a:lnTo>
                  <a:pt x="575" y="627"/>
                </a:lnTo>
                <a:moveTo>
                  <a:pt x="582" y="633"/>
                </a:moveTo>
                <a:lnTo>
                  <a:pt x="585" y="637"/>
                </a:lnTo>
                <a:moveTo>
                  <a:pt x="591" y="643"/>
                </a:moveTo>
                <a:lnTo>
                  <a:pt x="594" y="646"/>
                </a:lnTo>
                <a:moveTo>
                  <a:pt x="600" y="653"/>
                </a:moveTo>
                <a:lnTo>
                  <a:pt x="603" y="656"/>
                </a:lnTo>
                <a:moveTo>
                  <a:pt x="609" y="663"/>
                </a:moveTo>
                <a:lnTo>
                  <a:pt x="612" y="666"/>
                </a:lnTo>
                <a:moveTo>
                  <a:pt x="618" y="673"/>
                </a:moveTo>
                <a:lnTo>
                  <a:pt x="621" y="676"/>
                </a:lnTo>
                <a:moveTo>
                  <a:pt x="627" y="683"/>
                </a:moveTo>
                <a:lnTo>
                  <a:pt x="630" y="686"/>
                </a:lnTo>
                <a:moveTo>
                  <a:pt x="636" y="693"/>
                </a:moveTo>
                <a:lnTo>
                  <a:pt x="639" y="696"/>
                </a:lnTo>
                <a:moveTo>
                  <a:pt x="645" y="703"/>
                </a:moveTo>
                <a:lnTo>
                  <a:pt x="648" y="706"/>
                </a:lnTo>
                <a:moveTo>
                  <a:pt x="654" y="712"/>
                </a:moveTo>
                <a:lnTo>
                  <a:pt x="657" y="716"/>
                </a:lnTo>
                <a:moveTo>
                  <a:pt x="663" y="722"/>
                </a:moveTo>
                <a:lnTo>
                  <a:pt x="666" y="726"/>
                </a:lnTo>
                <a:moveTo>
                  <a:pt x="672" y="732"/>
                </a:moveTo>
                <a:lnTo>
                  <a:pt x="676" y="736"/>
                </a:lnTo>
                <a:moveTo>
                  <a:pt x="682" y="742"/>
                </a:moveTo>
                <a:lnTo>
                  <a:pt x="685" y="745"/>
                </a:lnTo>
                <a:moveTo>
                  <a:pt x="691" y="752"/>
                </a:moveTo>
                <a:lnTo>
                  <a:pt x="694" y="755"/>
                </a:lnTo>
                <a:moveTo>
                  <a:pt x="700" y="762"/>
                </a:moveTo>
                <a:lnTo>
                  <a:pt x="703" y="765"/>
                </a:lnTo>
                <a:moveTo>
                  <a:pt x="709" y="772"/>
                </a:moveTo>
                <a:lnTo>
                  <a:pt x="712" y="775"/>
                </a:lnTo>
                <a:moveTo>
                  <a:pt x="718" y="782"/>
                </a:moveTo>
                <a:lnTo>
                  <a:pt x="721" y="785"/>
                </a:lnTo>
                <a:moveTo>
                  <a:pt x="727" y="792"/>
                </a:moveTo>
                <a:lnTo>
                  <a:pt x="730" y="795"/>
                </a:lnTo>
                <a:moveTo>
                  <a:pt x="736" y="801"/>
                </a:moveTo>
                <a:lnTo>
                  <a:pt x="739" y="805"/>
                </a:lnTo>
                <a:moveTo>
                  <a:pt x="745" y="811"/>
                </a:moveTo>
                <a:lnTo>
                  <a:pt x="748" y="815"/>
                </a:lnTo>
                <a:moveTo>
                  <a:pt x="754" y="821"/>
                </a:moveTo>
                <a:lnTo>
                  <a:pt x="757" y="825"/>
                </a:lnTo>
                <a:moveTo>
                  <a:pt x="763" y="831"/>
                </a:moveTo>
                <a:lnTo>
                  <a:pt x="766" y="834"/>
                </a:lnTo>
                <a:moveTo>
                  <a:pt x="773" y="841"/>
                </a:moveTo>
                <a:lnTo>
                  <a:pt x="776" y="844"/>
                </a:lnTo>
                <a:moveTo>
                  <a:pt x="782" y="851"/>
                </a:moveTo>
                <a:lnTo>
                  <a:pt x="785" y="854"/>
                </a:lnTo>
                <a:moveTo>
                  <a:pt x="791" y="861"/>
                </a:moveTo>
                <a:lnTo>
                  <a:pt x="794" y="864"/>
                </a:lnTo>
                <a:moveTo>
                  <a:pt x="800" y="871"/>
                </a:moveTo>
                <a:lnTo>
                  <a:pt x="803" y="874"/>
                </a:lnTo>
                <a:moveTo>
                  <a:pt x="809" y="881"/>
                </a:moveTo>
                <a:lnTo>
                  <a:pt x="812" y="884"/>
                </a:lnTo>
                <a:moveTo>
                  <a:pt x="818" y="891"/>
                </a:moveTo>
                <a:lnTo>
                  <a:pt x="821" y="894"/>
                </a:lnTo>
                <a:moveTo>
                  <a:pt x="827" y="900"/>
                </a:moveTo>
                <a:lnTo>
                  <a:pt x="830" y="904"/>
                </a:lnTo>
                <a:moveTo>
                  <a:pt x="836" y="910"/>
                </a:moveTo>
                <a:lnTo>
                  <a:pt x="839" y="914"/>
                </a:lnTo>
                <a:moveTo>
                  <a:pt x="845" y="920"/>
                </a:moveTo>
                <a:lnTo>
                  <a:pt x="848" y="924"/>
                </a:lnTo>
                <a:moveTo>
                  <a:pt x="854" y="930"/>
                </a:moveTo>
                <a:lnTo>
                  <a:pt x="857" y="933"/>
                </a:lnTo>
                <a:moveTo>
                  <a:pt x="863" y="940"/>
                </a:moveTo>
                <a:lnTo>
                  <a:pt x="867" y="943"/>
                </a:lnTo>
                <a:moveTo>
                  <a:pt x="873" y="950"/>
                </a:moveTo>
                <a:lnTo>
                  <a:pt x="876" y="953"/>
                </a:lnTo>
                <a:moveTo>
                  <a:pt x="882" y="960"/>
                </a:moveTo>
                <a:lnTo>
                  <a:pt x="885" y="963"/>
                </a:lnTo>
                <a:moveTo>
                  <a:pt x="891" y="970"/>
                </a:moveTo>
                <a:lnTo>
                  <a:pt x="894" y="973"/>
                </a:lnTo>
                <a:moveTo>
                  <a:pt x="900" y="980"/>
                </a:moveTo>
                <a:lnTo>
                  <a:pt x="903" y="983"/>
                </a:lnTo>
                <a:moveTo>
                  <a:pt x="909" y="990"/>
                </a:moveTo>
                <a:lnTo>
                  <a:pt x="912" y="993"/>
                </a:lnTo>
                <a:moveTo>
                  <a:pt x="918" y="999"/>
                </a:moveTo>
                <a:lnTo>
                  <a:pt x="921" y="1003"/>
                </a:lnTo>
                <a:moveTo>
                  <a:pt x="927" y="1009"/>
                </a:moveTo>
                <a:lnTo>
                  <a:pt x="930" y="1013"/>
                </a:lnTo>
                <a:moveTo>
                  <a:pt x="936" y="1019"/>
                </a:moveTo>
                <a:lnTo>
                  <a:pt x="939" y="1023"/>
                </a:lnTo>
                <a:moveTo>
                  <a:pt x="945" y="1029"/>
                </a:moveTo>
                <a:lnTo>
                  <a:pt x="948" y="1032"/>
                </a:lnTo>
                <a:moveTo>
                  <a:pt x="954" y="1039"/>
                </a:moveTo>
                <a:lnTo>
                  <a:pt x="957" y="1042"/>
                </a:lnTo>
                <a:moveTo>
                  <a:pt x="964" y="1049"/>
                </a:moveTo>
                <a:lnTo>
                  <a:pt x="967" y="1052"/>
                </a:lnTo>
                <a:moveTo>
                  <a:pt x="973" y="1059"/>
                </a:moveTo>
                <a:lnTo>
                  <a:pt x="976" y="1062"/>
                </a:lnTo>
                <a:moveTo>
                  <a:pt x="982" y="1069"/>
                </a:moveTo>
                <a:lnTo>
                  <a:pt x="985" y="1072"/>
                </a:lnTo>
                <a:moveTo>
                  <a:pt x="991" y="1079"/>
                </a:moveTo>
                <a:lnTo>
                  <a:pt x="994" y="1082"/>
                </a:lnTo>
                <a:moveTo>
                  <a:pt x="1000" y="1088"/>
                </a:moveTo>
                <a:lnTo>
                  <a:pt x="1003" y="1092"/>
                </a:lnTo>
                <a:moveTo>
                  <a:pt x="1009" y="1098"/>
                </a:moveTo>
                <a:lnTo>
                  <a:pt x="1012" y="1102"/>
                </a:lnTo>
                <a:moveTo>
                  <a:pt x="1018" y="1108"/>
                </a:moveTo>
                <a:lnTo>
                  <a:pt x="1021" y="1112"/>
                </a:lnTo>
                <a:moveTo>
                  <a:pt x="1027" y="1118"/>
                </a:moveTo>
                <a:lnTo>
                  <a:pt x="1030" y="1121"/>
                </a:lnTo>
                <a:moveTo>
                  <a:pt x="1036" y="1128"/>
                </a:moveTo>
                <a:lnTo>
                  <a:pt x="1039" y="1131"/>
                </a:lnTo>
                <a:moveTo>
                  <a:pt x="1045" y="1138"/>
                </a:moveTo>
                <a:lnTo>
                  <a:pt x="1048" y="1141"/>
                </a:lnTo>
                <a:moveTo>
                  <a:pt x="1054" y="1148"/>
                </a:moveTo>
                <a:lnTo>
                  <a:pt x="1057" y="1151"/>
                </a:lnTo>
                <a:moveTo>
                  <a:pt x="1064" y="1158"/>
                </a:moveTo>
                <a:lnTo>
                  <a:pt x="1067" y="1161"/>
                </a:lnTo>
                <a:moveTo>
                  <a:pt x="1073" y="1168"/>
                </a:moveTo>
                <a:lnTo>
                  <a:pt x="1076" y="1171"/>
                </a:lnTo>
                <a:moveTo>
                  <a:pt x="1082" y="1178"/>
                </a:moveTo>
                <a:lnTo>
                  <a:pt x="1085" y="1181"/>
                </a:lnTo>
                <a:moveTo>
                  <a:pt x="1091" y="1187"/>
                </a:moveTo>
                <a:lnTo>
                  <a:pt x="1094" y="1191"/>
                </a:lnTo>
                <a:moveTo>
                  <a:pt x="1100" y="1197"/>
                </a:moveTo>
                <a:lnTo>
                  <a:pt x="1103" y="120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Freeform 8">
            <a:extLst>
              <a:ext uri="{FF2B5EF4-FFF2-40B4-BE49-F238E27FC236}">
                <a16:creationId xmlns:a16="http://schemas.microsoft.com/office/drawing/2014/main" id="{3CC54072-670A-5129-336B-A907BA02D298}"/>
              </a:ext>
            </a:extLst>
          </p:cNvPr>
          <p:cNvSpPr>
            <a:spLocks noEditPoints="1"/>
          </p:cNvSpPr>
          <p:nvPr/>
        </p:nvSpPr>
        <p:spPr bwMode="auto">
          <a:xfrm>
            <a:off x="592138" y="1938338"/>
            <a:ext cx="144463" cy="173038"/>
          </a:xfrm>
          <a:custGeom>
            <a:avLst/>
            <a:gdLst>
              <a:gd name="T0" fmla="*/ 0 w 182"/>
              <a:gd name="T1" fmla="*/ 0 h 219"/>
              <a:gd name="T2" fmla="*/ 3 w 182"/>
              <a:gd name="T3" fmla="*/ 3 h 219"/>
              <a:gd name="T4" fmla="*/ 8 w 182"/>
              <a:gd name="T5" fmla="*/ 10 h 219"/>
              <a:gd name="T6" fmla="*/ 11 w 182"/>
              <a:gd name="T7" fmla="*/ 14 h 219"/>
              <a:gd name="T8" fmla="*/ 17 w 182"/>
              <a:gd name="T9" fmla="*/ 21 h 219"/>
              <a:gd name="T10" fmla="*/ 20 w 182"/>
              <a:gd name="T11" fmla="*/ 24 h 219"/>
              <a:gd name="T12" fmla="*/ 25 w 182"/>
              <a:gd name="T13" fmla="*/ 31 h 219"/>
              <a:gd name="T14" fmla="*/ 28 w 182"/>
              <a:gd name="T15" fmla="*/ 34 h 219"/>
              <a:gd name="T16" fmla="*/ 34 w 182"/>
              <a:gd name="T17" fmla="*/ 41 h 219"/>
              <a:gd name="T18" fmla="*/ 37 w 182"/>
              <a:gd name="T19" fmla="*/ 45 h 219"/>
              <a:gd name="T20" fmla="*/ 43 w 182"/>
              <a:gd name="T21" fmla="*/ 52 h 219"/>
              <a:gd name="T22" fmla="*/ 46 w 182"/>
              <a:gd name="T23" fmla="*/ 55 h 219"/>
              <a:gd name="T24" fmla="*/ 51 w 182"/>
              <a:gd name="T25" fmla="*/ 62 h 219"/>
              <a:gd name="T26" fmla="*/ 54 w 182"/>
              <a:gd name="T27" fmla="*/ 65 h 219"/>
              <a:gd name="T28" fmla="*/ 60 w 182"/>
              <a:gd name="T29" fmla="*/ 72 h 219"/>
              <a:gd name="T30" fmla="*/ 63 w 182"/>
              <a:gd name="T31" fmla="*/ 76 h 219"/>
              <a:gd name="T32" fmla="*/ 68 w 182"/>
              <a:gd name="T33" fmla="*/ 83 h 219"/>
              <a:gd name="T34" fmla="*/ 71 w 182"/>
              <a:gd name="T35" fmla="*/ 86 h 219"/>
              <a:gd name="T36" fmla="*/ 77 w 182"/>
              <a:gd name="T37" fmla="*/ 93 h 219"/>
              <a:gd name="T38" fmla="*/ 80 w 182"/>
              <a:gd name="T39" fmla="*/ 96 h 219"/>
              <a:gd name="T40" fmla="*/ 86 w 182"/>
              <a:gd name="T41" fmla="*/ 103 h 219"/>
              <a:gd name="T42" fmla="*/ 89 w 182"/>
              <a:gd name="T43" fmla="*/ 107 h 219"/>
              <a:gd name="T44" fmla="*/ 94 w 182"/>
              <a:gd name="T45" fmla="*/ 114 h 219"/>
              <a:gd name="T46" fmla="*/ 97 w 182"/>
              <a:gd name="T47" fmla="*/ 117 h 219"/>
              <a:gd name="T48" fmla="*/ 103 w 182"/>
              <a:gd name="T49" fmla="*/ 124 h 219"/>
              <a:gd name="T50" fmla="*/ 106 w 182"/>
              <a:gd name="T51" fmla="*/ 127 h 219"/>
              <a:gd name="T52" fmla="*/ 111 w 182"/>
              <a:gd name="T53" fmla="*/ 134 h 219"/>
              <a:gd name="T54" fmla="*/ 114 w 182"/>
              <a:gd name="T55" fmla="*/ 138 h 219"/>
              <a:gd name="T56" fmla="*/ 120 w 182"/>
              <a:gd name="T57" fmla="*/ 144 h 219"/>
              <a:gd name="T58" fmla="*/ 123 w 182"/>
              <a:gd name="T59" fmla="*/ 148 h 219"/>
              <a:gd name="T60" fmla="*/ 129 w 182"/>
              <a:gd name="T61" fmla="*/ 155 h 219"/>
              <a:gd name="T62" fmla="*/ 132 w 182"/>
              <a:gd name="T63" fmla="*/ 158 h 219"/>
              <a:gd name="T64" fmla="*/ 137 w 182"/>
              <a:gd name="T65" fmla="*/ 165 h 219"/>
              <a:gd name="T66" fmla="*/ 140 w 182"/>
              <a:gd name="T67" fmla="*/ 169 h 219"/>
              <a:gd name="T68" fmla="*/ 146 w 182"/>
              <a:gd name="T69" fmla="*/ 175 h 219"/>
              <a:gd name="T70" fmla="*/ 149 w 182"/>
              <a:gd name="T71" fmla="*/ 179 h 219"/>
              <a:gd name="T72" fmla="*/ 154 w 182"/>
              <a:gd name="T73" fmla="*/ 186 h 219"/>
              <a:gd name="T74" fmla="*/ 157 w 182"/>
              <a:gd name="T75" fmla="*/ 189 h 219"/>
              <a:gd name="T76" fmla="*/ 163 w 182"/>
              <a:gd name="T77" fmla="*/ 196 h 219"/>
              <a:gd name="T78" fmla="*/ 166 w 182"/>
              <a:gd name="T79" fmla="*/ 200 h 219"/>
              <a:gd name="T80" fmla="*/ 172 w 182"/>
              <a:gd name="T81" fmla="*/ 206 h 219"/>
              <a:gd name="T82" fmla="*/ 175 w 182"/>
              <a:gd name="T83" fmla="*/ 210 h 219"/>
              <a:gd name="T84" fmla="*/ 180 w 182"/>
              <a:gd name="T85" fmla="*/ 217 h 219"/>
              <a:gd name="T86" fmla="*/ 182 w 182"/>
              <a:gd name="T87" fmla="*/ 219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82" h="219">
                <a:moveTo>
                  <a:pt x="0" y="0"/>
                </a:moveTo>
                <a:lnTo>
                  <a:pt x="3" y="3"/>
                </a:lnTo>
                <a:moveTo>
                  <a:pt x="8" y="10"/>
                </a:moveTo>
                <a:lnTo>
                  <a:pt x="11" y="14"/>
                </a:lnTo>
                <a:moveTo>
                  <a:pt x="17" y="21"/>
                </a:moveTo>
                <a:lnTo>
                  <a:pt x="20" y="24"/>
                </a:lnTo>
                <a:moveTo>
                  <a:pt x="25" y="31"/>
                </a:moveTo>
                <a:lnTo>
                  <a:pt x="28" y="34"/>
                </a:lnTo>
                <a:moveTo>
                  <a:pt x="34" y="41"/>
                </a:moveTo>
                <a:lnTo>
                  <a:pt x="37" y="45"/>
                </a:lnTo>
                <a:moveTo>
                  <a:pt x="43" y="52"/>
                </a:moveTo>
                <a:lnTo>
                  <a:pt x="46" y="55"/>
                </a:lnTo>
                <a:moveTo>
                  <a:pt x="51" y="62"/>
                </a:moveTo>
                <a:lnTo>
                  <a:pt x="54" y="65"/>
                </a:lnTo>
                <a:moveTo>
                  <a:pt x="60" y="72"/>
                </a:moveTo>
                <a:lnTo>
                  <a:pt x="63" y="76"/>
                </a:lnTo>
                <a:moveTo>
                  <a:pt x="68" y="83"/>
                </a:moveTo>
                <a:lnTo>
                  <a:pt x="71" y="86"/>
                </a:lnTo>
                <a:moveTo>
                  <a:pt x="77" y="93"/>
                </a:moveTo>
                <a:lnTo>
                  <a:pt x="80" y="96"/>
                </a:lnTo>
                <a:moveTo>
                  <a:pt x="86" y="103"/>
                </a:moveTo>
                <a:lnTo>
                  <a:pt x="89" y="107"/>
                </a:lnTo>
                <a:moveTo>
                  <a:pt x="94" y="114"/>
                </a:moveTo>
                <a:lnTo>
                  <a:pt x="97" y="117"/>
                </a:lnTo>
                <a:moveTo>
                  <a:pt x="103" y="124"/>
                </a:moveTo>
                <a:lnTo>
                  <a:pt x="106" y="127"/>
                </a:lnTo>
                <a:moveTo>
                  <a:pt x="111" y="134"/>
                </a:moveTo>
                <a:lnTo>
                  <a:pt x="114" y="138"/>
                </a:lnTo>
                <a:moveTo>
                  <a:pt x="120" y="144"/>
                </a:moveTo>
                <a:lnTo>
                  <a:pt x="123" y="148"/>
                </a:lnTo>
                <a:moveTo>
                  <a:pt x="129" y="155"/>
                </a:moveTo>
                <a:lnTo>
                  <a:pt x="132" y="158"/>
                </a:lnTo>
                <a:moveTo>
                  <a:pt x="137" y="165"/>
                </a:moveTo>
                <a:lnTo>
                  <a:pt x="140" y="169"/>
                </a:lnTo>
                <a:moveTo>
                  <a:pt x="146" y="175"/>
                </a:moveTo>
                <a:lnTo>
                  <a:pt x="149" y="179"/>
                </a:lnTo>
                <a:moveTo>
                  <a:pt x="154" y="186"/>
                </a:moveTo>
                <a:lnTo>
                  <a:pt x="157" y="189"/>
                </a:lnTo>
                <a:moveTo>
                  <a:pt x="163" y="196"/>
                </a:moveTo>
                <a:lnTo>
                  <a:pt x="166" y="200"/>
                </a:lnTo>
                <a:moveTo>
                  <a:pt x="172" y="206"/>
                </a:moveTo>
                <a:lnTo>
                  <a:pt x="175" y="210"/>
                </a:lnTo>
                <a:moveTo>
                  <a:pt x="180" y="217"/>
                </a:moveTo>
                <a:lnTo>
                  <a:pt x="182" y="21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9">
            <a:extLst>
              <a:ext uri="{FF2B5EF4-FFF2-40B4-BE49-F238E27FC236}">
                <a16:creationId xmlns:a16="http://schemas.microsoft.com/office/drawing/2014/main" id="{A037EF4E-DF23-926E-BF78-FF4BD2759BF4}"/>
              </a:ext>
            </a:extLst>
          </p:cNvPr>
          <p:cNvSpPr>
            <a:spLocks noEditPoints="1"/>
          </p:cNvSpPr>
          <p:nvPr/>
        </p:nvSpPr>
        <p:spPr bwMode="auto">
          <a:xfrm>
            <a:off x="982663" y="554038"/>
            <a:ext cx="1365250" cy="1557338"/>
          </a:xfrm>
          <a:custGeom>
            <a:avLst/>
            <a:gdLst>
              <a:gd name="T0" fmla="*/ 27 w 1719"/>
              <a:gd name="T1" fmla="*/ 31 h 1963"/>
              <a:gd name="T2" fmla="*/ 56 w 1719"/>
              <a:gd name="T3" fmla="*/ 65 h 1963"/>
              <a:gd name="T4" fmla="*/ 89 w 1719"/>
              <a:gd name="T5" fmla="*/ 102 h 1963"/>
              <a:gd name="T6" fmla="*/ 118 w 1719"/>
              <a:gd name="T7" fmla="*/ 135 h 1963"/>
              <a:gd name="T8" fmla="*/ 151 w 1719"/>
              <a:gd name="T9" fmla="*/ 172 h 1963"/>
              <a:gd name="T10" fmla="*/ 180 w 1719"/>
              <a:gd name="T11" fmla="*/ 206 h 1963"/>
              <a:gd name="T12" fmla="*/ 213 w 1719"/>
              <a:gd name="T13" fmla="*/ 243 h 1963"/>
              <a:gd name="T14" fmla="*/ 242 w 1719"/>
              <a:gd name="T15" fmla="*/ 277 h 1963"/>
              <a:gd name="T16" fmla="*/ 275 w 1719"/>
              <a:gd name="T17" fmla="*/ 314 h 1963"/>
              <a:gd name="T18" fmla="*/ 304 w 1719"/>
              <a:gd name="T19" fmla="*/ 348 h 1963"/>
              <a:gd name="T20" fmla="*/ 337 w 1719"/>
              <a:gd name="T21" fmla="*/ 385 h 1963"/>
              <a:gd name="T22" fmla="*/ 366 w 1719"/>
              <a:gd name="T23" fmla="*/ 418 h 1963"/>
              <a:gd name="T24" fmla="*/ 399 w 1719"/>
              <a:gd name="T25" fmla="*/ 455 h 1963"/>
              <a:gd name="T26" fmla="*/ 428 w 1719"/>
              <a:gd name="T27" fmla="*/ 489 h 1963"/>
              <a:gd name="T28" fmla="*/ 461 w 1719"/>
              <a:gd name="T29" fmla="*/ 526 h 1963"/>
              <a:gd name="T30" fmla="*/ 490 w 1719"/>
              <a:gd name="T31" fmla="*/ 560 h 1963"/>
              <a:gd name="T32" fmla="*/ 523 w 1719"/>
              <a:gd name="T33" fmla="*/ 597 h 1963"/>
              <a:gd name="T34" fmla="*/ 552 w 1719"/>
              <a:gd name="T35" fmla="*/ 631 h 1963"/>
              <a:gd name="T36" fmla="*/ 585 w 1719"/>
              <a:gd name="T37" fmla="*/ 668 h 1963"/>
              <a:gd name="T38" fmla="*/ 614 w 1719"/>
              <a:gd name="T39" fmla="*/ 701 h 1963"/>
              <a:gd name="T40" fmla="*/ 646 w 1719"/>
              <a:gd name="T41" fmla="*/ 739 h 1963"/>
              <a:gd name="T42" fmla="*/ 676 w 1719"/>
              <a:gd name="T43" fmla="*/ 772 h 1963"/>
              <a:gd name="T44" fmla="*/ 708 w 1719"/>
              <a:gd name="T45" fmla="*/ 809 h 1963"/>
              <a:gd name="T46" fmla="*/ 738 w 1719"/>
              <a:gd name="T47" fmla="*/ 843 h 1963"/>
              <a:gd name="T48" fmla="*/ 770 w 1719"/>
              <a:gd name="T49" fmla="*/ 880 h 1963"/>
              <a:gd name="T50" fmla="*/ 800 w 1719"/>
              <a:gd name="T51" fmla="*/ 914 h 1963"/>
              <a:gd name="T52" fmla="*/ 832 w 1719"/>
              <a:gd name="T53" fmla="*/ 951 h 1963"/>
              <a:gd name="T54" fmla="*/ 862 w 1719"/>
              <a:gd name="T55" fmla="*/ 985 h 1963"/>
              <a:gd name="T56" fmla="*/ 894 w 1719"/>
              <a:gd name="T57" fmla="*/ 1022 h 1963"/>
              <a:gd name="T58" fmla="*/ 924 w 1719"/>
              <a:gd name="T59" fmla="*/ 1055 h 1963"/>
              <a:gd name="T60" fmla="*/ 956 w 1719"/>
              <a:gd name="T61" fmla="*/ 1092 h 1963"/>
              <a:gd name="T62" fmla="*/ 986 w 1719"/>
              <a:gd name="T63" fmla="*/ 1126 h 1963"/>
              <a:gd name="T64" fmla="*/ 1018 w 1719"/>
              <a:gd name="T65" fmla="*/ 1163 h 1963"/>
              <a:gd name="T66" fmla="*/ 1048 w 1719"/>
              <a:gd name="T67" fmla="*/ 1197 h 1963"/>
              <a:gd name="T68" fmla="*/ 1080 w 1719"/>
              <a:gd name="T69" fmla="*/ 1234 h 1963"/>
              <a:gd name="T70" fmla="*/ 1110 w 1719"/>
              <a:gd name="T71" fmla="*/ 1268 h 1963"/>
              <a:gd name="T72" fmla="*/ 1142 w 1719"/>
              <a:gd name="T73" fmla="*/ 1305 h 1963"/>
              <a:gd name="T74" fmla="*/ 1172 w 1719"/>
              <a:gd name="T75" fmla="*/ 1338 h 1963"/>
              <a:gd name="T76" fmla="*/ 1204 w 1719"/>
              <a:gd name="T77" fmla="*/ 1376 h 1963"/>
              <a:gd name="T78" fmla="*/ 1234 w 1719"/>
              <a:gd name="T79" fmla="*/ 1409 h 1963"/>
              <a:gd name="T80" fmla="*/ 1266 w 1719"/>
              <a:gd name="T81" fmla="*/ 1446 h 1963"/>
              <a:gd name="T82" fmla="*/ 1296 w 1719"/>
              <a:gd name="T83" fmla="*/ 1480 h 1963"/>
              <a:gd name="T84" fmla="*/ 1328 w 1719"/>
              <a:gd name="T85" fmla="*/ 1517 h 1963"/>
              <a:gd name="T86" fmla="*/ 1358 w 1719"/>
              <a:gd name="T87" fmla="*/ 1551 h 1963"/>
              <a:gd name="T88" fmla="*/ 1390 w 1719"/>
              <a:gd name="T89" fmla="*/ 1588 h 1963"/>
              <a:gd name="T90" fmla="*/ 1420 w 1719"/>
              <a:gd name="T91" fmla="*/ 1622 h 1963"/>
              <a:gd name="T92" fmla="*/ 1452 w 1719"/>
              <a:gd name="T93" fmla="*/ 1659 h 1963"/>
              <a:gd name="T94" fmla="*/ 1482 w 1719"/>
              <a:gd name="T95" fmla="*/ 1692 h 1963"/>
              <a:gd name="T96" fmla="*/ 1514 w 1719"/>
              <a:gd name="T97" fmla="*/ 1729 h 1963"/>
              <a:gd name="T98" fmla="*/ 1544 w 1719"/>
              <a:gd name="T99" fmla="*/ 1763 h 1963"/>
              <a:gd name="T100" fmla="*/ 1576 w 1719"/>
              <a:gd name="T101" fmla="*/ 1800 h 1963"/>
              <a:gd name="T102" fmla="*/ 1606 w 1719"/>
              <a:gd name="T103" fmla="*/ 1834 h 1963"/>
              <a:gd name="T104" fmla="*/ 1638 w 1719"/>
              <a:gd name="T105" fmla="*/ 1871 h 1963"/>
              <a:gd name="T106" fmla="*/ 1668 w 1719"/>
              <a:gd name="T107" fmla="*/ 1905 h 1963"/>
              <a:gd name="T108" fmla="*/ 1700 w 1719"/>
              <a:gd name="T109" fmla="*/ 1942 h 1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19" h="1963">
                <a:moveTo>
                  <a:pt x="0" y="0"/>
                </a:moveTo>
                <a:lnTo>
                  <a:pt x="3" y="4"/>
                </a:lnTo>
                <a:moveTo>
                  <a:pt x="9" y="11"/>
                </a:moveTo>
                <a:lnTo>
                  <a:pt x="12" y="14"/>
                </a:lnTo>
                <a:moveTo>
                  <a:pt x="18" y="21"/>
                </a:moveTo>
                <a:lnTo>
                  <a:pt x="21" y="24"/>
                </a:lnTo>
                <a:moveTo>
                  <a:pt x="27" y="31"/>
                </a:moveTo>
                <a:lnTo>
                  <a:pt x="30" y="34"/>
                </a:lnTo>
                <a:moveTo>
                  <a:pt x="36" y="41"/>
                </a:moveTo>
                <a:lnTo>
                  <a:pt x="38" y="44"/>
                </a:lnTo>
                <a:moveTo>
                  <a:pt x="44" y="51"/>
                </a:moveTo>
                <a:lnTo>
                  <a:pt x="47" y="54"/>
                </a:lnTo>
                <a:moveTo>
                  <a:pt x="53" y="61"/>
                </a:moveTo>
                <a:lnTo>
                  <a:pt x="56" y="65"/>
                </a:lnTo>
                <a:moveTo>
                  <a:pt x="62" y="71"/>
                </a:moveTo>
                <a:lnTo>
                  <a:pt x="65" y="75"/>
                </a:lnTo>
                <a:moveTo>
                  <a:pt x="71" y="81"/>
                </a:moveTo>
                <a:lnTo>
                  <a:pt x="74" y="85"/>
                </a:lnTo>
                <a:moveTo>
                  <a:pt x="80" y="91"/>
                </a:moveTo>
                <a:lnTo>
                  <a:pt x="83" y="95"/>
                </a:lnTo>
                <a:moveTo>
                  <a:pt x="89" y="102"/>
                </a:moveTo>
                <a:lnTo>
                  <a:pt x="92" y="105"/>
                </a:lnTo>
                <a:moveTo>
                  <a:pt x="98" y="112"/>
                </a:moveTo>
                <a:lnTo>
                  <a:pt x="100" y="115"/>
                </a:lnTo>
                <a:moveTo>
                  <a:pt x="106" y="122"/>
                </a:moveTo>
                <a:lnTo>
                  <a:pt x="109" y="125"/>
                </a:lnTo>
                <a:moveTo>
                  <a:pt x="115" y="132"/>
                </a:moveTo>
                <a:lnTo>
                  <a:pt x="118" y="135"/>
                </a:lnTo>
                <a:moveTo>
                  <a:pt x="124" y="142"/>
                </a:moveTo>
                <a:lnTo>
                  <a:pt x="127" y="145"/>
                </a:lnTo>
                <a:moveTo>
                  <a:pt x="133" y="152"/>
                </a:moveTo>
                <a:lnTo>
                  <a:pt x="136" y="156"/>
                </a:lnTo>
                <a:moveTo>
                  <a:pt x="142" y="162"/>
                </a:moveTo>
                <a:lnTo>
                  <a:pt x="145" y="166"/>
                </a:lnTo>
                <a:moveTo>
                  <a:pt x="151" y="172"/>
                </a:moveTo>
                <a:lnTo>
                  <a:pt x="154" y="176"/>
                </a:lnTo>
                <a:moveTo>
                  <a:pt x="159" y="182"/>
                </a:moveTo>
                <a:lnTo>
                  <a:pt x="162" y="186"/>
                </a:lnTo>
                <a:moveTo>
                  <a:pt x="168" y="193"/>
                </a:moveTo>
                <a:lnTo>
                  <a:pt x="171" y="196"/>
                </a:lnTo>
                <a:moveTo>
                  <a:pt x="177" y="203"/>
                </a:moveTo>
                <a:lnTo>
                  <a:pt x="180" y="206"/>
                </a:lnTo>
                <a:moveTo>
                  <a:pt x="186" y="213"/>
                </a:moveTo>
                <a:lnTo>
                  <a:pt x="189" y="216"/>
                </a:lnTo>
                <a:moveTo>
                  <a:pt x="195" y="223"/>
                </a:moveTo>
                <a:lnTo>
                  <a:pt x="198" y="226"/>
                </a:lnTo>
                <a:moveTo>
                  <a:pt x="204" y="233"/>
                </a:moveTo>
                <a:lnTo>
                  <a:pt x="207" y="236"/>
                </a:lnTo>
                <a:moveTo>
                  <a:pt x="213" y="243"/>
                </a:moveTo>
                <a:lnTo>
                  <a:pt x="216" y="247"/>
                </a:lnTo>
                <a:moveTo>
                  <a:pt x="221" y="253"/>
                </a:moveTo>
                <a:lnTo>
                  <a:pt x="224" y="257"/>
                </a:lnTo>
                <a:moveTo>
                  <a:pt x="230" y="263"/>
                </a:moveTo>
                <a:lnTo>
                  <a:pt x="233" y="267"/>
                </a:lnTo>
                <a:moveTo>
                  <a:pt x="239" y="273"/>
                </a:moveTo>
                <a:lnTo>
                  <a:pt x="242" y="277"/>
                </a:lnTo>
                <a:moveTo>
                  <a:pt x="248" y="284"/>
                </a:moveTo>
                <a:lnTo>
                  <a:pt x="251" y="287"/>
                </a:lnTo>
                <a:moveTo>
                  <a:pt x="257" y="294"/>
                </a:moveTo>
                <a:lnTo>
                  <a:pt x="260" y="297"/>
                </a:lnTo>
                <a:moveTo>
                  <a:pt x="266" y="304"/>
                </a:moveTo>
                <a:lnTo>
                  <a:pt x="269" y="307"/>
                </a:lnTo>
                <a:moveTo>
                  <a:pt x="275" y="314"/>
                </a:moveTo>
                <a:lnTo>
                  <a:pt x="278" y="317"/>
                </a:lnTo>
                <a:moveTo>
                  <a:pt x="283" y="324"/>
                </a:moveTo>
                <a:lnTo>
                  <a:pt x="286" y="327"/>
                </a:lnTo>
                <a:moveTo>
                  <a:pt x="292" y="334"/>
                </a:moveTo>
                <a:lnTo>
                  <a:pt x="295" y="338"/>
                </a:lnTo>
                <a:moveTo>
                  <a:pt x="301" y="344"/>
                </a:moveTo>
                <a:lnTo>
                  <a:pt x="304" y="348"/>
                </a:lnTo>
                <a:moveTo>
                  <a:pt x="310" y="354"/>
                </a:moveTo>
                <a:lnTo>
                  <a:pt x="313" y="358"/>
                </a:lnTo>
                <a:moveTo>
                  <a:pt x="319" y="364"/>
                </a:moveTo>
                <a:lnTo>
                  <a:pt x="322" y="368"/>
                </a:lnTo>
                <a:moveTo>
                  <a:pt x="328" y="375"/>
                </a:moveTo>
                <a:lnTo>
                  <a:pt x="331" y="378"/>
                </a:lnTo>
                <a:moveTo>
                  <a:pt x="337" y="385"/>
                </a:moveTo>
                <a:lnTo>
                  <a:pt x="340" y="388"/>
                </a:lnTo>
                <a:moveTo>
                  <a:pt x="345" y="395"/>
                </a:moveTo>
                <a:lnTo>
                  <a:pt x="348" y="398"/>
                </a:lnTo>
                <a:moveTo>
                  <a:pt x="354" y="405"/>
                </a:moveTo>
                <a:lnTo>
                  <a:pt x="357" y="408"/>
                </a:lnTo>
                <a:moveTo>
                  <a:pt x="363" y="415"/>
                </a:moveTo>
                <a:lnTo>
                  <a:pt x="366" y="418"/>
                </a:lnTo>
                <a:moveTo>
                  <a:pt x="372" y="425"/>
                </a:moveTo>
                <a:lnTo>
                  <a:pt x="375" y="428"/>
                </a:lnTo>
                <a:moveTo>
                  <a:pt x="381" y="435"/>
                </a:moveTo>
                <a:lnTo>
                  <a:pt x="384" y="439"/>
                </a:lnTo>
                <a:moveTo>
                  <a:pt x="390" y="445"/>
                </a:moveTo>
                <a:lnTo>
                  <a:pt x="393" y="449"/>
                </a:lnTo>
                <a:moveTo>
                  <a:pt x="399" y="455"/>
                </a:moveTo>
                <a:lnTo>
                  <a:pt x="402" y="459"/>
                </a:lnTo>
                <a:moveTo>
                  <a:pt x="407" y="466"/>
                </a:moveTo>
                <a:lnTo>
                  <a:pt x="410" y="469"/>
                </a:lnTo>
                <a:moveTo>
                  <a:pt x="416" y="476"/>
                </a:moveTo>
                <a:lnTo>
                  <a:pt x="419" y="479"/>
                </a:lnTo>
                <a:moveTo>
                  <a:pt x="425" y="486"/>
                </a:moveTo>
                <a:lnTo>
                  <a:pt x="428" y="489"/>
                </a:lnTo>
                <a:moveTo>
                  <a:pt x="434" y="496"/>
                </a:moveTo>
                <a:lnTo>
                  <a:pt x="437" y="499"/>
                </a:lnTo>
                <a:moveTo>
                  <a:pt x="443" y="506"/>
                </a:moveTo>
                <a:lnTo>
                  <a:pt x="446" y="509"/>
                </a:lnTo>
                <a:moveTo>
                  <a:pt x="452" y="516"/>
                </a:moveTo>
                <a:lnTo>
                  <a:pt x="455" y="519"/>
                </a:lnTo>
                <a:moveTo>
                  <a:pt x="461" y="526"/>
                </a:moveTo>
                <a:lnTo>
                  <a:pt x="463" y="530"/>
                </a:lnTo>
                <a:moveTo>
                  <a:pt x="469" y="536"/>
                </a:moveTo>
                <a:lnTo>
                  <a:pt x="472" y="540"/>
                </a:lnTo>
                <a:moveTo>
                  <a:pt x="478" y="546"/>
                </a:moveTo>
                <a:lnTo>
                  <a:pt x="481" y="550"/>
                </a:lnTo>
                <a:moveTo>
                  <a:pt x="487" y="557"/>
                </a:moveTo>
                <a:lnTo>
                  <a:pt x="490" y="560"/>
                </a:lnTo>
                <a:moveTo>
                  <a:pt x="496" y="567"/>
                </a:moveTo>
                <a:lnTo>
                  <a:pt x="499" y="570"/>
                </a:lnTo>
                <a:moveTo>
                  <a:pt x="505" y="577"/>
                </a:moveTo>
                <a:lnTo>
                  <a:pt x="508" y="580"/>
                </a:lnTo>
                <a:moveTo>
                  <a:pt x="514" y="587"/>
                </a:moveTo>
                <a:lnTo>
                  <a:pt x="517" y="590"/>
                </a:lnTo>
                <a:moveTo>
                  <a:pt x="523" y="597"/>
                </a:moveTo>
                <a:lnTo>
                  <a:pt x="525" y="600"/>
                </a:lnTo>
                <a:moveTo>
                  <a:pt x="531" y="607"/>
                </a:moveTo>
                <a:lnTo>
                  <a:pt x="534" y="610"/>
                </a:lnTo>
                <a:moveTo>
                  <a:pt x="540" y="617"/>
                </a:moveTo>
                <a:lnTo>
                  <a:pt x="543" y="621"/>
                </a:lnTo>
                <a:moveTo>
                  <a:pt x="549" y="627"/>
                </a:moveTo>
                <a:lnTo>
                  <a:pt x="552" y="631"/>
                </a:lnTo>
                <a:moveTo>
                  <a:pt x="558" y="637"/>
                </a:moveTo>
                <a:lnTo>
                  <a:pt x="561" y="641"/>
                </a:lnTo>
                <a:moveTo>
                  <a:pt x="567" y="648"/>
                </a:moveTo>
                <a:lnTo>
                  <a:pt x="570" y="651"/>
                </a:lnTo>
                <a:moveTo>
                  <a:pt x="576" y="658"/>
                </a:moveTo>
                <a:lnTo>
                  <a:pt x="579" y="661"/>
                </a:lnTo>
                <a:moveTo>
                  <a:pt x="585" y="668"/>
                </a:moveTo>
                <a:lnTo>
                  <a:pt x="587" y="671"/>
                </a:lnTo>
                <a:moveTo>
                  <a:pt x="593" y="678"/>
                </a:moveTo>
                <a:lnTo>
                  <a:pt x="596" y="681"/>
                </a:lnTo>
                <a:moveTo>
                  <a:pt x="602" y="688"/>
                </a:moveTo>
                <a:lnTo>
                  <a:pt x="605" y="691"/>
                </a:lnTo>
                <a:moveTo>
                  <a:pt x="611" y="698"/>
                </a:moveTo>
                <a:lnTo>
                  <a:pt x="614" y="701"/>
                </a:lnTo>
                <a:moveTo>
                  <a:pt x="620" y="708"/>
                </a:moveTo>
                <a:lnTo>
                  <a:pt x="623" y="712"/>
                </a:lnTo>
                <a:moveTo>
                  <a:pt x="629" y="718"/>
                </a:moveTo>
                <a:lnTo>
                  <a:pt x="632" y="722"/>
                </a:lnTo>
                <a:moveTo>
                  <a:pt x="638" y="728"/>
                </a:moveTo>
                <a:lnTo>
                  <a:pt x="641" y="732"/>
                </a:lnTo>
                <a:moveTo>
                  <a:pt x="646" y="739"/>
                </a:moveTo>
                <a:lnTo>
                  <a:pt x="649" y="742"/>
                </a:lnTo>
                <a:moveTo>
                  <a:pt x="655" y="749"/>
                </a:moveTo>
                <a:lnTo>
                  <a:pt x="658" y="752"/>
                </a:lnTo>
                <a:moveTo>
                  <a:pt x="664" y="759"/>
                </a:moveTo>
                <a:lnTo>
                  <a:pt x="667" y="762"/>
                </a:lnTo>
                <a:moveTo>
                  <a:pt x="673" y="769"/>
                </a:moveTo>
                <a:lnTo>
                  <a:pt x="676" y="772"/>
                </a:lnTo>
                <a:moveTo>
                  <a:pt x="682" y="779"/>
                </a:moveTo>
                <a:lnTo>
                  <a:pt x="685" y="782"/>
                </a:lnTo>
                <a:moveTo>
                  <a:pt x="691" y="789"/>
                </a:moveTo>
                <a:lnTo>
                  <a:pt x="694" y="792"/>
                </a:lnTo>
                <a:moveTo>
                  <a:pt x="700" y="799"/>
                </a:moveTo>
                <a:lnTo>
                  <a:pt x="703" y="803"/>
                </a:lnTo>
                <a:moveTo>
                  <a:pt x="708" y="809"/>
                </a:moveTo>
                <a:lnTo>
                  <a:pt x="711" y="813"/>
                </a:lnTo>
                <a:moveTo>
                  <a:pt x="717" y="819"/>
                </a:moveTo>
                <a:lnTo>
                  <a:pt x="720" y="823"/>
                </a:lnTo>
                <a:moveTo>
                  <a:pt x="726" y="830"/>
                </a:moveTo>
                <a:lnTo>
                  <a:pt x="729" y="833"/>
                </a:lnTo>
                <a:moveTo>
                  <a:pt x="735" y="840"/>
                </a:moveTo>
                <a:lnTo>
                  <a:pt x="738" y="843"/>
                </a:lnTo>
                <a:moveTo>
                  <a:pt x="744" y="850"/>
                </a:moveTo>
                <a:lnTo>
                  <a:pt x="747" y="853"/>
                </a:lnTo>
                <a:moveTo>
                  <a:pt x="753" y="860"/>
                </a:moveTo>
                <a:lnTo>
                  <a:pt x="756" y="863"/>
                </a:lnTo>
                <a:moveTo>
                  <a:pt x="762" y="870"/>
                </a:moveTo>
                <a:lnTo>
                  <a:pt x="765" y="873"/>
                </a:lnTo>
                <a:moveTo>
                  <a:pt x="770" y="880"/>
                </a:moveTo>
                <a:lnTo>
                  <a:pt x="773" y="883"/>
                </a:lnTo>
                <a:moveTo>
                  <a:pt x="779" y="890"/>
                </a:moveTo>
                <a:lnTo>
                  <a:pt x="782" y="894"/>
                </a:lnTo>
                <a:moveTo>
                  <a:pt x="788" y="900"/>
                </a:moveTo>
                <a:lnTo>
                  <a:pt x="791" y="904"/>
                </a:lnTo>
                <a:moveTo>
                  <a:pt x="797" y="910"/>
                </a:moveTo>
                <a:lnTo>
                  <a:pt x="800" y="914"/>
                </a:lnTo>
                <a:moveTo>
                  <a:pt x="806" y="921"/>
                </a:moveTo>
                <a:lnTo>
                  <a:pt x="809" y="924"/>
                </a:lnTo>
                <a:moveTo>
                  <a:pt x="815" y="931"/>
                </a:moveTo>
                <a:lnTo>
                  <a:pt x="818" y="934"/>
                </a:lnTo>
                <a:moveTo>
                  <a:pt x="824" y="941"/>
                </a:moveTo>
                <a:lnTo>
                  <a:pt x="827" y="944"/>
                </a:lnTo>
                <a:moveTo>
                  <a:pt x="832" y="951"/>
                </a:moveTo>
                <a:lnTo>
                  <a:pt x="835" y="954"/>
                </a:lnTo>
                <a:moveTo>
                  <a:pt x="841" y="961"/>
                </a:moveTo>
                <a:lnTo>
                  <a:pt x="844" y="964"/>
                </a:lnTo>
                <a:moveTo>
                  <a:pt x="850" y="971"/>
                </a:moveTo>
                <a:lnTo>
                  <a:pt x="853" y="974"/>
                </a:lnTo>
                <a:moveTo>
                  <a:pt x="859" y="981"/>
                </a:moveTo>
                <a:lnTo>
                  <a:pt x="862" y="985"/>
                </a:lnTo>
                <a:moveTo>
                  <a:pt x="868" y="991"/>
                </a:moveTo>
                <a:lnTo>
                  <a:pt x="871" y="995"/>
                </a:lnTo>
                <a:moveTo>
                  <a:pt x="877" y="1001"/>
                </a:moveTo>
                <a:lnTo>
                  <a:pt x="880" y="1005"/>
                </a:lnTo>
                <a:moveTo>
                  <a:pt x="886" y="1012"/>
                </a:moveTo>
                <a:lnTo>
                  <a:pt x="889" y="1015"/>
                </a:lnTo>
                <a:moveTo>
                  <a:pt x="894" y="1022"/>
                </a:moveTo>
                <a:lnTo>
                  <a:pt x="897" y="1025"/>
                </a:lnTo>
                <a:moveTo>
                  <a:pt x="903" y="1032"/>
                </a:moveTo>
                <a:lnTo>
                  <a:pt x="906" y="1035"/>
                </a:lnTo>
                <a:moveTo>
                  <a:pt x="912" y="1042"/>
                </a:moveTo>
                <a:lnTo>
                  <a:pt x="915" y="1045"/>
                </a:lnTo>
                <a:moveTo>
                  <a:pt x="921" y="1052"/>
                </a:moveTo>
                <a:lnTo>
                  <a:pt x="924" y="1055"/>
                </a:lnTo>
                <a:moveTo>
                  <a:pt x="930" y="1062"/>
                </a:moveTo>
                <a:lnTo>
                  <a:pt x="933" y="1065"/>
                </a:lnTo>
                <a:moveTo>
                  <a:pt x="939" y="1072"/>
                </a:moveTo>
                <a:lnTo>
                  <a:pt x="942" y="1076"/>
                </a:lnTo>
                <a:moveTo>
                  <a:pt x="948" y="1082"/>
                </a:moveTo>
                <a:lnTo>
                  <a:pt x="951" y="1086"/>
                </a:lnTo>
                <a:moveTo>
                  <a:pt x="956" y="1092"/>
                </a:moveTo>
                <a:lnTo>
                  <a:pt x="959" y="1096"/>
                </a:lnTo>
                <a:moveTo>
                  <a:pt x="965" y="1103"/>
                </a:moveTo>
                <a:lnTo>
                  <a:pt x="968" y="1106"/>
                </a:lnTo>
                <a:moveTo>
                  <a:pt x="974" y="1113"/>
                </a:moveTo>
                <a:lnTo>
                  <a:pt x="977" y="1116"/>
                </a:lnTo>
                <a:moveTo>
                  <a:pt x="983" y="1123"/>
                </a:moveTo>
                <a:lnTo>
                  <a:pt x="986" y="1126"/>
                </a:lnTo>
                <a:moveTo>
                  <a:pt x="992" y="1133"/>
                </a:moveTo>
                <a:lnTo>
                  <a:pt x="995" y="1136"/>
                </a:lnTo>
                <a:moveTo>
                  <a:pt x="1001" y="1143"/>
                </a:moveTo>
                <a:lnTo>
                  <a:pt x="1004" y="1146"/>
                </a:lnTo>
                <a:moveTo>
                  <a:pt x="1010" y="1153"/>
                </a:moveTo>
                <a:lnTo>
                  <a:pt x="1012" y="1156"/>
                </a:lnTo>
                <a:moveTo>
                  <a:pt x="1018" y="1163"/>
                </a:moveTo>
                <a:lnTo>
                  <a:pt x="1021" y="1167"/>
                </a:lnTo>
                <a:moveTo>
                  <a:pt x="1027" y="1173"/>
                </a:moveTo>
                <a:lnTo>
                  <a:pt x="1030" y="1177"/>
                </a:lnTo>
                <a:moveTo>
                  <a:pt x="1036" y="1183"/>
                </a:moveTo>
                <a:lnTo>
                  <a:pt x="1039" y="1187"/>
                </a:lnTo>
                <a:moveTo>
                  <a:pt x="1045" y="1194"/>
                </a:moveTo>
                <a:lnTo>
                  <a:pt x="1048" y="1197"/>
                </a:lnTo>
                <a:moveTo>
                  <a:pt x="1054" y="1204"/>
                </a:moveTo>
                <a:lnTo>
                  <a:pt x="1057" y="1207"/>
                </a:lnTo>
                <a:moveTo>
                  <a:pt x="1063" y="1214"/>
                </a:moveTo>
                <a:lnTo>
                  <a:pt x="1066" y="1217"/>
                </a:lnTo>
                <a:moveTo>
                  <a:pt x="1072" y="1224"/>
                </a:moveTo>
                <a:lnTo>
                  <a:pt x="1074" y="1227"/>
                </a:lnTo>
                <a:moveTo>
                  <a:pt x="1080" y="1234"/>
                </a:moveTo>
                <a:lnTo>
                  <a:pt x="1083" y="1237"/>
                </a:lnTo>
                <a:moveTo>
                  <a:pt x="1089" y="1244"/>
                </a:moveTo>
                <a:lnTo>
                  <a:pt x="1092" y="1247"/>
                </a:lnTo>
                <a:moveTo>
                  <a:pt x="1098" y="1254"/>
                </a:moveTo>
                <a:lnTo>
                  <a:pt x="1101" y="1258"/>
                </a:lnTo>
                <a:moveTo>
                  <a:pt x="1107" y="1264"/>
                </a:moveTo>
                <a:lnTo>
                  <a:pt x="1110" y="1268"/>
                </a:lnTo>
                <a:moveTo>
                  <a:pt x="1116" y="1274"/>
                </a:moveTo>
                <a:lnTo>
                  <a:pt x="1119" y="1278"/>
                </a:lnTo>
                <a:moveTo>
                  <a:pt x="1125" y="1285"/>
                </a:moveTo>
                <a:lnTo>
                  <a:pt x="1128" y="1288"/>
                </a:lnTo>
                <a:moveTo>
                  <a:pt x="1134" y="1295"/>
                </a:moveTo>
                <a:lnTo>
                  <a:pt x="1136" y="1298"/>
                </a:lnTo>
                <a:moveTo>
                  <a:pt x="1142" y="1305"/>
                </a:moveTo>
                <a:lnTo>
                  <a:pt x="1145" y="1308"/>
                </a:lnTo>
                <a:moveTo>
                  <a:pt x="1151" y="1315"/>
                </a:moveTo>
                <a:lnTo>
                  <a:pt x="1154" y="1318"/>
                </a:lnTo>
                <a:moveTo>
                  <a:pt x="1160" y="1325"/>
                </a:moveTo>
                <a:lnTo>
                  <a:pt x="1163" y="1328"/>
                </a:lnTo>
                <a:moveTo>
                  <a:pt x="1169" y="1335"/>
                </a:moveTo>
                <a:lnTo>
                  <a:pt x="1172" y="1338"/>
                </a:lnTo>
                <a:moveTo>
                  <a:pt x="1178" y="1345"/>
                </a:moveTo>
                <a:lnTo>
                  <a:pt x="1181" y="1349"/>
                </a:lnTo>
                <a:moveTo>
                  <a:pt x="1187" y="1355"/>
                </a:moveTo>
                <a:lnTo>
                  <a:pt x="1190" y="1359"/>
                </a:lnTo>
                <a:moveTo>
                  <a:pt x="1195" y="1365"/>
                </a:moveTo>
                <a:lnTo>
                  <a:pt x="1198" y="1369"/>
                </a:lnTo>
                <a:moveTo>
                  <a:pt x="1204" y="1376"/>
                </a:moveTo>
                <a:lnTo>
                  <a:pt x="1207" y="1379"/>
                </a:lnTo>
                <a:moveTo>
                  <a:pt x="1213" y="1386"/>
                </a:moveTo>
                <a:lnTo>
                  <a:pt x="1216" y="1389"/>
                </a:lnTo>
                <a:moveTo>
                  <a:pt x="1222" y="1396"/>
                </a:moveTo>
                <a:lnTo>
                  <a:pt x="1225" y="1399"/>
                </a:lnTo>
                <a:moveTo>
                  <a:pt x="1231" y="1406"/>
                </a:moveTo>
                <a:lnTo>
                  <a:pt x="1234" y="1409"/>
                </a:lnTo>
                <a:moveTo>
                  <a:pt x="1240" y="1416"/>
                </a:moveTo>
                <a:lnTo>
                  <a:pt x="1243" y="1419"/>
                </a:lnTo>
                <a:moveTo>
                  <a:pt x="1249" y="1426"/>
                </a:moveTo>
                <a:lnTo>
                  <a:pt x="1252" y="1429"/>
                </a:lnTo>
                <a:moveTo>
                  <a:pt x="1257" y="1436"/>
                </a:moveTo>
                <a:lnTo>
                  <a:pt x="1260" y="1440"/>
                </a:lnTo>
                <a:moveTo>
                  <a:pt x="1266" y="1446"/>
                </a:moveTo>
                <a:lnTo>
                  <a:pt x="1269" y="1450"/>
                </a:lnTo>
                <a:moveTo>
                  <a:pt x="1275" y="1456"/>
                </a:moveTo>
                <a:lnTo>
                  <a:pt x="1278" y="1460"/>
                </a:lnTo>
                <a:moveTo>
                  <a:pt x="1284" y="1467"/>
                </a:moveTo>
                <a:lnTo>
                  <a:pt x="1287" y="1470"/>
                </a:lnTo>
                <a:moveTo>
                  <a:pt x="1293" y="1477"/>
                </a:moveTo>
                <a:lnTo>
                  <a:pt x="1296" y="1480"/>
                </a:lnTo>
                <a:moveTo>
                  <a:pt x="1302" y="1487"/>
                </a:moveTo>
                <a:lnTo>
                  <a:pt x="1305" y="1490"/>
                </a:lnTo>
                <a:moveTo>
                  <a:pt x="1311" y="1497"/>
                </a:moveTo>
                <a:lnTo>
                  <a:pt x="1314" y="1500"/>
                </a:lnTo>
                <a:moveTo>
                  <a:pt x="1319" y="1507"/>
                </a:moveTo>
                <a:lnTo>
                  <a:pt x="1322" y="1510"/>
                </a:lnTo>
                <a:moveTo>
                  <a:pt x="1328" y="1517"/>
                </a:moveTo>
                <a:lnTo>
                  <a:pt x="1331" y="1520"/>
                </a:lnTo>
                <a:moveTo>
                  <a:pt x="1337" y="1527"/>
                </a:moveTo>
                <a:lnTo>
                  <a:pt x="1340" y="1531"/>
                </a:lnTo>
                <a:moveTo>
                  <a:pt x="1346" y="1537"/>
                </a:moveTo>
                <a:lnTo>
                  <a:pt x="1349" y="1541"/>
                </a:lnTo>
                <a:moveTo>
                  <a:pt x="1355" y="1547"/>
                </a:moveTo>
                <a:lnTo>
                  <a:pt x="1358" y="1551"/>
                </a:lnTo>
                <a:moveTo>
                  <a:pt x="1364" y="1558"/>
                </a:moveTo>
                <a:lnTo>
                  <a:pt x="1367" y="1561"/>
                </a:lnTo>
                <a:moveTo>
                  <a:pt x="1373" y="1568"/>
                </a:moveTo>
                <a:lnTo>
                  <a:pt x="1376" y="1571"/>
                </a:lnTo>
                <a:moveTo>
                  <a:pt x="1381" y="1578"/>
                </a:moveTo>
                <a:lnTo>
                  <a:pt x="1384" y="1581"/>
                </a:lnTo>
                <a:moveTo>
                  <a:pt x="1390" y="1588"/>
                </a:moveTo>
                <a:lnTo>
                  <a:pt x="1393" y="1591"/>
                </a:lnTo>
                <a:moveTo>
                  <a:pt x="1399" y="1598"/>
                </a:moveTo>
                <a:lnTo>
                  <a:pt x="1402" y="1601"/>
                </a:lnTo>
                <a:moveTo>
                  <a:pt x="1408" y="1608"/>
                </a:moveTo>
                <a:lnTo>
                  <a:pt x="1411" y="1611"/>
                </a:lnTo>
                <a:moveTo>
                  <a:pt x="1417" y="1618"/>
                </a:moveTo>
                <a:lnTo>
                  <a:pt x="1420" y="1622"/>
                </a:lnTo>
                <a:moveTo>
                  <a:pt x="1426" y="1628"/>
                </a:moveTo>
                <a:lnTo>
                  <a:pt x="1429" y="1632"/>
                </a:lnTo>
                <a:moveTo>
                  <a:pt x="1435" y="1638"/>
                </a:moveTo>
                <a:lnTo>
                  <a:pt x="1438" y="1642"/>
                </a:lnTo>
                <a:moveTo>
                  <a:pt x="1443" y="1649"/>
                </a:moveTo>
                <a:lnTo>
                  <a:pt x="1446" y="1652"/>
                </a:lnTo>
                <a:moveTo>
                  <a:pt x="1452" y="1659"/>
                </a:moveTo>
                <a:lnTo>
                  <a:pt x="1455" y="1662"/>
                </a:lnTo>
                <a:moveTo>
                  <a:pt x="1461" y="1669"/>
                </a:moveTo>
                <a:lnTo>
                  <a:pt x="1464" y="1672"/>
                </a:lnTo>
                <a:moveTo>
                  <a:pt x="1470" y="1679"/>
                </a:moveTo>
                <a:lnTo>
                  <a:pt x="1473" y="1682"/>
                </a:lnTo>
                <a:moveTo>
                  <a:pt x="1479" y="1689"/>
                </a:moveTo>
                <a:lnTo>
                  <a:pt x="1482" y="1692"/>
                </a:lnTo>
                <a:moveTo>
                  <a:pt x="1488" y="1699"/>
                </a:moveTo>
                <a:lnTo>
                  <a:pt x="1491" y="1702"/>
                </a:lnTo>
                <a:moveTo>
                  <a:pt x="1497" y="1709"/>
                </a:moveTo>
                <a:lnTo>
                  <a:pt x="1499" y="1713"/>
                </a:lnTo>
                <a:moveTo>
                  <a:pt x="1505" y="1719"/>
                </a:moveTo>
                <a:lnTo>
                  <a:pt x="1508" y="1723"/>
                </a:lnTo>
                <a:moveTo>
                  <a:pt x="1514" y="1729"/>
                </a:moveTo>
                <a:lnTo>
                  <a:pt x="1517" y="1733"/>
                </a:lnTo>
                <a:moveTo>
                  <a:pt x="1523" y="1740"/>
                </a:moveTo>
                <a:lnTo>
                  <a:pt x="1526" y="1743"/>
                </a:lnTo>
                <a:moveTo>
                  <a:pt x="1532" y="1750"/>
                </a:moveTo>
                <a:lnTo>
                  <a:pt x="1535" y="1753"/>
                </a:lnTo>
                <a:moveTo>
                  <a:pt x="1541" y="1760"/>
                </a:moveTo>
                <a:lnTo>
                  <a:pt x="1544" y="1763"/>
                </a:lnTo>
                <a:moveTo>
                  <a:pt x="1550" y="1770"/>
                </a:moveTo>
                <a:lnTo>
                  <a:pt x="1553" y="1773"/>
                </a:lnTo>
                <a:moveTo>
                  <a:pt x="1559" y="1780"/>
                </a:moveTo>
                <a:lnTo>
                  <a:pt x="1561" y="1783"/>
                </a:lnTo>
                <a:moveTo>
                  <a:pt x="1567" y="1790"/>
                </a:moveTo>
                <a:lnTo>
                  <a:pt x="1570" y="1793"/>
                </a:lnTo>
                <a:moveTo>
                  <a:pt x="1576" y="1800"/>
                </a:moveTo>
                <a:lnTo>
                  <a:pt x="1579" y="1804"/>
                </a:lnTo>
                <a:moveTo>
                  <a:pt x="1585" y="1810"/>
                </a:moveTo>
                <a:lnTo>
                  <a:pt x="1588" y="1814"/>
                </a:lnTo>
                <a:moveTo>
                  <a:pt x="1594" y="1820"/>
                </a:moveTo>
                <a:lnTo>
                  <a:pt x="1597" y="1824"/>
                </a:lnTo>
                <a:moveTo>
                  <a:pt x="1603" y="1831"/>
                </a:moveTo>
                <a:lnTo>
                  <a:pt x="1606" y="1834"/>
                </a:lnTo>
                <a:moveTo>
                  <a:pt x="1612" y="1841"/>
                </a:moveTo>
                <a:lnTo>
                  <a:pt x="1615" y="1844"/>
                </a:lnTo>
                <a:moveTo>
                  <a:pt x="1621" y="1851"/>
                </a:moveTo>
                <a:lnTo>
                  <a:pt x="1623" y="1854"/>
                </a:lnTo>
                <a:moveTo>
                  <a:pt x="1629" y="1861"/>
                </a:moveTo>
                <a:lnTo>
                  <a:pt x="1632" y="1864"/>
                </a:lnTo>
                <a:moveTo>
                  <a:pt x="1638" y="1871"/>
                </a:moveTo>
                <a:lnTo>
                  <a:pt x="1641" y="1874"/>
                </a:lnTo>
                <a:moveTo>
                  <a:pt x="1647" y="1881"/>
                </a:moveTo>
                <a:lnTo>
                  <a:pt x="1650" y="1884"/>
                </a:lnTo>
                <a:moveTo>
                  <a:pt x="1656" y="1891"/>
                </a:moveTo>
                <a:lnTo>
                  <a:pt x="1659" y="1895"/>
                </a:lnTo>
                <a:moveTo>
                  <a:pt x="1665" y="1901"/>
                </a:moveTo>
                <a:lnTo>
                  <a:pt x="1668" y="1905"/>
                </a:lnTo>
                <a:moveTo>
                  <a:pt x="1674" y="1911"/>
                </a:moveTo>
                <a:lnTo>
                  <a:pt x="1677" y="1915"/>
                </a:lnTo>
                <a:moveTo>
                  <a:pt x="1682" y="1922"/>
                </a:moveTo>
                <a:lnTo>
                  <a:pt x="1685" y="1925"/>
                </a:lnTo>
                <a:moveTo>
                  <a:pt x="1691" y="1932"/>
                </a:moveTo>
                <a:lnTo>
                  <a:pt x="1694" y="1935"/>
                </a:lnTo>
                <a:moveTo>
                  <a:pt x="1700" y="1942"/>
                </a:moveTo>
                <a:lnTo>
                  <a:pt x="1703" y="1945"/>
                </a:lnTo>
                <a:moveTo>
                  <a:pt x="1709" y="1952"/>
                </a:moveTo>
                <a:lnTo>
                  <a:pt x="1712" y="1955"/>
                </a:lnTo>
                <a:moveTo>
                  <a:pt x="1718" y="1962"/>
                </a:moveTo>
                <a:lnTo>
                  <a:pt x="1719" y="196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10">
            <a:extLst>
              <a:ext uri="{FF2B5EF4-FFF2-40B4-BE49-F238E27FC236}">
                <a16:creationId xmlns:a16="http://schemas.microsoft.com/office/drawing/2014/main" id="{49562A3E-5989-69C4-E207-B24FB54B0C2E}"/>
              </a:ext>
            </a:extLst>
          </p:cNvPr>
          <p:cNvSpPr>
            <a:spLocks noEditPoints="1"/>
          </p:cNvSpPr>
          <p:nvPr/>
        </p:nvSpPr>
        <p:spPr bwMode="auto">
          <a:xfrm>
            <a:off x="1106488" y="131763"/>
            <a:ext cx="936625" cy="1497013"/>
          </a:xfrm>
          <a:custGeom>
            <a:avLst/>
            <a:gdLst>
              <a:gd name="T0" fmla="*/ 17 w 1178"/>
              <a:gd name="T1" fmla="*/ 27 h 1885"/>
              <a:gd name="T2" fmla="*/ 38 w 1178"/>
              <a:gd name="T3" fmla="*/ 61 h 1885"/>
              <a:gd name="T4" fmla="*/ 59 w 1178"/>
              <a:gd name="T5" fmla="*/ 95 h 1885"/>
              <a:gd name="T6" fmla="*/ 81 w 1178"/>
              <a:gd name="T7" fmla="*/ 130 h 1885"/>
              <a:gd name="T8" fmla="*/ 102 w 1178"/>
              <a:gd name="T9" fmla="*/ 164 h 1885"/>
              <a:gd name="T10" fmla="*/ 124 w 1178"/>
              <a:gd name="T11" fmla="*/ 198 h 1885"/>
              <a:gd name="T12" fmla="*/ 145 w 1178"/>
              <a:gd name="T13" fmla="*/ 232 h 1885"/>
              <a:gd name="T14" fmla="*/ 166 w 1178"/>
              <a:gd name="T15" fmla="*/ 266 h 1885"/>
              <a:gd name="T16" fmla="*/ 188 w 1178"/>
              <a:gd name="T17" fmla="*/ 300 h 1885"/>
              <a:gd name="T18" fmla="*/ 209 w 1178"/>
              <a:gd name="T19" fmla="*/ 335 h 1885"/>
              <a:gd name="T20" fmla="*/ 230 w 1178"/>
              <a:gd name="T21" fmla="*/ 369 h 1885"/>
              <a:gd name="T22" fmla="*/ 252 w 1178"/>
              <a:gd name="T23" fmla="*/ 403 h 1885"/>
              <a:gd name="T24" fmla="*/ 273 w 1178"/>
              <a:gd name="T25" fmla="*/ 437 h 1885"/>
              <a:gd name="T26" fmla="*/ 295 w 1178"/>
              <a:gd name="T27" fmla="*/ 471 h 1885"/>
              <a:gd name="T28" fmla="*/ 316 w 1178"/>
              <a:gd name="T29" fmla="*/ 506 h 1885"/>
              <a:gd name="T30" fmla="*/ 337 w 1178"/>
              <a:gd name="T31" fmla="*/ 540 h 1885"/>
              <a:gd name="T32" fmla="*/ 359 w 1178"/>
              <a:gd name="T33" fmla="*/ 574 h 1885"/>
              <a:gd name="T34" fmla="*/ 380 w 1178"/>
              <a:gd name="T35" fmla="*/ 608 h 1885"/>
              <a:gd name="T36" fmla="*/ 401 w 1178"/>
              <a:gd name="T37" fmla="*/ 642 h 1885"/>
              <a:gd name="T38" fmla="*/ 423 w 1178"/>
              <a:gd name="T39" fmla="*/ 677 h 1885"/>
              <a:gd name="T40" fmla="*/ 444 w 1178"/>
              <a:gd name="T41" fmla="*/ 711 h 1885"/>
              <a:gd name="T42" fmla="*/ 465 w 1178"/>
              <a:gd name="T43" fmla="*/ 745 h 1885"/>
              <a:gd name="T44" fmla="*/ 487 w 1178"/>
              <a:gd name="T45" fmla="*/ 779 h 1885"/>
              <a:gd name="T46" fmla="*/ 508 w 1178"/>
              <a:gd name="T47" fmla="*/ 813 h 1885"/>
              <a:gd name="T48" fmla="*/ 530 w 1178"/>
              <a:gd name="T49" fmla="*/ 848 h 1885"/>
              <a:gd name="T50" fmla="*/ 551 w 1178"/>
              <a:gd name="T51" fmla="*/ 882 h 1885"/>
              <a:gd name="T52" fmla="*/ 572 w 1178"/>
              <a:gd name="T53" fmla="*/ 916 h 1885"/>
              <a:gd name="T54" fmla="*/ 594 w 1178"/>
              <a:gd name="T55" fmla="*/ 950 h 1885"/>
              <a:gd name="T56" fmla="*/ 615 w 1178"/>
              <a:gd name="T57" fmla="*/ 984 h 1885"/>
              <a:gd name="T58" fmla="*/ 636 w 1178"/>
              <a:gd name="T59" fmla="*/ 1019 h 1885"/>
              <a:gd name="T60" fmla="*/ 658 w 1178"/>
              <a:gd name="T61" fmla="*/ 1053 h 1885"/>
              <a:gd name="T62" fmla="*/ 679 w 1178"/>
              <a:gd name="T63" fmla="*/ 1087 h 1885"/>
              <a:gd name="T64" fmla="*/ 701 w 1178"/>
              <a:gd name="T65" fmla="*/ 1121 h 1885"/>
              <a:gd name="T66" fmla="*/ 722 w 1178"/>
              <a:gd name="T67" fmla="*/ 1155 h 1885"/>
              <a:gd name="T68" fmla="*/ 743 w 1178"/>
              <a:gd name="T69" fmla="*/ 1189 h 1885"/>
              <a:gd name="T70" fmla="*/ 765 w 1178"/>
              <a:gd name="T71" fmla="*/ 1224 h 1885"/>
              <a:gd name="T72" fmla="*/ 786 w 1178"/>
              <a:gd name="T73" fmla="*/ 1258 h 1885"/>
              <a:gd name="T74" fmla="*/ 807 w 1178"/>
              <a:gd name="T75" fmla="*/ 1292 h 1885"/>
              <a:gd name="T76" fmla="*/ 829 w 1178"/>
              <a:gd name="T77" fmla="*/ 1326 h 1885"/>
              <a:gd name="T78" fmla="*/ 850 w 1178"/>
              <a:gd name="T79" fmla="*/ 1360 h 1885"/>
              <a:gd name="T80" fmla="*/ 871 w 1178"/>
              <a:gd name="T81" fmla="*/ 1395 h 1885"/>
              <a:gd name="T82" fmla="*/ 893 w 1178"/>
              <a:gd name="T83" fmla="*/ 1429 h 1885"/>
              <a:gd name="T84" fmla="*/ 914 w 1178"/>
              <a:gd name="T85" fmla="*/ 1463 h 1885"/>
              <a:gd name="T86" fmla="*/ 936 w 1178"/>
              <a:gd name="T87" fmla="*/ 1497 h 1885"/>
              <a:gd name="T88" fmla="*/ 957 w 1178"/>
              <a:gd name="T89" fmla="*/ 1531 h 1885"/>
              <a:gd name="T90" fmla="*/ 978 w 1178"/>
              <a:gd name="T91" fmla="*/ 1566 h 1885"/>
              <a:gd name="T92" fmla="*/ 1000 w 1178"/>
              <a:gd name="T93" fmla="*/ 1600 h 1885"/>
              <a:gd name="T94" fmla="*/ 1021 w 1178"/>
              <a:gd name="T95" fmla="*/ 1634 h 1885"/>
              <a:gd name="T96" fmla="*/ 1042 w 1178"/>
              <a:gd name="T97" fmla="*/ 1668 h 1885"/>
              <a:gd name="T98" fmla="*/ 1064 w 1178"/>
              <a:gd name="T99" fmla="*/ 1702 h 1885"/>
              <a:gd name="T100" fmla="*/ 1085 w 1178"/>
              <a:gd name="T101" fmla="*/ 1737 h 1885"/>
              <a:gd name="T102" fmla="*/ 1107 w 1178"/>
              <a:gd name="T103" fmla="*/ 1771 h 1885"/>
              <a:gd name="T104" fmla="*/ 1128 w 1178"/>
              <a:gd name="T105" fmla="*/ 1805 h 1885"/>
              <a:gd name="T106" fmla="*/ 1149 w 1178"/>
              <a:gd name="T107" fmla="*/ 1839 h 1885"/>
              <a:gd name="T108" fmla="*/ 1171 w 1178"/>
              <a:gd name="T109" fmla="*/ 1873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78" h="1885">
                <a:moveTo>
                  <a:pt x="0" y="0"/>
                </a:moveTo>
                <a:lnTo>
                  <a:pt x="2" y="4"/>
                </a:lnTo>
                <a:moveTo>
                  <a:pt x="7" y="12"/>
                </a:moveTo>
                <a:lnTo>
                  <a:pt x="10" y="16"/>
                </a:lnTo>
                <a:moveTo>
                  <a:pt x="14" y="23"/>
                </a:moveTo>
                <a:lnTo>
                  <a:pt x="17" y="27"/>
                </a:lnTo>
                <a:moveTo>
                  <a:pt x="21" y="35"/>
                </a:moveTo>
                <a:lnTo>
                  <a:pt x="24" y="38"/>
                </a:lnTo>
                <a:moveTo>
                  <a:pt x="29" y="46"/>
                </a:moveTo>
                <a:lnTo>
                  <a:pt x="31" y="50"/>
                </a:lnTo>
                <a:moveTo>
                  <a:pt x="36" y="57"/>
                </a:moveTo>
                <a:lnTo>
                  <a:pt x="38" y="61"/>
                </a:lnTo>
                <a:moveTo>
                  <a:pt x="43" y="69"/>
                </a:moveTo>
                <a:lnTo>
                  <a:pt x="45" y="73"/>
                </a:lnTo>
                <a:moveTo>
                  <a:pt x="50" y="80"/>
                </a:moveTo>
                <a:lnTo>
                  <a:pt x="52" y="84"/>
                </a:lnTo>
                <a:moveTo>
                  <a:pt x="57" y="92"/>
                </a:moveTo>
                <a:lnTo>
                  <a:pt x="59" y="95"/>
                </a:lnTo>
                <a:moveTo>
                  <a:pt x="64" y="103"/>
                </a:moveTo>
                <a:lnTo>
                  <a:pt x="67" y="107"/>
                </a:lnTo>
                <a:moveTo>
                  <a:pt x="71" y="114"/>
                </a:moveTo>
                <a:lnTo>
                  <a:pt x="74" y="118"/>
                </a:lnTo>
                <a:moveTo>
                  <a:pt x="78" y="126"/>
                </a:moveTo>
                <a:lnTo>
                  <a:pt x="81" y="130"/>
                </a:lnTo>
                <a:moveTo>
                  <a:pt x="86" y="137"/>
                </a:moveTo>
                <a:lnTo>
                  <a:pt x="88" y="141"/>
                </a:lnTo>
                <a:moveTo>
                  <a:pt x="93" y="149"/>
                </a:moveTo>
                <a:lnTo>
                  <a:pt x="95" y="152"/>
                </a:lnTo>
                <a:moveTo>
                  <a:pt x="100" y="160"/>
                </a:moveTo>
                <a:lnTo>
                  <a:pt x="102" y="164"/>
                </a:lnTo>
                <a:moveTo>
                  <a:pt x="107" y="171"/>
                </a:moveTo>
                <a:lnTo>
                  <a:pt x="109" y="175"/>
                </a:lnTo>
                <a:moveTo>
                  <a:pt x="114" y="183"/>
                </a:moveTo>
                <a:lnTo>
                  <a:pt x="116" y="187"/>
                </a:lnTo>
                <a:moveTo>
                  <a:pt x="121" y="194"/>
                </a:moveTo>
                <a:lnTo>
                  <a:pt x="124" y="198"/>
                </a:lnTo>
                <a:moveTo>
                  <a:pt x="128" y="206"/>
                </a:moveTo>
                <a:lnTo>
                  <a:pt x="131" y="209"/>
                </a:lnTo>
                <a:moveTo>
                  <a:pt x="135" y="217"/>
                </a:moveTo>
                <a:lnTo>
                  <a:pt x="138" y="221"/>
                </a:lnTo>
                <a:moveTo>
                  <a:pt x="143" y="228"/>
                </a:moveTo>
                <a:lnTo>
                  <a:pt x="145" y="232"/>
                </a:lnTo>
                <a:moveTo>
                  <a:pt x="150" y="240"/>
                </a:moveTo>
                <a:lnTo>
                  <a:pt x="152" y="243"/>
                </a:lnTo>
                <a:moveTo>
                  <a:pt x="157" y="251"/>
                </a:moveTo>
                <a:lnTo>
                  <a:pt x="159" y="255"/>
                </a:lnTo>
                <a:moveTo>
                  <a:pt x="164" y="262"/>
                </a:moveTo>
                <a:lnTo>
                  <a:pt x="166" y="266"/>
                </a:lnTo>
                <a:moveTo>
                  <a:pt x="171" y="274"/>
                </a:moveTo>
                <a:lnTo>
                  <a:pt x="173" y="278"/>
                </a:lnTo>
                <a:moveTo>
                  <a:pt x="178" y="285"/>
                </a:moveTo>
                <a:lnTo>
                  <a:pt x="181" y="289"/>
                </a:lnTo>
                <a:moveTo>
                  <a:pt x="185" y="297"/>
                </a:moveTo>
                <a:lnTo>
                  <a:pt x="188" y="300"/>
                </a:lnTo>
                <a:moveTo>
                  <a:pt x="192" y="308"/>
                </a:moveTo>
                <a:lnTo>
                  <a:pt x="195" y="312"/>
                </a:lnTo>
                <a:moveTo>
                  <a:pt x="200" y="319"/>
                </a:moveTo>
                <a:lnTo>
                  <a:pt x="202" y="323"/>
                </a:lnTo>
                <a:moveTo>
                  <a:pt x="207" y="331"/>
                </a:moveTo>
                <a:lnTo>
                  <a:pt x="209" y="335"/>
                </a:lnTo>
                <a:moveTo>
                  <a:pt x="214" y="342"/>
                </a:moveTo>
                <a:lnTo>
                  <a:pt x="216" y="346"/>
                </a:lnTo>
                <a:moveTo>
                  <a:pt x="221" y="354"/>
                </a:moveTo>
                <a:lnTo>
                  <a:pt x="223" y="357"/>
                </a:lnTo>
                <a:moveTo>
                  <a:pt x="228" y="365"/>
                </a:moveTo>
                <a:lnTo>
                  <a:pt x="230" y="369"/>
                </a:lnTo>
                <a:moveTo>
                  <a:pt x="235" y="376"/>
                </a:moveTo>
                <a:lnTo>
                  <a:pt x="238" y="380"/>
                </a:lnTo>
                <a:moveTo>
                  <a:pt x="242" y="388"/>
                </a:moveTo>
                <a:lnTo>
                  <a:pt x="245" y="392"/>
                </a:lnTo>
                <a:moveTo>
                  <a:pt x="249" y="399"/>
                </a:moveTo>
                <a:lnTo>
                  <a:pt x="252" y="403"/>
                </a:lnTo>
                <a:moveTo>
                  <a:pt x="257" y="411"/>
                </a:moveTo>
                <a:lnTo>
                  <a:pt x="259" y="414"/>
                </a:lnTo>
                <a:moveTo>
                  <a:pt x="264" y="422"/>
                </a:moveTo>
                <a:lnTo>
                  <a:pt x="266" y="426"/>
                </a:lnTo>
                <a:moveTo>
                  <a:pt x="271" y="433"/>
                </a:moveTo>
                <a:lnTo>
                  <a:pt x="273" y="437"/>
                </a:lnTo>
                <a:moveTo>
                  <a:pt x="278" y="445"/>
                </a:moveTo>
                <a:lnTo>
                  <a:pt x="280" y="449"/>
                </a:lnTo>
                <a:moveTo>
                  <a:pt x="285" y="456"/>
                </a:moveTo>
                <a:lnTo>
                  <a:pt x="287" y="460"/>
                </a:lnTo>
                <a:moveTo>
                  <a:pt x="292" y="468"/>
                </a:moveTo>
                <a:lnTo>
                  <a:pt x="295" y="471"/>
                </a:lnTo>
                <a:moveTo>
                  <a:pt x="299" y="479"/>
                </a:moveTo>
                <a:lnTo>
                  <a:pt x="302" y="483"/>
                </a:lnTo>
                <a:moveTo>
                  <a:pt x="306" y="490"/>
                </a:moveTo>
                <a:lnTo>
                  <a:pt x="309" y="494"/>
                </a:lnTo>
                <a:moveTo>
                  <a:pt x="314" y="502"/>
                </a:moveTo>
                <a:lnTo>
                  <a:pt x="316" y="506"/>
                </a:lnTo>
                <a:moveTo>
                  <a:pt x="321" y="513"/>
                </a:moveTo>
                <a:lnTo>
                  <a:pt x="323" y="517"/>
                </a:lnTo>
                <a:moveTo>
                  <a:pt x="328" y="525"/>
                </a:moveTo>
                <a:lnTo>
                  <a:pt x="330" y="528"/>
                </a:lnTo>
                <a:moveTo>
                  <a:pt x="335" y="536"/>
                </a:moveTo>
                <a:lnTo>
                  <a:pt x="337" y="540"/>
                </a:lnTo>
                <a:moveTo>
                  <a:pt x="342" y="547"/>
                </a:moveTo>
                <a:lnTo>
                  <a:pt x="344" y="551"/>
                </a:lnTo>
                <a:moveTo>
                  <a:pt x="349" y="559"/>
                </a:moveTo>
                <a:lnTo>
                  <a:pt x="351" y="563"/>
                </a:lnTo>
                <a:moveTo>
                  <a:pt x="356" y="570"/>
                </a:moveTo>
                <a:lnTo>
                  <a:pt x="359" y="574"/>
                </a:lnTo>
                <a:moveTo>
                  <a:pt x="363" y="582"/>
                </a:moveTo>
                <a:lnTo>
                  <a:pt x="366" y="585"/>
                </a:lnTo>
                <a:moveTo>
                  <a:pt x="370" y="593"/>
                </a:moveTo>
                <a:lnTo>
                  <a:pt x="373" y="597"/>
                </a:lnTo>
                <a:moveTo>
                  <a:pt x="378" y="604"/>
                </a:moveTo>
                <a:lnTo>
                  <a:pt x="380" y="608"/>
                </a:lnTo>
                <a:moveTo>
                  <a:pt x="385" y="616"/>
                </a:moveTo>
                <a:lnTo>
                  <a:pt x="387" y="620"/>
                </a:lnTo>
                <a:moveTo>
                  <a:pt x="392" y="627"/>
                </a:moveTo>
                <a:lnTo>
                  <a:pt x="394" y="631"/>
                </a:lnTo>
                <a:moveTo>
                  <a:pt x="399" y="639"/>
                </a:moveTo>
                <a:lnTo>
                  <a:pt x="401" y="642"/>
                </a:lnTo>
                <a:moveTo>
                  <a:pt x="406" y="650"/>
                </a:moveTo>
                <a:lnTo>
                  <a:pt x="408" y="654"/>
                </a:lnTo>
                <a:moveTo>
                  <a:pt x="413" y="661"/>
                </a:moveTo>
                <a:lnTo>
                  <a:pt x="416" y="665"/>
                </a:lnTo>
                <a:moveTo>
                  <a:pt x="420" y="673"/>
                </a:moveTo>
                <a:lnTo>
                  <a:pt x="423" y="677"/>
                </a:lnTo>
                <a:moveTo>
                  <a:pt x="427" y="684"/>
                </a:moveTo>
                <a:lnTo>
                  <a:pt x="430" y="688"/>
                </a:lnTo>
                <a:moveTo>
                  <a:pt x="435" y="696"/>
                </a:moveTo>
                <a:lnTo>
                  <a:pt x="437" y="699"/>
                </a:lnTo>
                <a:moveTo>
                  <a:pt x="442" y="707"/>
                </a:moveTo>
                <a:lnTo>
                  <a:pt x="444" y="711"/>
                </a:lnTo>
                <a:moveTo>
                  <a:pt x="449" y="718"/>
                </a:moveTo>
                <a:lnTo>
                  <a:pt x="451" y="722"/>
                </a:lnTo>
                <a:moveTo>
                  <a:pt x="456" y="730"/>
                </a:moveTo>
                <a:lnTo>
                  <a:pt x="458" y="734"/>
                </a:lnTo>
                <a:moveTo>
                  <a:pt x="463" y="741"/>
                </a:moveTo>
                <a:lnTo>
                  <a:pt x="465" y="745"/>
                </a:lnTo>
                <a:moveTo>
                  <a:pt x="470" y="753"/>
                </a:moveTo>
                <a:lnTo>
                  <a:pt x="473" y="756"/>
                </a:lnTo>
                <a:moveTo>
                  <a:pt x="477" y="764"/>
                </a:moveTo>
                <a:lnTo>
                  <a:pt x="480" y="768"/>
                </a:lnTo>
                <a:moveTo>
                  <a:pt x="484" y="775"/>
                </a:moveTo>
                <a:lnTo>
                  <a:pt x="487" y="779"/>
                </a:lnTo>
                <a:moveTo>
                  <a:pt x="492" y="787"/>
                </a:moveTo>
                <a:lnTo>
                  <a:pt x="494" y="791"/>
                </a:lnTo>
                <a:moveTo>
                  <a:pt x="499" y="798"/>
                </a:moveTo>
                <a:lnTo>
                  <a:pt x="501" y="802"/>
                </a:lnTo>
                <a:moveTo>
                  <a:pt x="506" y="810"/>
                </a:moveTo>
                <a:lnTo>
                  <a:pt x="508" y="813"/>
                </a:lnTo>
                <a:moveTo>
                  <a:pt x="513" y="821"/>
                </a:moveTo>
                <a:lnTo>
                  <a:pt x="515" y="825"/>
                </a:lnTo>
                <a:moveTo>
                  <a:pt x="520" y="832"/>
                </a:moveTo>
                <a:lnTo>
                  <a:pt x="522" y="836"/>
                </a:lnTo>
                <a:moveTo>
                  <a:pt x="527" y="844"/>
                </a:moveTo>
                <a:lnTo>
                  <a:pt x="530" y="848"/>
                </a:lnTo>
                <a:moveTo>
                  <a:pt x="534" y="855"/>
                </a:moveTo>
                <a:lnTo>
                  <a:pt x="537" y="859"/>
                </a:lnTo>
                <a:moveTo>
                  <a:pt x="541" y="867"/>
                </a:moveTo>
                <a:lnTo>
                  <a:pt x="544" y="870"/>
                </a:lnTo>
                <a:moveTo>
                  <a:pt x="549" y="878"/>
                </a:moveTo>
                <a:lnTo>
                  <a:pt x="551" y="882"/>
                </a:lnTo>
                <a:moveTo>
                  <a:pt x="556" y="889"/>
                </a:moveTo>
                <a:lnTo>
                  <a:pt x="558" y="893"/>
                </a:lnTo>
                <a:moveTo>
                  <a:pt x="563" y="901"/>
                </a:moveTo>
                <a:lnTo>
                  <a:pt x="565" y="905"/>
                </a:lnTo>
                <a:moveTo>
                  <a:pt x="570" y="912"/>
                </a:moveTo>
                <a:lnTo>
                  <a:pt x="572" y="916"/>
                </a:lnTo>
                <a:moveTo>
                  <a:pt x="577" y="924"/>
                </a:moveTo>
                <a:lnTo>
                  <a:pt x="579" y="927"/>
                </a:lnTo>
                <a:moveTo>
                  <a:pt x="584" y="935"/>
                </a:moveTo>
                <a:lnTo>
                  <a:pt x="587" y="939"/>
                </a:lnTo>
                <a:moveTo>
                  <a:pt x="591" y="946"/>
                </a:moveTo>
                <a:lnTo>
                  <a:pt x="594" y="950"/>
                </a:lnTo>
                <a:moveTo>
                  <a:pt x="598" y="958"/>
                </a:moveTo>
                <a:lnTo>
                  <a:pt x="601" y="962"/>
                </a:lnTo>
                <a:moveTo>
                  <a:pt x="606" y="969"/>
                </a:moveTo>
                <a:lnTo>
                  <a:pt x="608" y="973"/>
                </a:lnTo>
                <a:moveTo>
                  <a:pt x="613" y="981"/>
                </a:moveTo>
                <a:lnTo>
                  <a:pt x="615" y="984"/>
                </a:lnTo>
                <a:moveTo>
                  <a:pt x="620" y="992"/>
                </a:moveTo>
                <a:lnTo>
                  <a:pt x="622" y="996"/>
                </a:lnTo>
                <a:moveTo>
                  <a:pt x="627" y="1003"/>
                </a:moveTo>
                <a:lnTo>
                  <a:pt x="629" y="1007"/>
                </a:lnTo>
                <a:moveTo>
                  <a:pt x="634" y="1015"/>
                </a:moveTo>
                <a:lnTo>
                  <a:pt x="636" y="1019"/>
                </a:lnTo>
                <a:moveTo>
                  <a:pt x="641" y="1026"/>
                </a:moveTo>
                <a:lnTo>
                  <a:pt x="644" y="1030"/>
                </a:lnTo>
                <a:moveTo>
                  <a:pt x="648" y="1037"/>
                </a:moveTo>
                <a:lnTo>
                  <a:pt x="651" y="1041"/>
                </a:lnTo>
                <a:moveTo>
                  <a:pt x="655" y="1049"/>
                </a:moveTo>
                <a:lnTo>
                  <a:pt x="658" y="1053"/>
                </a:lnTo>
                <a:moveTo>
                  <a:pt x="663" y="1060"/>
                </a:moveTo>
                <a:lnTo>
                  <a:pt x="665" y="1064"/>
                </a:lnTo>
                <a:moveTo>
                  <a:pt x="670" y="1072"/>
                </a:moveTo>
                <a:lnTo>
                  <a:pt x="672" y="1075"/>
                </a:lnTo>
                <a:moveTo>
                  <a:pt x="677" y="1083"/>
                </a:moveTo>
                <a:lnTo>
                  <a:pt x="679" y="1087"/>
                </a:lnTo>
                <a:moveTo>
                  <a:pt x="684" y="1094"/>
                </a:moveTo>
                <a:lnTo>
                  <a:pt x="686" y="1098"/>
                </a:lnTo>
                <a:moveTo>
                  <a:pt x="691" y="1106"/>
                </a:moveTo>
                <a:lnTo>
                  <a:pt x="693" y="1110"/>
                </a:lnTo>
                <a:moveTo>
                  <a:pt x="698" y="1117"/>
                </a:moveTo>
                <a:lnTo>
                  <a:pt x="701" y="1121"/>
                </a:lnTo>
                <a:moveTo>
                  <a:pt x="705" y="1129"/>
                </a:moveTo>
                <a:lnTo>
                  <a:pt x="708" y="1132"/>
                </a:lnTo>
                <a:moveTo>
                  <a:pt x="712" y="1140"/>
                </a:moveTo>
                <a:lnTo>
                  <a:pt x="715" y="1144"/>
                </a:lnTo>
                <a:moveTo>
                  <a:pt x="720" y="1151"/>
                </a:moveTo>
                <a:lnTo>
                  <a:pt x="722" y="1155"/>
                </a:lnTo>
                <a:moveTo>
                  <a:pt x="727" y="1163"/>
                </a:moveTo>
                <a:lnTo>
                  <a:pt x="729" y="1167"/>
                </a:lnTo>
                <a:moveTo>
                  <a:pt x="734" y="1174"/>
                </a:moveTo>
                <a:lnTo>
                  <a:pt x="736" y="1178"/>
                </a:lnTo>
                <a:moveTo>
                  <a:pt x="741" y="1186"/>
                </a:moveTo>
                <a:lnTo>
                  <a:pt x="743" y="1189"/>
                </a:lnTo>
                <a:moveTo>
                  <a:pt x="748" y="1197"/>
                </a:moveTo>
                <a:lnTo>
                  <a:pt x="750" y="1201"/>
                </a:lnTo>
                <a:moveTo>
                  <a:pt x="755" y="1208"/>
                </a:moveTo>
                <a:lnTo>
                  <a:pt x="758" y="1212"/>
                </a:lnTo>
                <a:moveTo>
                  <a:pt x="762" y="1220"/>
                </a:moveTo>
                <a:lnTo>
                  <a:pt x="765" y="1224"/>
                </a:lnTo>
                <a:moveTo>
                  <a:pt x="769" y="1231"/>
                </a:moveTo>
                <a:lnTo>
                  <a:pt x="772" y="1235"/>
                </a:lnTo>
                <a:moveTo>
                  <a:pt x="777" y="1243"/>
                </a:moveTo>
                <a:lnTo>
                  <a:pt x="779" y="1246"/>
                </a:lnTo>
                <a:moveTo>
                  <a:pt x="784" y="1254"/>
                </a:moveTo>
                <a:lnTo>
                  <a:pt x="786" y="1258"/>
                </a:lnTo>
                <a:moveTo>
                  <a:pt x="791" y="1265"/>
                </a:moveTo>
                <a:lnTo>
                  <a:pt x="793" y="1269"/>
                </a:lnTo>
                <a:moveTo>
                  <a:pt x="798" y="1277"/>
                </a:moveTo>
                <a:lnTo>
                  <a:pt x="800" y="1281"/>
                </a:lnTo>
                <a:moveTo>
                  <a:pt x="805" y="1288"/>
                </a:moveTo>
                <a:lnTo>
                  <a:pt x="807" y="1292"/>
                </a:lnTo>
                <a:moveTo>
                  <a:pt x="812" y="1300"/>
                </a:moveTo>
                <a:lnTo>
                  <a:pt x="814" y="1303"/>
                </a:lnTo>
                <a:moveTo>
                  <a:pt x="819" y="1311"/>
                </a:moveTo>
                <a:lnTo>
                  <a:pt x="822" y="1315"/>
                </a:lnTo>
                <a:moveTo>
                  <a:pt x="826" y="1322"/>
                </a:moveTo>
                <a:lnTo>
                  <a:pt x="829" y="1326"/>
                </a:lnTo>
                <a:moveTo>
                  <a:pt x="833" y="1334"/>
                </a:moveTo>
                <a:lnTo>
                  <a:pt x="836" y="1338"/>
                </a:lnTo>
                <a:moveTo>
                  <a:pt x="841" y="1345"/>
                </a:moveTo>
                <a:lnTo>
                  <a:pt x="843" y="1349"/>
                </a:lnTo>
                <a:moveTo>
                  <a:pt x="848" y="1357"/>
                </a:moveTo>
                <a:lnTo>
                  <a:pt x="850" y="1360"/>
                </a:lnTo>
                <a:moveTo>
                  <a:pt x="855" y="1368"/>
                </a:moveTo>
                <a:lnTo>
                  <a:pt x="857" y="1372"/>
                </a:lnTo>
                <a:moveTo>
                  <a:pt x="862" y="1379"/>
                </a:moveTo>
                <a:lnTo>
                  <a:pt x="864" y="1383"/>
                </a:lnTo>
                <a:moveTo>
                  <a:pt x="869" y="1391"/>
                </a:moveTo>
                <a:lnTo>
                  <a:pt x="871" y="1395"/>
                </a:lnTo>
                <a:moveTo>
                  <a:pt x="876" y="1402"/>
                </a:moveTo>
                <a:lnTo>
                  <a:pt x="879" y="1406"/>
                </a:lnTo>
                <a:moveTo>
                  <a:pt x="883" y="1414"/>
                </a:moveTo>
                <a:lnTo>
                  <a:pt x="886" y="1417"/>
                </a:lnTo>
                <a:moveTo>
                  <a:pt x="890" y="1425"/>
                </a:moveTo>
                <a:lnTo>
                  <a:pt x="893" y="1429"/>
                </a:lnTo>
                <a:moveTo>
                  <a:pt x="898" y="1436"/>
                </a:moveTo>
                <a:lnTo>
                  <a:pt x="900" y="1440"/>
                </a:lnTo>
                <a:moveTo>
                  <a:pt x="905" y="1448"/>
                </a:moveTo>
                <a:lnTo>
                  <a:pt x="907" y="1452"/>
                </a:lnTo>
                <a:moveTo>
                  <a:pt x="912" y="1459"/>
                </a:moveTo>
                <a:lnTo>
                  <a:pt x="914" y="1463"/>
                </a:lnTo>
                <a:moveTo>
                  <a:pt x="919" y="1471"/>
                </a:moveTo>
                <a:lnTo>
                  <a:pt x="921" y="1474"/>
                </a:lnTo>
                <a:moveTo>
                  <a:pt x="926" y="1482"/>
                </a:moveTo>
                <a:lnTo>
                  <a:pt x="928" y="1486"/>
                </a:lnTo>
                <a:moveTo>
                  <a:pt x="933" y="1493"/>
                </a:moveTo>
                <a:lnTo>
                  <a:pt x="936" y="1497"/>
                </a:lnTo>
                <a:moveTo>
                  <a:pt x="940" y="1505"/>
                </a:moveTo>
                <a:lnTo>
                  <a:pt x="943" y="1509"/>
                </a:lnTo>
                <a:moveTo>
                  <a:pt x="947" y="1516"/>
                </a:moveTo>
                <a:lnTo>
                  <a:pt x="950" y="1520"/>
                </a:lnTo>
                <a:moveTo>
                  <a:pt x="955" y="1528"/>
                </a:moveTo>
                <a:lnTo>
                  <a:pt x="957" y="1531"/>
                </a:lnTo>
                <a:moveTo>
                  <a:pt x="962" y="1539"/>
                </a:moveTo>
                <a:lnTo>
                  <a:pt x="964" y="1543"/>
                </a:lnTo>
                <a:moveTo>
                  <a:pt x="969" y="1550"/>
                </a:moveTo>
                <a:lnTo>
                  <a:pt x="971" y="1554"/>
                </a:lnTo>
                <a:moveTo>
                  <a:pt x="976" y="1562"/>
                </a:moveTo>
                <a:lnTo>
                  <a:pt x="978" y="1566"/>
                </a:lnTo>
                <a:moveTo>
                  <a:pt x="983" y="1573"/>
                </a:moveTo>
                <a:lnTo>
                  <a:pt x="985" y="1577"/>
                </a:lnTo>
                <a:moveTo>
                  <a:pt x="990" y="1585"/>
                </a:moveTo>
                <a:lnTo>
                  <a:pt x="993" y="1588"/>
                </a:lnTo>
                <a:moveTo>
                  <a:pt x="997" y="1596"/>
                </a:moveTo>
                <a:lnTo>
                  <a:pt x="1000" y="1600"/>
                </a:lnTo>
                <a:moveTo>
                  <a:pt x="1004" y="1607"/>
                </a:moveTo>
                <a:lnTo>
                  <a:pt x="1007" y="1611"/>
                </a:lnTo>
                <a:moveTo>
                  <a:pt x="1012" y="1619"/>
                </a:moveTo>
                <a:lnTo>
                  <a:pt x="1014" y="1623"/>
                </a:lnTo>
                <a:moveTo>
                  <a:pt x="1019" y="1630"/>
                </a:moveTo>
                <a:lnTo>
                  <a:pt x="1021" y="1634"/>
                </a:lnTo>
                <a:moveTo>
                  <a:pt x="1026" y="1642"/>
                </a:moveTo>
                <a:lnTo>
                  <a:pt x="1028" y="1645"/>
                </a:lnTo>
                <a:moveTo>
                  <a:pt x="1033" y="1653"/>
                </a:moveTo>
                <a:lnTo>
                  <a:pt x="1035" y="1657"/>
                </a:lnTo>
                <a:moveTo>
                  <a:pt x="1040" y="1664"/>
                </a:moveTo>
                <a:lnTo>
                  <a:pt x="1042" y="1668"/>
                </a:lnTo>
                <a:moveTo>
                  <a:pt x="1047" y="1676"/>
                </a:moveTo>
                <a:lnTo>
                  <a:pt x="1050" y="1680"/>
                </a:lnTo>
                <a:moveTo>
                  <a:pt x="1054" y="1687"/>
                </a:moveTo>
                <a:lnTo>
                  <a:pt x="1057" y="1691"/>
                </a:lnTo>
                <a:moveTo>
                  <a:pt x="1061" y="1699"/>
                </a:moveTo>
                <a:lnTo>
                  <a:pt x="1064" y="1702"/>
                </a:lnTo>
                <a:moveTo>
                  <a:pt x="1069" y="1710"/>
                </a:moveTo>
                <a:lnTo>
                  <a:pt x="1071" y="1714"/>
                </a:lnTo>
                <a:moveTo>
                  <a:pt x="1076" y="1721"/>
                </a:moveTo>
                <a:lnTo>
                  <a:pt x="1078" y="1725"/>
                </a:lnTo>
                <a:moveTo>
                  <a:pt x="1083" y="1733"/>
                </a:moveTo>
                <a:lnTo>
                  <a:pt x="1085" y="1737"/>
                </a:lnTo>
                <a:moveTo>
                  <a:pt x="1090" y="1744"/>
                </a:moveTo>
                <a:lnTo>
                  <a:pt x="1092" y="1748"/>
                </a:lnTo>
                <a:moveTo>
                  <a:pt x="1097" y="1756"/>
                </a:moveTo>
                <a:lnTo>
                  <a:pt x="1099" y="1759"/>
                </a:lnTo>
                <a:moveTo>
                  <a:pt x="1104" y="1767"/>
                </a:moveTo>
                <a:lnTo>
                  <a:pt x="1107" y="1771"/>
                </a:lnTo>
                <a:moveTo>
                  <a:pt x="1111" y="1778"/>
                </a:moveTo>
                <a:lnTo>
                  <a:pt x="1114" y="1782"/>
                </a:lnTo>
                <a:moveTo>
                  <a:pt x="1118" y="1790"/>
                </a:moveTo>
                <a:lnTo>
                  <a:pt x="1121" y="1794"/>
                </a:lnTo>
                <a:moveTo>
                  <a:pt x="1126" y="1801"/>
                </a:moveTo>
                <a:lnTo>
                  <a:pt x="1128" y="1805"/>
                </a:lnTo>
                <a:moveTo>
                  <a:pt x="1133" y="1813"/>
                </a:moveTo>
                <a:lnTo>
                  <a:pt x="1135" y="1816"/>
                </a:lnTo>
                <a:moveTo>
                  <a:pt x="1140" y="1824"/>
                </a:moveTo>
                <a:lnTo>
                  <a:pt x="1142" y="1828"/>
                </a:lnTo>
                <a:moveTo>
                  <a:pt x="1147" y="1835"/>
                </a:moveTo>
                <a:lnTo>
                  <a:pt x="1149" y="1839"/>
                </a:lnTo>
                <a:moveTo>
                  <a:pt x="1154" y="1847"/>
                </a:moveTo>
                <a:lnTo>
                  <a:pt x="1156" y="1850"/>
                </a:lnTo>
                <a:moveTo>
                  <a:pt x="1161" y="1858"/>
                </a:moveTo>
                <a:lnTo>
                  <a:pt x="1164" y="1862"/>
                </a:lnTo>
                <a:moveTo>
                  <a:pt x="1168" y="1869"/>
                </a:moveTo>
                <a:lnTo>
                  <a:pt x="1171" y="1873"/>
                </a:lnTo>
                <a:moveTo>
                  <a:pt x="1175" y="1881"/>
                </a:moveTo>
                <a:lnTo>
                  <a:pt x="1178" y="1885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Freeform 11">
            <a:extLst>
              <a:ext uri="{FF2B5EF4-FFF2-40B4-BE49-F238E27FC236}">
                <a16:creationId xmlns:a16="http://schemas.microsoft.com/office/drawing/2014/main" id="{02E6D9D3-BD5C-0A25-4AAD-6EC3D554B74F}"/>
              </a:ext>
            </a:extLst>
          </p:cNvPr>
          <p:cNvSpPr>
            <a:spLocks noEditPoints="1"/>
          </p:cNvSpPr>
          <p:nvPr/>
        </p:nvSpPr>
        <p:spPr bwMode="auto">
          <a:xfrm>
            <a:off x="1420813" y="133350"/>
            <a:ext cx="90488" cy="363538"/>
          </a:xfrm>
          <a:custGeom>
            <a:avLst/>
            <a:gdLst>
              <a:gd name="T0" fmla="*/ 1 w 114"/>
              <a:gd name="T1" fmla="*/ 4 h 458"/>
              <a:gd name="T2" fmla="*/ 4 w 114"/>
              <a:gd name="T3" fmla="*/ 17 h 458"/>
              <a:gd name="T4" fmla="*/ 7 w 114"/>
              <a:gd name="T5" fmla="*/ 30 h 458"/>
              <a:gd name="T6" fmla="*/ 11 w 114"/>
              <a:gd name="T7" fmla="*/ 43 h 458"/>
              <a:gd name="T8" fmla="*/ 14 w 114"/>
              <a:gd name="T9" fmla="*/ 56 h 458"/>
              <a:gd name="T10" fmla="*/ 17 w 114"/>
              <a:gd name="T11" fmla="*/ 69 h 458"/>
              <a:gd name="T12" fmla="*/ 20 w 114"/>
              <a:gd name="T13" fmla="*/ 82 h 458"/>
              <a:gd name="T14" fmla="*/ 24 w 114"/>
              <a:gd name="T15" fmla="*/ 95 h 458"/>
              <a:gd name="T16" fmla="*/ 27 w 114"/>
              <a:gd name="T17" fmla="*/ 108 h 458"/>
              <a:gd name="T18" fmla="*/ 30 w 114"/>
              <a:gd name="T19" fmla="*/ 121 h 458"/>
              <a:gd name="T20" fmla="*/ 33 w 114"/>
              <a:gd name="T21" fmla="*/ 134 h 458"/>
              <a:gd name="T22" fmla="*/ 37 w 114"/>
              <a:gd name="T23" fmla="*/ 147 h 458"/>
              <a:gd name="T24" fmla="*/ 40 w 114"/>
              <a:gd name="T25" fmla="*/ 160 h 458"/>
              <a:gd name="T26" fmla="*/ 43 w 114"/>
              <a:gd name="T27" fmla="*/ 173 h 458"/>
              <a:gd name="T28" fmla="*/ 46 w 114"/>
              <a:gd name="T29" fmla="*/ 186 h 458"/>
              <a:gd name="T30" fmla="*/ 50 w 114"/>
              <a:gd name="T31" fmla="*/ 199 h 458"/>
              <a:gd name="T32" fmla="*/ 53 w 114"/>
              <a:gd name="T33" fmla="*/ 213 h 458"/>
              <a:gd name="T34" fmla="*/ 56 w 114"/>
              <a:gd name="T35" fmla="*/ 226 h 458"/>
              <a:gd name="T36" fmla="*/ 59 w 114"/>
              <a:gd name="T37" fmla="*/ 239 h 458"/>
              <a:gd name="T38" fmla="*/ 63 w 114"/>
              <a:gd name="T39" fmla="*/ 252 h 458"/>
              <a:gd name="T40" fmla="*/ 66 w 114"/>
              <a:gd name="T41" fmla="*/ 265 h 458"/>
              <a:gd name="T42" fmla="*/ 69 w 114"/>
              <a:gd name="T43" fmla="*/ 278 h 458"/>
              <a:gd name="T44" fmla="*/ 72 w 114"/>
              <a:gd name="T45" fmla="*/ 291 h 458"/>
              <a:gd name="T46" fmla="*/ 76 w 114"/>
              <a:gd name="T47" fmla="*/ 304 h 458"/>
              <a:gd name="T48" fmla="*/ 79 w 114"/>
              <a:gd name="T49" fmla="*/ 317 h 458"/>
              <a:gd name="T50" fmla="*/ 82 w 114"/>
              <a:gd name="T51" fmla="*/ 330 h 458"/>
              <a:gd name="T52" fmla="*/ 86 w 114"/>
              <a:gd name="T53" fmla="*/ 343 h 458"/>
              <a:gd name="T54" fmla="*/ 89 w 114"/>
              <a:gd name="T55" fmla="*/ 356 h 458"/>
              <a:gd name="T56" fmla="*/ 92 w 114"/>
              <a:gd name="T57" fmla="*/ 369 h 458"/>
              <a:gd name="T58" fmla="*/ 95 w 114"/>
              <a:gd name="T59" fmla="*/ 382 h 458"/>
              <a:gd name="T60" fmla="*/ 99 w 114"/>
              <a:gd name="T61" fmla="*/ 395 h 458"/>
              <a:gd name="T62" fmla="*/ 102 w 114"/>
              <a:gd name="T63" fmla="*/ 408 h 458"/>
              <a:gd name="T64" fmla="*/ 105 w 114"/>
              <a:gd name="T65" fmla="*/ 421 h 458"/>
              <a:gd name="T66" fmla="*/ 108 w 114"/>
              <a:gd name="T67" fmla="*/ 434 h 458"/>
              <a:gd name="T68" fmla="*/ 112 w 114"/>
              <a:gd name="T69" fmla="*/ 447 h 458"/>
              <a:gd name="T70" fmla="*/ 114 w 114"/>
              <a:gd name="T71" fmla="*/ 458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4" h="458">
                <a:moveTo>
                  <a:pt x="0" y="0"/>
                </a:moveTo>
                <a:lnTo>
                  <a:pt x="1" y="4"/>
                </a:lnTo>
                <a:moveTo>
                  <a:pt x="3" y="13"/>
                </a:moveTo>
                <a:lnTo>
                  <a:pt x="4" y="17"/>
                </a:lnTo>
                <a:moveTo>
                  <a:pt x="6" y="26"/>
                </a:moveTo>
                <a:lnTo>
                  <a:pt x="7" y="30"/>
                </a:lnTo>
                <a:moveTo>
                  <a:pt x="9" y="39"/>
                </a:moveTo>
                <a:lnTo>
                  <a:pt x="11" y="43"/>
                </a:lnTo>
                <a:moveTo>
                  <a:pt x="13" y="52"/>
                </a:moveTo>
                <a:lnTo>
                  <a:pt x="14" y="56"/>
                </a:lnTo>
                <a:moveTo>
                  <a:pt x="16" y="65"/>
                </a:moveTo>
                <a:lnTo>
                  <a:pt x="17" y="69"/>
                </a:lnTo>
                <a:moveTo>
                  <a:pt x="19" y="78"/>
                </a:moveTo>
                <a:lnTo>
                  <a:pt x="20" y="82"/>
                </a:lnTo>
                <a:moveTo>
                  <a:pt x="23" y="91"/>
                </a:moveTo>
                <a:lnTo>
                  <a:pt x="24" y="95"/>
                </a:lnTo>
                <a:moveTo>
                  <a:pt x="26" y="104"/>
                </a:moveTo>
                <a:lnTo>
                  <a:pt x="27" y="108"/>
                </a:lnTo>
                <a:moveTo>
                  <a:pt x="29" y="117"/>
                </a:moveTo>
                <a:lnTo>
                  <a:pt x="30" y="121"/>
                </a:lnTo>
                <a:moveTo>
                  <a:pt x="32" y="130"/>
                </a:moveTo>
                <a:lnTo>
                  <a:pt x="33" y="134"/>
                </a:lnTo>
                <a:moveTo>
                  <a:pt x="36" y="143"/>
                </a:moveTo>
                <a:lnTo>
                  <a:pt x="37" y="147"/>
                </a:lnTo>
                <a:moveTo>
                  <a:pt x="39" y="156"/>
                </a:moveTo>
                <a:lnTo>
                  <a:pt x="40" y="160"/>
                </a:lnTo>
                <a:moveTo>
                  <a:pt x="42" y="169"/>
                </a:moveTo>
                <a:lnTo>
                  <a:pt x="43" y="173"/>
                </a:lnTo>
                <a:moveTo>
                  <a:pt x="45" y="182"/>
                </a:moveTo>
                <a:lnTo>
                  <a:pt x="46" y="186"/>
                </a:lnTo>
                <a:moveTo>
                  <a:pt x="49" y="195"/>
                </a:moveTo>
                <a:lnTo>
                  <a:pt x="50" y="199"/>
                </a:lnTo>
                <a:moveTo>
                  <a:pt x="52" y="208"/>
                </a:moveTo>
                <a:lnTo>
                  <a:pt x="53" y="213"/>
                </a:lnTo>
                <a:moveTo>
                  <a:pt x="55" y="221"/>
                </a:moveTo>
                <a:lnTo>
                  <a:pt x="56" y="226"/>
                </a:lnTo>
                <a:moveTo>
                  <a:pt x="58" y="234"/>
                </a:moveTo>
                <a:lnTo>
                  <a:pt x="59" y="239"/>
                </a:lnTo>
                <a:moveTo>
                  <a:pt x="62" y="247"/>
                </a:moveTo>
                <a:lnTo>
                  <a:pt x="63" y="252"/>
                </a:lnTo>
                <a:moveTo>
                  <a:pt x="65" y="260"/>
                </a:moveTo>
                <a:lnTo>
                  <a:pt x="66" y="265"/>
                </a:lnTo>
                <a:moveTo>
                  <a:pt x="68" y="273"/>
                </a:moveTo>
                <a:lnTo>
                  <a:pt x="69" y="278"/>
                </a:lnTo>
                <a:moveTo>
                  <a:pt x="71" y="286"/>
                </a:moveTo>
                <a:lnTo>
                  <a:pt x="72" y="291"/>
                </a:lnTo>
                <a:moveTo>
                  <a:pt x="75" y="299"/>
                </a:moveTo>
                <a:lnTo>
                  <a:pt x="76" y="304"/>
                </a:lnTo>
                <a:moveTo>
                  <a:pt x="78" y="312"/>
                </a:moveTo>
                <a:lnTo>
                  <a:pt x="79" y="317"/>
                </a:lnTo>
                <a:moveTo>
                  <a:pt x="81" y="326"/>
                </a:moveTo>
                <a:lnTo>
                  <a:pt x="82" y="330"/>
                </a:lnTo>
                <a:moveTo>
                  <a:pt x="84" y="339"/>
                </a:moveTo>
                <a:lnTo>
                  <a:pt x="86" y="343"/>
                </a:lnTo>
                <a:moveTo>
                  <a:pt x="88" y="352"/>
                </a:moveTo>
                <a:lnTo>
                  <a:pt x="89" y="356"/>
                </a:lnTo>
                <a:moveTo>
                  <a:pt x="91" y="365"/>
                </a:moveTo>
                <a:lnTo>
                  <a:pt x="92" y="369"/>
                </a:lnTo>
                <a:moveTo>
                  <a:pt x="94" y="378"/>
                </a:moveTo>
                <a:lnTo>
                  <a:pt x="95" y="382"/>
                </a:lnTo>
                <a:moveTo>
                  <a:pt x="97" y="391"/>
                </a:moveTo>
                <a:lnTo>
                  <a:pt x="99" y="395"/>
                </a:lnTo>
                <a:moveTo>
                  <a:pt x="101" y="404"/>
                </a:moveTo>
                <a:lnTo>
                  <a:pt x="102" y="408"/>
                </a:lnTo>
                <a:moveTo>
                  <a:pt x="104" y="417"/>
                </a:moveTo>
                <a:lnTo>
                  <a:pt x="105" y="421"/>
                </a:lnTo>
                <a:moveTo>
                  <a:pt x="107" y="430"/>
                </a:moveTo>
                <a:lnTo>
                  <a:pt x="108" y="434"/>
                </a:lnTo>
                <a:moveTo>
                  <a:pt x="110" y="443"/>
                </a:moveTo>
                <a:lnTo>
                  <a:pt x="112" y="447"/>
                </a:lnTo>
                <a:moveTo>
                  <a:pt x="114" y="456"/>
                </a:moveTo>
                <a:lnTo>
                  <a:pt x="114" y="458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Freeform 12">
            <a:extLst>
              <a:ext uri="{FF2B5EF4-FFF2-40B4-BE49-F238E27FC236}">
                <a16:creationId xmlns:a16="http://schemas.microsoft.com/office/drawing/2014/main" id="{545FE74D-2A51-EA9B-3953-3BDE89F2225D}"/>
              </a:ext>
            </a:extLst>
          </p:cNvPr>
          <p:cNvSpPr>
            <a:spLocks noEditPoints="1"/>
          </p:cNvSpPr>
          <p:nvPr/>
        </p:nvSpPr>
        <p:spPr bwMode="auto">
          <a:xfrm>
            <a:off x="490538" y="1847850"/>
            <a:ext cx="312738" cy="263525"/>
          </a:xfrm>
          <a:custGeom>
            <a:avLst/>
            <a:gdLst>
              <a:gd name="T0" fmla="*/ 3 w 393"/>
              <a:gd name="T1" fmla="*/ 3 h 333"/>
              <a:gd name="T2" fmla="*/ 13 w 393"/>
              <a:gd name="T3" fmla="*/ 11 h 333"/>
              <a:gd name="T4" fmla="*/ 24 w 393"/>
              <a:gd name="T5" fmla="*/ 20 h 333"/>
              <a:gd name="T6" fmla="*/ 34 w 393"/>
              <a:gd name="T7" fmla="*/ 29 h 333"/>
              <a:gd name="T8" fmla="*/ 44 w 393"/>
              <a:gd name="T9" fmla="*/ 37 h 333"/>
              <a:gd name="T10" fmla="*/ 54 w 393"/>
              <a:gd name="T11" fmla="*/ 46 h 333"/>
              <a:gd name="T12" fmla="*/ 65 w 393"/>
              <a:gd name="T13" fmla="*/ 55 h 333"/>
              <a:gd name="T14" fmla="*/ 75 w 393"/>
              <a:gd name="T15" fmla="*/ 63 h 333"/>
              <a:gd name="T16" fmla="*/ 85 w 393"/>
              <a:gd name="T17" fmla="*/ 72 h 333"/>
              <a:gd name="T18" fmla="*/ 95 w 393"/>
              <a:gd name="T19" fmla="*/ 81 h 333"/>
              <a:gd name="T20" fmla="*/ 106 w 393"/>
              <a:gd name="T21" fmla="*/ 89 h 333"/>
              <a:gd name="T22" fmla="*/ 116 w 393"/>
              <a:gd name="T23" fmla="*/ 98 h 333"/>
              <a:gd name="T24" fmla="*/ 126 w 393"/>
              <a:gd name="T25" fmla="*/ 107 h 333"/>
              <a:gd name="T26" fmla="*/ 136 w 393"/>
              <a:gd name="T27" fmla="*/ 115 h 333"/>
              <a:gd name="T28" fmla="*/ 147 w 393"/>
              <a:gd name="T29" fmla="*/ 124 h 333"/>
              <a:gd name="T30" fmla="*/ 157 w 393"/>
              <a:gd name="T31" fmla="*/ 133 h 333"/>
              <a:gd name="T32" fmla="*/ 167 w 393"/>
              <a:gd name="T33" fmla="*/ 142 h 333"/>
              <a:gd name="T34" fmla="*/ 177 w 393"/>
              <a:gd name="T35" fmla="*/ 150 h 333"/>
              <a:gd name="T36" fmla="*/ 188 w 393"/>
              <a:gd name="T37" fmla="*/ 159 h 333"/>
              <a:gd name="T38" fmla="*/ 198 w 393"/>
              <a:gd name="T39" fmla="*/ 168 h 333"/>
              <a:gd name="T40" fmla="*/ 208 w 393"/>
              <a:gd name="T41" fmla="*/ 176 h 333"/>
              <a:gd name="T42" fmla="*/ 218 w 393"/>
              <a:gd name="T43" fmla="*/ 185 h 333"/>
              <a:gd name="T44" fmla="*/ 229 w 393"/>
              <a:gd name="T45" fmla="*/ 194 h 333"/>
              <a:gd name="T46" fmla="*/ 239 w 393"/>
              <a:gd name="T47" fmla="*/ 202 h 333"/>
              <a:gd name="T48" fmla="*/ 249 w 393"/>
              <a:gd name="T49" fmla="*/ 211 h 333"/>
              <a:gd name="T50" fmla="*/ 259 w 393"/>
              <a:gd name="T51" fmla="*/ 220 h 333"/>
              <a:gd name="T52" fmla="*/ 270 w 393"/>
              <a:gd name="T53" fmla="*/ 228 h 333"/>
              <a:gd name="T54" fmla="*/ 280 w 393"/>
              <a:gd name="T55" fmla="*/ 237 h 333"/>
              <a:gd name="T56" fmla="*/ 290 w 393"/>
              <a:gd name="T57" fmla="*/ 246 h 333"/>
              <a:gd name="T58" fmla="*/ 300 w 393"/>
              <a:gd name="T59" fmla="*/ 255 h 333"/>
              <a:gd name="T60" fmla="*/ 311 w 393"/>
              <a:gd name="T61" fmla="*/ 263 h 333"/>
              <a:gd name="T62" fmla="*/ 321 w 393"/>
              <a:gd name="T63" fmla="*/ 272 h 333"/>
              <a:gd name="T64" fmla="*/ 331 w 393"/>
              <a:gd name="T65" fmla="*/ 281 h 333"/>
              <a:gd name="T66" fmla="*/ 341 w 393"/>
              <a:gd name="T67" fmla="*/ 289 h 333"/>
              <a:gd name="T68" fmla="*/ 352 w 393"/>
              <a:gd name="T69" fmla="*/ 298 h 333"/>
              <a:gd name="T70" fmla="*/ 362 w 393"/>
              <a:gd name="T71" fmla="*/ 307 h 333"/>
              <a:gd name="T72" fmla="*/ 372 w 393"/>
              <a:gd name="T73" fmla="*/ 315 h 333"/>
              <a:gd name="T74" fmla="*/ 382 w 393"/>
              <a:gd name="T75" fmla="*/ 324 h 333"/>
              <a:gd name="T76" fmla="*/ 393 w 393"/>
              <a:gd name="T77" fmla="*/ 333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3" h="333">
                <a:moveTo>
                  <a:pt x="0" y="0"/>
                </a:moveTo>
                <a:lnTo>
                  <a:pt x="3" y="3"/>
                </a:lnTo>
                <a:moveTo>
                  <a:pt x="10" y="8"/>
                </a:moveTo>
                <a:lnTo>
                  <a:pt x="13" y="11"/>
                </a:lnTo>
                <a:moveTo>
                  <a:pt x="20" y="17"/>
                </a:moveTo>
                <a:lnTo>
                  <a:pt x="24" y="20"/>
                </a:lnTo>
                <a:moveTo>
                  <a:pt x="30" y="26"/>
                </a:moveTo>
                <a:lnTo>
                  <a:pt x="34" y="29"/>
                </a:lnTo>
                <a:moveTo>
                  <a:pt x="41" y="34"/>
                </a:moveTo>
                <a:lnTo>
                  <a:pt x="44" y="37"/>
                </a:lnTo>
                <a:moveTo>
                  <a:pt x="51" y="43"/>
                </a:moveTo>
                <a:lnTo>
                  <a:pt x="54" y="46"/>
                </a:lnTo>
                <a:moveTo>
                  <a:pt x="61" y="52"/>
                </a:moveTo>
                <a:lnTo>
                  <a:pt x="65" y="55"/>
                </a:lnTo>
                <a:moveTo>
                  <a:pt x="71" y="60"/>
                </a:moveTo>
                <a:lnTo>
                  <a:pt x="75" y="63"/>
                </a:lnTo>
                <a:moveTo>
                  <a:pt x="82" y="69"/>
                </a:moveTo>
                <a:lnTo>
                  <a:pt x="85" y="72"/>
                </a:lnTo>
                <a:moveTo>
                  <a:pt x="92" y="78"/>
                </a:moveTo>
                <a:lnTo>
                  <a:pt x="95" y="81"/>
                </a:lnTo>
                <a:moveTo>
                  <a:pt x="102" y="87"/>
                </a:moveTo>
                <a:lnTo>
                  <a:pt x="106" y="89"/>
                </a:lnTo>
                <a:moveTo>
                  <a:pt x="112" y="95"/>
                </a:moveTo>
                <a:lnTo>
                  <a:pt x="116" y="98"/>
                </a:lnTo>
                <a:moveTo>
                  <a:pt x="123" y="104"/>
                </a:moveTo>
                <a:lnTo>
                  <a:pt x="126" y="107"/>
                </a:lnTo>
                <a:moveTo>
                  <a:pt x="133" y="113"/>
                </a:moveTo>
                <a:lnTo>
                  <a:pt x="136" y="115"/>
                </a:lnTo>
                <a:moveTo>
                  <a:pt x="143" y="121"/>
                </a:moveTo>
                <a:lnTo>
                  <a:pt x="147" y="124"/>
                </a:lnTo>
                <a:moveTo>
                  <a:pt x="153" y="130"/>
                </a:moveTo>
                <a:lnTo>
                  <a:pt x="157" y="133"/>
                </a:lnTo>
                <a:moveTo>
                  <a:pt x="164" y="139"/>
                </a:moveTo>
                <a:lnTo>
                  <a:pt x="167" y="142"/>
                </a:lnTo>
                <a:moveTo>
                  <a:pt x="174" y="147"/>
                </a:moveTo>
                <a:lnTo>
                  <a:pt x="177" y="150"/>
                </a:lnTo>
                <a:moveTo>
                  <a:pt x="184" y="156"/>
                </a:moveTo>
                <a:lnTo>
                  <a:pt x="188" y="159"/>
                </a:lnTo>
                <a:moveTo>
                  <a:pt x="194" y="165"/>
                </a:moveTo>
                <a:lnTo>
                  <a:pt x="198" y="168"/>
                </a:lnTo>
                <a:moveTo>
                  <a:pt x="205" y="173"/>
                </a:moveTo>
                <a:lnTo>
                  <a:pt x="208" y="176"/>
                </a:lnTo>
                <a:moveTo>
                  <a:pt x="215" y="182"/>
                </a:moveTo>
                <a:lnTo>
                  <a:pt x="218" y="185"/>
                </a:lnTo>
                <a:moveTo>
                  <a:pt x="225" y="191"/>
                </a:moveTo>
                <a:lnTo>
                  <a:pt x="229" y="194"/>
                </a:lnTo>
                <a:moveTo>
                  <a:pt x="235" y="200"/>
                </a:moveTo>
                <a:lnTo>
                  <a:pt x="239" y="202"/>
                </a:lnTo>
                <a:moveTo>
                  <a:pt x="246" y="208"/>
                </a:moveTo>
                <a:lnTo>
                  <a:pt x="249" y="211"/>
                </a:lnTo>
                <a:moveTo>
                  <a:pt x="256" y="217"/>
                </a:moveTo>
                <a:lnTo>
                  <a:pt x="259" y="220"/>
                </a:lnTo>
                <a:moveTo>
                  <a:pt x="266" y="226"/>
                </a:moveTo>
                <a:lnTo>
                  <a:pt x="270" y="228"/>
                </a:lnTo>
                <a:moveTo>
                  <a:pt x="276" y="234"/>
                </a:moveTo>
                <a:lnTo>
                  <a:pt x="280" y="237"/>
                </a:lnTo>
                <a:moveTo>
                  <a:pt x="287" y="243"/>
                </a:moveTo>
                <a:lnTo>
                  <a:pt x="290" y="246"/>
                </a:lnTo>
                <a:moveTo>
                  <a:pt x="297" y="252"/>
                </a:moveTo>
                <a:lnTo>
                  <a:pt x="300" y="255"/>
                </a:lnTo>
                <a:moveTo>
                  <a:pt x="307" y="260"/>
                </a:moveTo>
                <a:lnTo>
                  <a:pt x="311" y="263"/>
                </a:lnTo>
                <a:moveTo>
                  <a:pt x="317" y="269"/>
                </a:moveTo>
                <a:lnTo>
                  <a:pt x="321" y="272"/>
                </a:lnTo>
                <a:moveTo>
                  <a:pt x="328" y="278"/>
                </a:moveTo>
                <a:lnTo>
                  <a:pt x="331" y="281"/>
                </a:lnTo>
                <a:moveTo>
                  <a:pt x="338" y="286"/>
                </a:moveTo>
                <a:lnTo>
                  <a:pt x="341" y="289"/>
                </a:lnTo>
                <a:moveTo>
                  <a:pt x="348" y="295"/>
                </a:moveTo>
                <a:lnTo>
                  <a:pt x="352" y="298"/>
                </a:lnTo>
                <a:moveTo>
                  <a:pt x="358" y="304"/>
                </a:moveTo>
                <a:lnTo>
                  <a:pt x="362" y="307"/>
                </a:lnTo>
                <a:moveTo>
                  <a:pt x="369" y="312"/>
                </a:moveTo>
                <a:lnTo>
                  <a:pt x="372" y="315"/>
                </a:lnTo>
                <a:moveTo>
                  <a:pt x="379" y="321"/>
                </a:moveTo>
                <a:lnTo>
                  <a:pt x="382" y="324"/>
                </a:lnTo>
                <a:moveTo>
                  <a:pt x="389" y="330"/>
                </a:moveTo>
                <a:lnTo>
                  <a:pt x="393" y="33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13">
            <a:extLst>
              <a:ext uri="{FF2B5EF4-FFF2-40B4-BE49-F238E27FC236}">
                <a16:creationId xmlns:a16="http://schemas.microsoft.com/office/drawing/2014/main" id="{2A04E2EA-5A9F-B579-E61A-69A803BC2C85}"/>
              </a:ext>
            </a:extLst>
          </p:cNvPr>
          <p:cNvSpPr>
            <a:spLocks noEditPoints="1"/>
          </p:cNvSpPr>
          <p:nvPr/>
        </p:nvSpPr>
        <p:spPr bwMode="auto">
          <a:xfrm>
            <a:off x="487363" y="2005013"/>
            <a:ext cx="95250" cy="104775"/>
          </a:xfrm>
          <a:custGeom>
            <a:avLst/>
            <a:gdLst>
              <a:gd name="T0" fmla="*/ 0 w 120"/>
              <a:gd name="T1" fmla="*/ 0 h 133"/>
              <a:gd name="T2" fmla="*/ 3 w 120"/>
              <a:gd name="T3" fmla="*/ 3 h 133"/>
              <a:gd name="T4" fmla="*/ 9 w 120"/>
              <a:gd name="T5" fmla="*/ 10 h 133"/>
              <a:gd name="T6" fmla="*/ 12 w 120"/>
              <a:gd name="T7" fmla="*/ 13 h 133"/>
              <a:gd name="T8" fmla="*/ 18 w 120"/>
              <a:gd name="T9" fmla="*/ 19 h 133"/>
              <a:gd name="T10" fmla="*/ 21 w 120"/>
              <a:gd name="T11" fmla="*/ 23 h 133"/>
              <a:gd name="T12" fmla="*/ 27 w 120"/>
              <a:gd name="T13" fmla="*/ 29 h 133"/>
              <a:gd name="T14" fmla="*/ 30 w 120"/>
              <a:gd name="T15" fmla="*/ 33 h 133"/>
              <a:gd name="T16" fmla="*/ 36 w 120"/>
              <a:gd name="T17" fmla="*/ 39 h 133"/>
              <a:gd name="T18" fmla="*/ 39 w 120"/>
              <a:gd name="T19" fmla="*/ 43 h 133"/>
              <a:gd name="T20" fmla="*/ 45 w 120"/>
              <a:gd name="T21" fmla="*/ 49 h 133"/>
              <a:gd name="T22" fmla="*/ 48 w 120"/>
              <a:gd name="T23" fmla="*/ 53 h 133"/>
              <a:gd name="T24" fmla="*/ 54 w 120"/>
              <a:gd name="T25" fmla="*/ 59 h 133"/>
              <a:gd name="T26" fmla="*/ 57 w 120"/>
              <a:gd name="T27" fmla="*/ 63 h 133"/>
              <a:gd name="T28" fmla="*/ 63 w 120"/>
              <a:gd name="T29" fmla="*/ 69 h 133"/>
              <a:gd name="T30" fmla="*/ 66 w 120"/>
              <a:gd name="T31" fmla="*/ 73 h 133"/>
              <a:gd name="T32" fmla="*/ 72 w 120"/>
              <a:gd name="T33" fmla="*/ 79 h 133"/>
              <a:gd name="T34" fmla="*/ 75 w 120"/>
              <a:gd name="T35" fmla="*/ 83 h 133"/>
              <a:gd name="T36" fmla="*/ 81 w 120"/>
              <a:gd name="T37" fmla="*/ 89 h 133"/>
              <a:gd name="T38" fmla="*/ 84 w 120"/>
              <a:gd name="T39" fmla="*/ 93 h 133"/>
              <a:gd name="T40" fmla="*/ 90 w 120"/>
              <a:gd name="T41" fmla="*/ 99 h 133"/>
              <a:gd name="T42" fmla="*/ 93 w 120"/>
              <a:gd name="T43" fmla="*/ 103 h 133"/>
              <a:gd name="T44" fmla="*/ 99 w 120"/>
              <a:gd name="T45" fmla="*/ 109 h 133"/>
              <a:gd name="T46" fmla="*/ 102 w 120"/>
              <a:gd name="T47" fmla="*/ 113 h 133"/>
              <a:gd name="T48" fmla="*/ 108 w 120"/>
              <a:gd name="T49" fmla="*/ 119 h 133"/>
              <a:gd name="T50" fmla="*/ 111 w 120"/>
              <a:gd name="T51" fmla="*/ 123 h 133"/>
              <a:gd name="T52" fmla="*/ 117 w 120"/>
              <a:gd name="T53" fmla="*/ 129 h 133"/>
              <a:gd name="T54" fmla="*/ 120 w 120"/>
              <a:gd name="T55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0" h="133">
                <a:moveTo>
                  <a:pt x="0" y="0"/>
                </a:moveTo>
                <a:lnTo>
                  <a:pt x="3" y="3"/>
                </a:lnTo>
                <a:moveTo>
                  <a:pt x="9" y="10"/>
                </a:moveTo>
                <a:lnTo>
                  <a:pt x="12" y="13"/>
                </a:lnTo>
                <a:moveTo>
                  <a:pt x="18" y="19"/>
                </a:moveTo>
                <a:lnTo>
                  <a:pt x="21" y="23"/>
                </a:lnTo>
                <a:moveTo>
                  <a:pt x="27" y="29"/>
                </a:moveTo>
                <a:lnTo>
                  <a:pt x="30" y="33"/>
                </a:lnTo>
                <a:moveTo>
                  <a:pt x="36" y="39"/>
                </a:moveTo>
                <a:lnTo>
                  <a:pt x="39" y="43"/>
                </a:lnTo>
                <a:moveTo>
                  <a:pt x="45" y="49"/>
                </a:moveTo>
                <a:lnTo>
                  <a:pt x="48" y="53"/>
                </a:lnTo>
                <a:moveTo>
                  <a:pt x="54" y="59"/>
                </a:moveTo>
                <a:lnTo>
                  <a:pt x="57" y="63"/>
                </a:lnTo>
                <a:moveTo>
                  <a:pt x="63" y="69"/>
                </a:moveTo>
                <a:lnTo>
                  <a:pt x="66" y="73"/>
                </a:lnTo>
                <a:moveTo>
                  <a:pt x="72" y="79"/>
                </a:moveTo>
                <a:lnTo>
                  <a:pt x="75" y="83"/>
                </a:lnTo>
                <a:moveTo>
                  <a:pt x="81" y="89"/>
                </a:moveTo>
                <a:lnTo>
                  <a:pt x="84" y="93"/>
                </a:lnTo>
                <a:moveTo>
                  <a:pt x="90" y="99"/>
                </a:moveTo>
                <a:lnTo>
                  <a:pt x="93" y="103"/>
                </a:lnTo>
                <a:moveTo>
                  <a:pt x="99" y="109"/>
                </a:moveTo>
                <a:lnTo>
                  <a:pt x="102" y="113"/>
                </a:lnTo>
                <a:moveTo>
                  <a:pt x="108" y="119"/>
                </a:moveTo>
                <a:lnTo>
                  <a:pt x="111" y="123"/>
                </a:lnTo>
                <a:moveTo>
                  <a:pt x="117" y="129"/>
                </a:moveTo>
                <a:lnTo>
                  <a:pt x="120" y="13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Freeform 14">
            <a:extLst>
              <a:ext uri="{FF2B5EF4-FFF2-40B4-BE49-F238E27FC236}">
                <a16:creationId xmlns:a16="http://schemas.microsoft.com/office/drawing/2014/main" id="{E1DF92AA-4DC7-C7E4-6A56-D5BC5D0140FF}"/>
              </a:ext>
            </a:extLst>
          </p:cNvPr>
          <p:cNvSpPr>
            <a:spLocks noEditPoints="1"/>
          </p:cNvSpPr>
          <p:nvPr/>
        </p:nvSpPr>
        <p:spPr bwMode="auto">
          <a:xfrm>
            <a:off x="1074738" y="130175"/>
            <a:ext cx="465138" cy="500063"/>
          </a:xfrm>
          <a:custGeom>
            <a:avLst/>
            <a:gdLst>
              <a:gd name="T0" fmla="*/ 6 w 587"/>
              <a:gd name="T1" fmla="*/ 7 h 629"/>
              <a:gd name="T2" fmla="*/ 19 w 587"/>
              <a:gd name="T3" fmla="*/ 20 h 629"/>
              <a:gd name="T4" fmla="*/ 34 w 587"/>
              <a:gd name="T5" fmla="*/ 36 h 629"/>
              <a:gd name="T6" fmla="*/ 46 w 587"/>
              <a:gd name="T7" fmla="*/ 49 h 629"/>
              <a:gd name="T8" fmla="*/ 61 w 587"/>
              <a:gd name="T9" fmla="*/ 66 h 629"/>
              <a:gd name="T10" fmla="*/ 74 w 587"/>
              <a:gd name="T11" fmla="*/ 79 h 629"/>
              <a:gd name="T12" fmla="*/ 89 w 587"/>
              <a:gd name="T13" fmla="*/ 95 h 629"/>
              <a:gd name="T14" fmla="*/ 101 w 587"/>
              <a:gd name="T15" fmla="*/ 108 h 629"/>
              <a:gd name="T16" fmla="*/ 116 w 587"/>
              <a:gd name="T17" fmla="*/ 125 h 629"/>
              <a:gd name="T18" fmla="*/ 129 w 587"/>
              <a:gd name="T19" fmla="*/ 138 h 629"/>
              <a:gd name="T20" fmla="*/ 144 w 587"/>
              <a:gd name="T21" fmla="*/ 154 h 629"/>
              <a:gd name="T22" fmla="*/ 156 w 587"/>
              <a:gd name="T23" fmla="*/ 167 h 629"/>
              <a:gd name="T24" fmla="*/ 171 w 587"/>
              <a:gd name="T25" fmla="*/ 184 h 629"/>
              <a:gd name="T26" fmla="*/ 184 w 587"/>
              <a:gd name="T27" fmla="*/ 197 h 629"/>
              <a:gd name="T28" fmla="*/ 199 w 587"/>
              <a:gd name="T29" fmla="*/ 213 h 629"/>
              <a:gd name="T30" fmla="*/ 211 w 587"/>
              <a:gd name="T31" fmla="*/ 226 h 629"/>
              <a:gd name="T32" fmla="*/ 226 w 587"/>
              <a:gd name="T33" fmla="*/ 243 h 629"/>
              <a:gd name="T34" fmla="*/ 239 w 587"/>
              <a:gd name="T35" fmla="*/ 256 h 629"/>
              <a:gd name="T36" fmla="*/ 254 w 587"/>
              <a:gd name="T37" fmla="*/ 272 h 629"/>
              <a:gd name="T38" fmla="*/ 266 w 587"/>
              <a:gd name="T39" fmla="*/ 285 h 629"/>
              <a:gd name="T40" fmla="*/ 281 w 587"/>
              <a:gd name="T41" fmla="*/ 302 h 629"/>
              <a:gd name="T42" fmla="*/ 294 w 587"/>
              <a:gd name="T43" fmla="*/ 315 h 629"/>
              <a:gd name="T44" fmla="*/ 309 w 587"/>
              <a:gd name="T45" fmla="*/ 331 h 629"/>
              <a:gd name="T46" fmla="*/ 321 w 587"/>
              <a:gd name="T47" fmla="*/ 344 h 629"/>
              <a:gd name="T48" fmla="*/ 336 w 587"/>
              <a:gd name="T49" fmla="*/ 361 h 629"/>
              <a:gd name="T50" fmla="*/ 349 w 587"/>
              <a:gd name="T51" fmla="*/ 374 h 629"/>
              <a:gd name="T52" fmla="*/ 364 w 587"/>
              <a:gd name="T53" fmla="*/ 390 h 629"/>
              <a:gd name="T54" fmla="*/ 376 w 587"/>
              <a:gd name="T55" fmla="*/ 403 h 629"/>
              <a:gd name="T56" fmla="*/ 391 w 587"/>
              <a:gd name="T57" fmla="*/ 420 h 629"/>
              <a:gd name="T58" fmla="*/ 404 w 587"/>
              <a:gd name="T59" fmla="*/ 433 h 629"/>
              <a:gd name="T60" fmla="*/ 419 w 587"/>
              <a:gd name="T61" fmla="*/ 449 h 629"/>
              <a:gd name="T62" fmla="*/ 431 w 587"/>
              <a:gd name="T63" fmla="*/ 462 h 629"/>
              <a:gd name="T64" fmla="*/ 446 w 587"/>
              <a:gd name="T65" fmla="*/ 479 h 629"/>
              <a:gd name="T66" fmla="*/ 458 w 587"/>
              <a:gd name="T67" fmla="*/ 492 h 629"/>
              <a:gd name="T68" fmla="*/ 474 w 587"/>
              <a:gd name="T69" fmla="*/ 508 h 629"/>
              <a:gd name="T70" fmla="*/ 486 w 587"/>
              <a:gd name="T71" fmla="*/ 521 h 629"/>
              <a:gd name="T72" fmla="*/ 501 w 587"/>
              <a:gd name="T73" fmla="*/ 538 h 629"/>
              <a:gd name="T74" fmla="*/ 513 w 587"/>
              <a:gd name="T75" fmla="*/ 551 h 629"/>
              <a:gd name="T76" fmla="*/ 529 w 587"/>
              <a:gd name="T77" fmla="*/ 567 h 629"/>
              <a:gd name="T78" fmla="*/ 541 w 587"/>
              <a:gd name="T79" fmla="*/ 580 h 629"/>
              <a:gd name="T80" fmla="*/ 556 w 587"/>
              <a:gd name="T81" fmla="*/ 597 h 629"/>
              <a:gd name="T82" fmla="*/ 568 w 587"/>
              <a:gd name="T83" fmla="*/ 610 h 629"/>
              <a:gd name="T84" fmla="*/ 584 w 587"/>
              <a:gd name="T85" fmla="*/ 626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87" h="629">
                <a:moveTo>
                  <a:pt x="0" y="0"/>
                </a:moveTo>
                <a:lnTo>
                  <a:pt x="0" y="0"/>
                </a:lnTo>
                <a:moveTo>
                  <a:pt x="6" y="7"/>
                </a:moveTo>
                <a:lnTo>
                  <a:pt x="9" y="10"/>
                </a:lnTo>
                <a:moveTo>
                  <a:pt x="16" y="17"/>
                </a:moveTo>
                <a:lnTo>
                  <a:pt x="19" y="20"/>
                </a:lnTo>
                <a:moveTo>
                  <a:pt x="25" y="26"/>
                </a:moveTo>
                <a:lnTo>
                  <a:pt x="28" y="30"/>
                </a:lnTo>
                <a:moveTo>
                  <a:pt x="34" y="36"/>
                </a:moveTo>
                <a:lnTo>
                  <a:pt x="37" y="40"/>
                </a:lnTo>
                <a:moveTo>
                  <a:pt x="43" y="46"/>
                </a:moveTo>
                <a:lnTo>
                  <a:pt x="46" y="49"/>
                </a:lnTo>
                <a:moveTo>
                  <a:pt x="52" y="56"/>
                </a:moveTo>
                <a:lnTo>
                  <a:pt x="55" y="59"/>
                </a:lnTo>
                <a:moveTo>
                  <a:pt x="61" y="66"/>
                </a:moveTo>
                <a:lnTo>
                  <a:pt x="64" y="69"/>
                </a:lnTo>
                <a:moveTo>
                  <a:pt x="71" y="76"/>
                </a:moveTo>
                <a:lnTo>
                  <a:pt x="74" y="79"/>
                </a:lnTo>
                <a:moveTo>
                  <a:pt x="80" y="85"/>
                </a:moveTo>
                <a:lnTo>
                  <a:pt x="83" y="89"/>
                </a:lnTo>
                <a:moveTo>
                  <a:pt x="89" y="95"/>
                </a:moveTo>
                <a:lnTo>
                  <a:pt x="92" y="99"/>
                </a:lnTo>
                <a:moveTo>
                  <a:pt x="98" y="105"/>
                </a:moveTo>
                <a:lnTo>
                  <a:pt x="101" y="108"/>
                </a:lnTo>
                <a:moveTo>
                  <a:pt x="107" y="115"/>
                </a:moveTo>
                <a:lnTo>
                  <a:pt x="110" y="118"/>
                </a:lnTo>
                <a:moveTo>
                  <a:pt x="116" y="125"/>
                </a:moveTo>
                <a:lnTo>
                  <a:pt x="119" y="128"/>
                </a:lnTo>
                <a:moveTo>
                  <a:pt x="126" y="135"/>
                </a:moveTo>
                <a:lnTo>
                  <a:pt x="129" y="138"/>
                </a:lnTo>
                <a:moveTo>
                  <a:pt x="135" y="144"/>
                </a:moveTo>
                <a:lnTo>
                  <a:pt x="138" y="148"/>
                </a:lnTo>
                <a:moveTo>
                  <a:pt x="144" y="154"/>
                </a:moveTo>
                <a:lnTo>
                  <a:pt x="147" y="158"/>
                </a:lnTo>
                <a:moveTo>
                  <a:pt x="153" y="164"/>
                </a:moveTo>
                <a:lnTo>
                  <a:pt x="156" y="167"/>
                </a:lnTo>
                <a:moveTo>
                  <a:pt x="162" y="174"/>
                </a:moveTo>
                <a:lnTo>
                  <a:pt x="165" y="177"/>
                </a:lnTo>
                <a:moveTo>
                  <a:pt x="171" y="184"/>
                </a:moveTo>
                <a:lnTo>
                  <a:pt x="174" y="187"/>
                </a:lnTo>
                <a:moveTo>
                  <a:pt x="181" y="194"/>
                </a:moveTo>
                <a:lnTo>
                  <a:pt x="184" y="197"/>
                </a:lnTo>
                <a:moveTo>
                  <a:pt x="190" y="203"/>
                </a:moveTo>
                <a:lnTo>
                  <a:pt x="193" y="207"/>
                </a:lnTo>
                <a:moveTo>
                  <a:pt x="199" y="213"/>
                </a:moveTo>
                <a:lnTo>
                  <a:pt x="202" y="217"/>
                </a:lnTo>
                <a:moveTo>
                  <a:pt x="208" y="223"/>
                </a:moveTo>
                <a:lnTo>
                  <a:pt x="211" y="226"/>
                </a:lnTo>
                <a:moveTo>
                  <a:pt x="217" y="233"/>
                </a:moveTo>
                <a:lnTo>
                  <a:pt x="220" y="236"/>
                </a:lnTo>
                <a:moveTo>
                  <a:pt x="226" y="243"/>
                </a:moveTo>
                <a:lnTo>
                  <a:pt x="229" y="246"/>
                </a:lnTo>
                <a:moveTo>
                  <a:pt x="235" y="253"/>
                </a:moveTo>
                <a:lnTo>
                  <a:pt x="239" y="256"/>
                </a:lnTo>
                <a:moveTo>
                  <a:pt x="245" y="262"/>
                </a:moveTo>
                <a:lnTo>
                  <a:pt x="248" y="266"/>
                </a:lnTo>
                <a:moveTo>
                  <a:pt x="254" y="272"/>
                </a:moveTo>
                <a:lnTo>
                  <a:pt x="257" y="276"/>
                </a:lnTo>
                <a:moveTo>
                  <a:pt x="263" y="282"/>
                </a:moveTo>
                <a:lnTo>
                  <a:pt x="266" y="285"/>
                </a:lnTo>
                <a:moveTo>
                  <a:pt x="272" y="292"/>
                </a:moveTo>
                <a:lnTo>
                  <a:pt x="275" y="295"/>
                </a:lnTo>
                <a:moveTo>
                  <a:pt x="281" y="302"/>
                </a:moveTo>
                <a:lnTo>
                  <a:pt x="284" y="305"/>
                </a:lnTo>
                <a:moveTo>
                  <a:pt x="290" y="312"/>
                </a:moveTo>
                <a:lnTo>
                  <a:pt x="294" y="315"/>
                </a:lnTo>
                <a:moveTo>
                  <a:pt x="300" y="321"/>
                </a:moveTo>
                <a:lnTo>
                  <a:pt x="303" y="325"/>
                </a:lnTo>
                <a:moveTo>
                  <a:pt x="309" y="331"/>
                </a:moveTo>
                <a:lnTo>
                  <a:pt x="312" y="334"/>
                </a:lnTo>
                <a:moveTo>
                  <a:pt x="318" y="341"/>
                </a:moveTo>
                <a:lnTo>
                  <a:pt x="321" y="344"/>
                </a:lnTo>
                <a:moveTo>
                  <a:pt x="327" y="351"/>
                </a:moveTo>
                <a:lnTo>
                  <a:pt x="330" y="354"/>
                </a:lnTo>
                <a:moveTo>
                  <a:pt x="336" y="361"/>
                </a:moveTo>
                <a:lnTo>
                  <a:pt x="339" y="364"/>
                </a:lnTo>
                <a:moveTo>
                  <a:pt x="345" y="371"/>
                </a:moveTo>
                <a:lnTo>
                  <a:pt x="349" y="374"/>
                </a:lnTo>
                <a:moveTo>
                  <a:pt x="355" y="380"/>
                </a:moveTo>
                <a:lnTo>
                  <a:pt x="358" y="384"/>
                </a:lnTo>
                <a:moveTo>
                  <a:pt x="364" y="390"/>
                </a:moveTo>
                <a:lnTo>
                  <a:pt x="367" y="393"/>
                </a:lnTo>
                <a:moveTo>
                  <a:pt x="373" y="400"/>
                </a:moveTo>
                <a:lnTo>
                  <a:pt x="376" y="403"/>
                </a:lnTo>
                <a:moveTo>
                  <a:pt x="382" y="410"/>
                </a:moveTo>
                <a:lnTo>
                  <a:pt x="385" y="413"/>
                </a:lnTo>
                <a:moveTo>
                  <a:pt x="391" y="420"/>
                </a:moveTo>
                <a:lnTo>
                  <a:pt x="394" y="423"/>
                </a:lnTo>
                <a:moveTo>
                  <a:pt x="400" y="430"/>
                </a:moveTo>
                <a:lnTo>
                  <a:pt x="404" y="433"/>
                </a:lnTo>
                <a:moveTo>
                  <a:pt x="410" y="439"/>
                </a:moveTo>
                <a:lnTo>
                  <a:pt x="413" y="443"/>
                </a:lnTo>
                <a:moveTo>
                  <a:pt x="419" y="449"/>
                </a:moveTo>
                <a:lnTo>
                  <a:pt x="422" y="452"/>
                </a:lnTo>
                <a:moveTo>
                  <a:pt x="428" y="459"/>
                </a:moveTo>
                <a:lnTo>
                  <a:pt x="431" y="462"/>
                </a:lnTo>
                <a:moveTo>
                  <a:pt x="437" y="469"/>
                </a:moveTo>
                <a:lnTo>
                  <a:pt x="440" y="472"/>
                </a:lnTo>
                <a:moveTo>
                  <a:pt x="446" y="479"/>
                </a:moveTo>
                <a:lnTo>
                  <a:pt x="449" y="482"/>
                </a:lnTo>
                <a:moveTo>
                  <a:pt x="455" y="489"/>
                </a:moveTo>
                <a:lnTo>
                  <a:pt x="458" y="492"/>
                </a:lnTo>
                <a:moveTo>
                  <a:pt x="465" y="498"/>
                </a:moveTo>
                <a:lnTo>
                  <a:pt x="468" y="502"/>
                </a:lnTo>
                <a:moveTo>
                  <a:pt x="474" y="508"/>
                </a:moveTo>
                <a:lnTo>
                  <a:pt x="477" y="511"/>
                </a:lnTo>
                <a:moveTo>
                  <a:pt x="483" y="518"/>
                </a:moveTo>
                <a:lnTo>
                  <a:pt x="486" y="521"/>
                </a:lnTo>
                <a:moveTo>
                  <a:pt x="492" y="528"/>
                </a:moveTo>
                <a:lnTo>
                  <a:pt x="495" y="531"/>
                </a:lnTo>
                <a:moveTo>
                  <a:pt x="501" y="538"/>
                </a:moveTo>
                <a:lnTo>
                  <a:pt x="504" y="541"/>
                </a:lnTo>
                <a:moveTo>
                  <a:pt x="510" y="547"/>
                </a:moveTo>
                <a:lnTo>
                  <a:pt x="513" y="551"/>
                </a:lnTo>
                <a:moveTo>
                  <a:pt x="520" y="557"/>
                </a:moveTo>
                <a:lnTo>
                  <a:pt x="523" y="561"/>
                </a:lnTo>
                <a:moveTo>
                  <a:pt x="529" y="567"/>
                </a:moveTo>
                <a:lnTo>
                  <a:pt x="532" y="570"/>
                </a:lnTo>
                <a:moveTo>
                  <a:pt x="538" y="577"/>
                </a:moveTo>
                <a:lnTo>
                  <a:pt x="541" y="580"/>
                </a:lnTo>
                <a:moveTo>
                  <a:pt x="547" y="587"/>
                </a:moveTo>
                <a:lnTo>
                  <a:pt x="550" y="590"/>
                </a:lnTo>
                <a:moveTo>
                  <a:pt x="556" y="597"/>
                </a:moveTo>
                <a:lnTo>
                  <a:pt x="559" y="600"/>
                </a:lnTo>
                <a:moveTo>
                  <a:pt x="565" y="606"/>
                </a:moveTo>
                <a:lnTo>
                  <a:pt x="568" y="610"/>
                </a:lnTo>
                <a:moveTo>
                  <a:pt x="575" y="616"/>
                </a:moveTo>
                <a:lnTo>
                  <a:pt x="578" y="620"/>
                </a:lnTo>
                <a:moveTo>
                  <a:pt x="584" y="626"/>
                </a:moveTo>
                <a:lnTo>
                  <a:pt x="587" y="62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Freeform 15">
            <a:extLst>
              <a:ext uri="{FF2B5EF4-FFF2-40B4-BE49-F238E27FC236}">
                <a16:creationId xmlns:a16="http://schemas.microsoft.com/office/drawing/2014/main" id="{CED25A1A-350A-674F-A219-242658D88CE6}"/>
              </a:ext>
            </a:extLst>
          </p:cNvPr>
          <p:cNvSpPr>
            <a:spLocks noEditPoints="1"/>
          </p:cNvSpPr>
          <p:nvPr/>
        </p:nvSpPr>
        <p:spPr bwMode="auto">
          <a:xfrm>
            <a:off x="836613" y="1303338"/>
            <a:ext cx="901700" cy="804863"/>
          </a:xfrm>
          <a:custGeom>
            <a:avLst/>
            <a:gdLst>
              <a:gd name="T0" fmla="*/ 14 w 1137"/>
              <a:gd name="T1" fmla="*/ 12 h 1014"/>
              <a:gd name="T2" fmla="*/ 34 w 1137"/>
              <a:gd name="T3" fmla="*/ 30 h 1014"/>
              <a:gd name="T4" fmla="*/ 54 w 1137"/>
              <a:gd name="T5" fmla="*/ 48 h 1014"/>
              <a:gd name="T6" fmla="*/ 74 w 1137"/>
              <a:gd name="T7" fmla="*/ 66 h 1014"/>
              <a:gd name="T8" fmla="*/ 94 w 1137"/>
              <a:gd name="T9" fmla="*/ 84 h 1014"/>
              <a:gd name="T10" fmla="*/ 114 w 1137"/>
              <a:gd name="T11" fmla="*/ 101 h 1014"/>
              <a:gd name="T12" fmla="*/ 134 w 1137"/>
              <a:gd name="T13" fmla="*/ 119 h 1014"/>
              <a:gd name="T14" fmla="*/ 154 w 1137"/>
              <a:gd name="T15" fmla="*/ 137 h 1014"/>
              <a:gd name="T16" fmla="*/ 174 w 1137"/>
              <a:gd name="T17" fmla="*/ 155 h 1014"/>
              <a:gd name="T18" fmla="*/ 194 w 1137"/>
              <a:gd name="T19" fmla="*/ 173 h 1014"/>
              <a:gd name="T20" fmla="*/ 214 w 1137"/>
              <a:gd name="T21" fmla="*/ 191 h 1014"/>
              <a:gd name="T22" fmla="*/ 234 w 1137"/>
              <a:gd name="T23" fmla="*/ 209 h 1014"/>
              <a:gd name="T24" fmla="*/ 254 w 1137"/>
              <a:gd name="T25" fmla="*/ 227 h 1014"/>
              <a:gd name="T26" fmla="*/ 274 w 1137"/>
              <a:gd name="T27" fmla="*/ 245 h 1014"/>
              <a:gd name="T28" fmla="*/ 294 w 1137"/>
              <a:gd name="T29" fmla="*/ 262 h 1014"/>
              <a:gd name="T30" fmla="*/ 315 w 1137"/>
              <a:gd name="T31" fmla="*/ 280 h 1014"/>
              <a:gd name="T32" fmla="*/ 335 w 1137"/>
              <a:gd name="T33" fmla="*/ 298 h 1014"/>
              <a:gd name="T34" fmla="*/ 355 w 1137"/>
              <a:gd name="T35" fmla="*/ 316 h 1014"/>
              <a:gd name="T36" fmla="*/ 375 w 1137"/>
              <a:gd name="T37" fmla="*/ 334 h 1014"/>
              <a:gd name="T38" fmla="*/ 395 w 1137"/>
              <a:gd name="T39" fmla="*/ 352 h 1014"/>
              <a:gd name="T40" fmla="*/ 415 w 1137"/>
              <a:gd name="T41" fmla="*/ 370 h 1014"/>
              <a:gd name="T42" fmla="*/ 435 w 1137"/>
              <a:gd name="T43" fmla="*/ 388 h 1014"/>
              <a:gd name="T44" fmla="*/ 455 w 1137"/>
              <a:gd name="T45" fmla="*/ 406 h 1014"/>
              <a:gd name="T46" fmla="*/ 475 w 1137"/>
              <a:gd name="T47" fmla="*/ 423 h 1014"/>
              <a:gd name="T48" fmla="*/ 495 w 1137"/>
              <a:gd name="T49" fmla="*/ 441 h 1014"/>
              <a:gd name="T50" fmla="*/ 515 w 1137"/>
              <a:gd name="T51" fmla="*/ 459 h 1014"/>
              <a:gd name="T52" fmla="*/ 535 w 1137"/>
              <a:gd name="T53" fmla="*/ 477 h 1014"/>
              <a:gd name="T54" fmla="*/ 555 w 1137"/>
              <a:gd name="T55" fmla="*/ 495 h 1014"/>
              <a:gd name="T56" fmla="*/ 575 w 1137"/>
              <a:gd name="T57" fmla="*/ 513 h 1014"/>
              <a:gd name="T58" fmla="*/ 595 w 1137"/>
              <a:gd name="T59" fmla="*/ 531 h 1014"/>
              <a:gd name="T60" fmla="*/ 615 w 1137"/>
              <a:gd name="T61" fmla="*/ 549 h 1014"/>
              <a:gd name="T62" fmla="*/ 635 w 1137"/>
              <a:gd name="T63" fmla="*/ 567 h 1014"/>
              <a:gd name="T64" fmla="*/ 656 w 1137"/>
              <a:gd name="T65" fmla="*/ 584 h 1014"/>
              <a:gd name="T66" fmla="*/ 676 w 1137"/>
              <a:gd name="T67" fmla="*/ 602 h 1014"/>
              <a:gd name="T68" fmla="*/ 696 w 1137"/>
              <a:gd name="T69" fmla="*/ 620 h 1014"/>
              <a:gd name="T70" fmla="*/ 716 w 1137"/>
              <a:gd name="T71" fmla="*/ 638 h 1014"/>
              <a:gd name="T72" fmla="*/ 736 w 1137"/>
              <a:gd name="T73" fmla="*/ 656 h 1014"/>
              <a:gd name="T74" fmla="*/ 756 w 1137"/>
              <a:gd name="T75" fmla="*/ 674 h 1014"/>
              <a:gd name="T76" fmla="*/ 776 w 1137"/>
              <a:gd name="T77" fmla="*/ 692 h 1014"/>
              <a:gd name="T78" fmla="*/ 796 w 1137"/>
              <a:gd name="T79" fmla="*/ 710 h 1014"/>
              <a:gd name="T80" fmla="*/ 816 w 1137"/>
              <a:gd name="T81" fmla="*/ 728 h 1014"/>
              <a:gd name="T82" fmla="*/ 836 w 1137"/>
              <a:gd name="T83" fmla="*/ 746 h 1014"/>
              <a:gd name="T84" fmla="*/ 856 w 1137"/>
              <a:gd name="T85" fmla="*/ 763 h 1014"/>
              <a:gd name="T86" fmla="*/ 876 w 1137"/>
              <a:gd name="T87" fmla="*/ 781 h 1014"/>
              <a:gd name="T88" fmla="*/ 896 w 1137"/>
              <a:gd name="T89" fmla="*/ 799 h 1014"/>
              <a:gd name="T90" fmla="*/ 916 w 1137"/>
              <a:gd name="T91" fmla="*/ 817 h 1014"/>
              <a:gd name="T92" fmla="*/ 936 w 1137"/>
              <a:gd name="T93" fmla="*/ 835 h 1014"/>
              <a:gd name="T94" fmla="*/ 956 w 1137"/>
              <a:gd name="T95" fmla="*/ 853 h 1014"/>
              <a:gd name="T96" fmla="*/ 977 w 1137"/>
              <a:gd name="T97" fmla="*/ 871 h 1014"/>
              <a:gd name="T98" fmla="*/ 997 w 1137"/>
              <a:gd name="T99" fmla="*/ 889 h 1014"/>
              <a:gd name="T100" fmla="*/ 1017 w 1137"/>
              <a:gd name="T101" fmla="*/ 907 h 1014"/>
              <a:gd name="T102" fmla="*/ 1037 w 1137"/>
              <a:gd name="T103" fmla="*/ 924 h 1014"/>
              <a:gd name="T104" fmla="*/ 1057 w 1137"/>
              <a:gd name="T105" fmla="*/ 942 h 1014"/>
              <a:gd name="T106" fmla="*/ 1077 w 1137"/>
              <a:gd name="T107" fmla="*/ 960 h 1014"/>
              <a:gd name="T108" fmla="*/ 1097 w 1137"/>
              <a:gd name="T109" fmla="*/ 978 h 1014"/>
              <a:gd name="T110" fmla="*/ 1117 w 1137"/>
              <a:gd name="T111" fmla="*/ 996 h 1014"/>
              <a:gd name="T112" fmla="*/ 1137 w 1137"/>
              <a:gd name="T113" fmla="*/ 1014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37" h="1014">
                <a:moveTo>
                  <a:pt x="0" y="0"/>
                </a:moveTo>
                <a:lnTo>
                  <a:pt x="4" y="3"/>
                </a:lnTo>
                <a:moveTo>
                  <a:pt x="10" y="9"/>
                </a:moveTo>
                <a:lnTo>
                  <a:pt x="14" y="12"/>
                </a:lnTo>
                <a:moveTo>
                  <a:pt x="20" y="18"/>
                </a:moveTo>
                <a:lnTo>
                  <a:pt x="24" y="21"/>
                </a:lnTo>
                <a:moveTo>
                  <a:pt x="30" y="27"/>
                </a:moveTo>
                <a:lnTo>
                  <a:pt x="34" y="30"/>
                </a:lnTo>
                <a:moveTo>
                  <a:pt x="40" y="36"/>
                </a:moveTo>
                <a:lnTo>
                  <a:pt x="44" y="39"/>
                </a:lnTo>
                <a:moveTo>
                  <a:pt x="50" y="45"/>
                </a:moveTo>
                <a:lnTo>
                  <a:pt x="54" y="48"/>
                </a:lnTo>
                <a:moveTo>
                  <a:pt x="60" y="54"/>
                </a:moveTo>
                <a:lnTo>
                  <a:pt x="64" y="57"/>
                </a:lnTo>
                <a:moveTo>
                  <a:pt x="70" y="63"/>
                </a:moveTo>
                <a:lnTo>
                  <a:pt x="74" y="66"/>
                </a:lnTo>
                <a:moveTo>
                  <a:pt x="80" y="72"/>
                </a:moveTo>
                <a:lnTo>
                  <a:pt x="84" y="75"/>
                </a:lnTo>
                <a:moveTo>
                  <a:pt x="91" y="81"/>
                </a:moveTo>
                <a:lnTo>
                  <a:pt x="94" y="84"/>
                </a:lnTo>
                <a:moveTo>
                  <a:pt x="101" y="89"/>
                </a:moveTo>
                <a:lnTo>
                  <a:pt x="104" y="92"/>
                </a:lnTo>
                <a:moveTo>
                  <a:pt x="111" y="98"/>
                </a:moveTo>
                <a:lnTo>
                  <a:pt x="114" y="101"/>
                </a:lnTo>
                <a:moveTo>
                  <a:pt x="121" y="107"/>
                </a:moveTo>
                <a:lnTo>
                  <a:pt x="124" y="110"/>
                </a:lnTo>
                <a:moveTo>
                  <a:pt x="131" y="116"/>
                </a:moveTo>
                <a:lnTo>
                  <a:pt x="134" y="119"/>
                </a:lnTo>
                <a:moveTo>
                  <a:pt x="141" y="125"/>
                </a:moveTo>
                <a:lnTo>
                  <a:pt x="144" y="128"/>
                </a:lnTo>
                <a:moveTo>
                  <a:pt x="151" y="134"/>
                </a:moveTo>
                <a:lnTo>
                  <a:pt x="154" y="137"/>
                </a:lnTo>
                <a:moveTo>
                  <a:pt x="161" y="143"/>
                </a:moveTo>
                <a:lnTo>
                  <a:pt x="164" y="146"/>
                </a:lnTo>
                <a:moveTo>
                  <a:pt x="171" y="152"/>
                </a:moveTo>
                <a:lnTo>
                  <a:pt x="174" y="155"/>
                </a:lnTo>
                <a:moveTo>
                  <a:pt x="181" y="161"/>
                </a:moveTo>
                <a:lnTo>
                  <a:pt x="184" y="164"/>
                </a:lnTo>
                <a:moveTo>
                  <a:pt x="191" y="170"/>
                </a:moveTo>
                <a:lnTo>
                  <a:pt x="194" y="173"/>
                </a:lnTo>
                <a:moveTo>
                  <a:pt x="201" y="179"/>
                </a:moveTo>
                <a:lnTo>
                  <a:pt x="204" y="182"/>
                </a:lnTo>
                <a:moveTo>
                  <a:pt x="211" y="188"/>
                </a:moveTo>
                <a:lnTo>
                  <a:pt x="214" y="191"/>
                </a:lnTo>
                <a:moveTo>
                  <a:pt x="221" y="197"/>
                </a:moveTo>
                <a:lnTo>
                  <a:pt x="224" y="200"/>
                </a:lnTo>
                <a:moveTo>
                  <a:pt x="231" y="206"/>
                </a:moveTo>
                <a:lnTo>
                  <a:pt x="234" y="209"/>
                </a:lnTo>
                <a:moveTo>
                  <a:pt x="241" y="215"/>
                </a:moveTo>
                <a:lnTo>
                  <a:pt x="244" y="218"/>
                </a:lnTo>
                <a:moveTo>
                  <a:pt x="251" y="224"/>
                </a:moveTo>
                <a:lnTo>
                  <a:pt x="254" y="227"/>
                </a:lnTo>
                <a:moveTo>
                  <a:pt x="261" y="233"/>
                </a:moveTo>
                <a:lnTo>
                  <a:pt x="264" y="236"/>
                </a:lnTo>
                <a:moveTo>
                  <a:pt x="271" y="242"/>
                </a:moveTo>
                <a:lnTo>
                  <a:pt x="274" y="245"/>
                </a:lnTo>
                <a:moveTo>
                  <a:pt x="281" y="251"/>
                </a:moveTo>
                <a:lnTo>
                  <a:pt x="284" y="253"/>
                </a:lnTo>
                <a:moveTo>
                  <a:pt x="291" y="259"/>
                </a:moveTo>
                <a:lnTo>
                  <a:pt x="294" y="262"/>
                </a:lnTo>
                <a:moveTo>
                  <a:pt x="301" y="268"/>
                </a:moveTo>
                <a:lnTo>
                  <a:pt x="304" y="271"/>
                </a:lnTo>
                <a:moveTo>
                  <a:pt x="311" y="277"/>
                </a:moveTo>
                <a:lnTo>
                  <a:pt x="315" y="280"/>
                </a:lnTo>
                <a:moveTo>
                  <a:pt x="321" y="286"/>
                </a:moveTo>
                <a:lnTo>
                  <a:pt x="325" y="289"/>
                </a:lnTo>
                <a:moveTo>
                  <a:pt x="331" y="295"/>
                </a:moveTo>
                <a:lnTo>
                  <a:pt x="335" y="298"/>
                </a:lnTo>
                <a:moveTo>
                  <a:pt x="341" y="304"/>
                </a:moveTo>
                <a:lnTo>
                  <a:pt x="345" y="307"/>
                </a:lnTo>
                <a:moveTo>
                  <a:pt x="351" y="313"/>
                </a:moveTo>
                <a:lnTo>
                  <a:pt x="355" y="316"/>
                </a:lnTo>
                <a:moveTo>
                  <a:pt x="361" y="322"/>
                </a:moveTo>
                <a:lnTo>
                  <a:pt x="365" y="325"/>
                </a:lnTo>
                <a:moveTo>
                  <a:pt x="371" y="331"/>
                </a:moveTo>
                <a:lnTo>
                  <a:pt x="375" y="334"/>
                </a:lnTo>
                <a:moveTo>
                  <a:pt x="381" y="340"/>
                </a:moveTo>
                <a:lnTo>
                  <a:pt x="385" y="343"/>
                </a:lnTo>
                <a:moveTo>
                  <a:pt x="391" y="349"/>
                </a:moveTo>
                <a:lnTo>
                  <a:pt x="395" y="352"/>
                </a:lnTo>
                <a:moveTo>
                  <a:pt x="401" y="358"/>
                </a:moveTo>
                <a:lnTo>
                  <a:pt x="405" y="361"/>
                </a:lnTo>
                <a:moveTo>
                  <a:pt x="411" y="367"/>
                </a:moveTo>
                <a:lnTo>
                  <a:pt x="415" y="370"/>
                </a:lnTo>
                <a:moveTo>
                  <a:pt x="422" y="376"/>
                </a:moveTo>
                <a:lnTo>
                  <a:pt x="425" y="379"/>
                </a:lnTo>
                <a:moveTo>
                  <a:pt x="432" y="385"/>
                </a:moveTo>
                <a:lnTo>
                  <a:pt x="435" y="388"/>
                </a:lnTo>
                <a:moveTo>
                  <a:pt x="442" y="394"/>
                </a:moveTo>
                <a:lnTo>
                  <a:pt x="445" y="397"/>
                </a:lnTo>
                <a:moveTo>
                  <a:pt x="452" y="403"/>
                </a:moveTo>
                <a:lnTo>
                  <a:pt x="455" y="406"/>
                </a:lnTo>
                <a:moveTo>
                  <a:pt x="462" y="412"/>
                </a:moveTo>
                <a:lnTo>
                  <a:pt x="465" y="415"/>
                </a:lnTo>
                <a:moveTo>
                  <a:pt x="472" y="420"/>
                </a:moveTo>
                <a:lnTo>
                  <a:pt x="475" y="423"/>
                </a:lnTo>
                <a:moveTo>
                  <a:pt x="482" y="429"/>
                </a:moveTo>
                <a:lnTo>
                  <a:pt x="485" y="432"/>
                </a:lnTo>
                <a:moveTo>
                  <a:pt x="492" y="438"/>
                </a:moveTo>
                <a:lnTo>
                  <a:pt x="495" y="441"/>
                </a:lnTo>
                <a:moveTo>
                  <a:pt x="502" y="447"/>
                </a:moveTo>
                <a:lnTo>
                  <a:pt x="505" y="450"/>
                </a:lnTo>
                <a:moveTo>
                  <a:pt x="512" y="456"/>
                </a:moveTo>
                <a:lnTo>
                  <a:pt x="515" y="459"/>
                </a:lnTo>
                <a:moveTo>
                  <a:pt x="522" y="465"/>
                </a:moveTo>
                <a:lnTo>
                  <a:pt x="525" y="468"/>
                </a:lnTo>
                <a:moveTo>
                  <a:pt x="532" y="474"/>
                </a:moveTo>
                <a:lnTo>
                  <a:pt x="535" y="477"/>
                </a:lnTo>
                <a:moveTo>
                  <a:pt x="542" y="483"/>
                </a:moveTo>
                <a:lnTo>
                  <a:pt x="545" y="486"/>
                </a:lnTo>
                <a:moveTo>
                  <a:pt x="552" y="492"/>
                </a:moveTo>
                <a:lnTo>
                  <a:pt x="555" y="495"/>
                </a:lnTo>
                <a:moveTo>
                  <a:pt x="562" y="501"/>
                </a:moveTo>
                <a:lnTo>
                  <a:pt x="565" y="504"/>
                </a:lnTo>
                <a:moveTo>
                  <a:pt x="572" y="510"/>
                </a:moveTo>
                <a:lnTo>
                  <a:pt x="575" y="513"/>
                </a:lnTo>
                <a:moveTo>
                  <a:pt x="582" y="519"/>
                </a:moveTo>
                <a:lnTo>
                  <a:pt x="585" y="522"/>
                </a:lnTo>
                <a:moveTo>
                  <a:pt x="592" y="528"/>
                </a:moveTo>
                <a:lnTo>
                  <a:pt x="595" y="531"/>
                </a:lnTo>
                <a:moveTo>
                  <a:pt x="602" y="537"/>
                </a:moveTo>
                <a:lnTo>
                  <a:pt x="605" y="540"/>
                </a:lnTo>
                <a:moveTo>
                  <a:pt x="612" y="546"/>
                </a:moveTo>
                <a:lnTo>
                  <a:pt x="615" y="549"/>
                </a:lnTo>
                <a:moveTo>
                  <a:pt x="622" y="555"/>
                </a:moveTo>
                <a:lnTo>
                  <a:pt x="625" y="558"/>
                </a:lnTo>
                <a:moveTo>
                  <a:pt x="632" y="564"/>
                </a:moveTo>
                <a:lnTo>
                  <a:pt x="635" y="567"/>
                </a:lnTo>
                <a:moveTo>
                  <a:pt x="642" y="573"/>
                </a:moveTo>
                <a:lnTo>
                  <a:pt x="646" y="576"/>
                </a:lnTo>
                <a:moveTo>
                  <a:pt x="652" y="582"/>
                </a:moveTo>
                <a:lnTo>
                  <a:pt x="656" y="584"/>
                </a:lnTo>
                <a:moveTo>
                  <a:pt x="662" y="590"/>
                </a:moveTo>
                <a:lnTo>
                  <a:pt x="666" y="593"/>
                </a:lnTo>
                <a:moveTo>
                  <a:pt x="672" y="599"/>
                </a:moveTo>
                <a:lnTo>
                  <a:pt x="676" y="602"/>
                </a:lnTo>
                <a:moveTo>
                  <a:pt x="682" y="608"/>
                </a:moveTo>
                <a:lnTo>
                  <a:pt x="686" y="611"/>
                </a:lnTo>
                <a:moveTo>
                  <a:pt x="692" y="617"/>
                </a:moveTo>
                <a:lnTo>
                  <a:pt x="696" y="620"/>
                </a:lnTo>
                <a:moveTo>
                  <a:pt x="702" y="626"/>
                </a:moveTo>
                <a:lnTo>
                  <a:pt x="706" y="629"/>
                </a:lnTo>
                <a:moveTo>
                  <a:pt x="712" y="635"/>
                </a:moveTo>
                <a:lnTo>
                  <a:pt x="716" y="638"/>
                </a:lnTo>
                <a:moveTo>
                  <a:pt x="722" y="644"/>
                </a:moveTo>
                <a:lnTo>
                  <a:pt x="726" y="647"/>
                </a:lnTo>
                <a:moveTo>
                  <a:pt x="732" y="653"/>
                </a:moveTo>
                <a:lnTo>
                  <a:pt x="736" y="656"/>
                </a:lnTo>
                <a:moveTo>
                  <a:pt x="742" y="662"/>
                </a:moveTo>
                <a:lnTo>
                  <a:pt x="746" y="665"/>
                </a:lnTo>
                <a:moveTo>
                  <a:pt x="753" y="671"/>
                </a:moveTo>
                <a:lnTo>
                  <a:pt x="756" y="674"/>
                </a:lnTo>
                <a:moveTo>
                  <a:pt x="763" y="680"/>
                </a:moveTo>
                <a:lnTo>
                  <a:pt x="766" y="683"/>
                </a:lnTo>
                <a:moveTo>
                  <a:pt x="773" y="689"/>
                </a:moveTo>
                <a:lnTo>
                  <a:pt x="776" y="692"/>
                </a:lnTo>
                <a:moveTo>
                  <a:pt x="783" y="698"/>
                </a:moveTo>
                <a:lnTo>
                  <a:pt x="786" y="701"/>
                </a:lnTo>
                <a:moveTo>
                  <a:pt x="793" y="707"/>
                </a:moveTo>
                <a:lnTo>
                  <a:pt x="796" y="710"/>
                </a:lnTo>
                <a:moveTo>
                  <a:pt x="803" y="716"/>
                </a:moveTo>
                <a:lnTo>
                  <a:pt x="806" y="719"/>
                </a:lnTo>
                <a:moveTo>
                  <a:pt x="813" y="725"/>
                </a:moveTo>
                <a:lnTo>
                  <a:pt x="816" y="728"/>
                </a:lnTo>
                <a:moveTo>
                  <a:pt x="823" y="734"/>
                </a:moveTo>
                <a:lnTo>
                  <a:pt x="826" y="737"/>
                </a:lnTo>
                <a:moveTo>
                  <a:pt x="833" y="743"/>
                </a:moveTo>
                <a:lnTo>
                  <a:pt x="836" y="746"/>
                </a:lnTo>
                <a:moveTo>
                  <a:pt x="843" y="751"/>
                </a:moveTo>
                <a:lnTo>
                  <a:pt x="846" y="754"/>
                </a:lnTo>
                <a:moveTo>
                  <a:pt x="853" y="760"/>
                </a:moveTo>
                <a:lnTo>
                  <a:pt x="856" y="763"/>
                </a:lnTo>
                <a:moveTo>
                  <a:pt x="863" y="769"/>
                </a:moveTo>
                <a:lnTo>
                  <a:pt x="866" y="772"/>
                </a:lnTo>
                <a:moveTo>
                  <a:pt x="873" y="778"/>
                </a:moveTo>
                <a:lnTo>
                  <a:pt x="876" y="781"/>
                </a:lnTo>
                <a:moveTo>
                  <a:pt x="883" y="787"/>
                </a:moveTo>
                <a:lnTo>
                  <a:pt x="886" y="790"/>
                </a:lnTo>
                <a:moveTo>
                  <a:pt x="893" y="796"/>
                </a:moveTo>
                <a:lnTo>
                  <a:pt x="896" y="799"/>
                </a:lnTo>
                <a:moveTo>
                  <a:pt x="903" y="805"/>
                </a:moveTo>
                <a:lnTo>
                  <a:pt x="906" y="808"/>
                </a:lnTo>
                <a:moveTo>
                  <a:pt x="913" y="814"/>
                </a:moveTo>
                <a:lnTo>
                  <a:pt x="916" y="817"/>
                </a:lnTo>
                <a:moveTo>
                  <a:pt x="923" y="823"/>
                </a:moveTo>
                <a:lnTo>
                  <a:pt x="926" y="826"/>
                </a:lnTo>
                <a:moveTo>
                  <a:pt x="933" y="832"/>
                </a:moveTo>
                <a:lnTo>
                  <a:pt x="936" y="835"/>
                </a:lnTo>
                <a:moveTo>
                  <a:pt x="943" y="841"/>
                </a:moveTo>
                <a:lnTo>
                  <a:pt x="946" y="844"/>
                </a:lnTo>
                <a:moveTo>
                  <a:pt x="953" y="850"/>
                </a:moveTo>
                <a:lnTo>
                  <a:pt x="956" y="853"/>
                </a:lnTo>
                <a:moveTo>
                  <a:pt x="963" y="859"/>
                </a:moveTo>
                <a:lnTo>
                  <a:pt x="966" y="862"/>
                </a:lnTo>
                <a:moveTo>
                  <a:pt x="973" y="868"/>
                </a:moveTo>
                <a:lnTo>
                  <a:pt x="977" y="871"/>
                </a:lnTo>
                <a:moveTo>
                  <a:pt x="983" y="877"/>
                </a:moveTo>
                <a:lnTo>
                  <a:pt x="987" y="880"/>
                </a:lnTo>
                <a:moveTo>
                  <a:pt x="993" y="886"/>
                </a:moveTo>
                <a:lnTo>
                  <a:pt x="997" y="889"/>
                </a:lnTo>
                <a:moveTo>
                  <a:pt x="1003" y="895"/>
                </a:moveTo>
                <a:lnTo>
                  <a:pt x="1007" y="898"/>
                </a:lnTo>
                <a:moveTo>
                  <a:pt x="1013" y="904"/>
                </a:moveTo>
                <a:lnTo>
                  <a:pt x="1017" y="907"/>
                </a:lnTo>
                <a:moveTo>
                  <a:pt x="1023" y="913"/>
                </a:moveTo>
                <a:lnTo>
                  <a:pt x="1027" y="915"/>
                </a:lnTo>
                <a:moveTo>
                  <a:pt x="1033" y="921"/>
                </a:moveTo>
                <a:lnTo>
                  <a:pt x="1037" y="924"/>
                </a:lnTo>
                <a:moveTo>
                  <a:pt x="1043" y="930"/>
                </a:moveTo>
                <a:lnTo>
                  <a:pt x="1047" y="933"/>
                </a:lnTo>
                <a:moveTo>
                  <a:pt x="1053" y="939"/>
                </a:moveTo>
                <a:lnTo>
                  <a:pt x="1057" y="942"/>
                </a:lnTo>
                <a:moveTo>
                  <a:pt x="1063" y="948"/>
                </a:moveTo>
                <a:lnTo>
                  <a:pt x="1067" y="951"/>
                </a:lnTo>
                <a:moveTo>
                  <a:pt x="1073" y="957"/>
                </a:moveTo>
                <a:lnTo>
                  <a:pt x="1077" y="960"/>
                </a:lnTo>
                <a:moveTo>
                  <a:pt x="1083" y="966"/>
                </a:moveTo>
                <a:lnTo>
                  <a:pt x="1087" y="969"/>
                </a:lnTo>
                <a:moveTo>
                  <a:pt x="1094" y="975"/>
                </a:moveTo>
                <a:lnTo>
                  <a:pt x="1097" y="978"/>
                </a:lnTo>
                <a:moveTo>
                  <a:pt x="1104" y="984"/>
                </a:moveTo>
                <a:lnTo>
                  <a:pt x="1107" y="987"/>
                </a:lnTo>
                <a:moveTo>
                  <a:pt x="1114" y="993"/>
                </a:moveTo>
                <a:lnTo>
                  <a:pt x="1117" y="996"/>
                </a:lnTo>
                <a:moveTo>
                  <a:pt x="1124" y="1002"/>
                </a:moveTo>
                <a:lnTo>
                  <a:pt x="1127" y="1005"/>
                </a:lnTo>
                <a:moveTo>
                  <a:pt x="1134" y="1011"/>
                </a:moveTo>
                <a:lnTo>
                  <a:pt x="1137" y="1014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16">
            <a:extLst>
              <a:ext uri="{FF2B5EF4-FFF2-40B4-BE49-F238E27FC236}">
                <a16:creationId xmlns:a16="http://schemas.microsoft.com/office/drawing/2014/main" id="{BD91C747-E819-6C60-DA14-E6F3FFB60C42}"/>
              </a:ext>
            </a:extLst>
          </p:cNvPr>
          <p:cNvSpPr>
            <a:spLocks noEditPoints="1"/>
          </p:cNvSpPr>
          <p:nvPr/>
        </p:nvSpPr>
        <p:spPr bwMode="auto">
          <a:xfrm>
            <a:off x="587375" y="1533525"/>
            <a:ext cx="890588" cy="574675"/>
          </a:xfrm>
          <a:custGeom>
            <a:avLst/>
            <a:gdLst>
              <a:gd name="T0" fmla="*/ 15 w 1122"/>
              <a:gd name="T1" fmla="*/ 10 h 724"/>
              <a:gd name="T2" fmla="*/ 38 w 1122"/>
              <a:gd name="T3" fmla="*/ 24 h 724"/>
              <a:gd name="T4" fmla="*/ 60 w 1122"/>
              <a:gd name="T5" fmla="*/ 39 h 724"/>
              <a:gd name="T6" fmla="*/ 83 w 1122"/>
              <a:gd name="T7" fmla="*/ 54 h 724"/>
              <a:gd name="T8" fmla="*/ 106 w 1122"/>
              <a:gd name="T9" fmla="*/ 68 h 724"/>
              <a:gd name="T10" fmla="*/ 128 w 1122"/>
              <a:gd name="T11" fmla="*/ 83 h 724"/>
              <a:gd name="T12" fmla="*/ 151 w 1122"/>
              <a:gd name="T13" fmla="*/ 97 h 724"/>
              <a:gd name="T14" fmla="*/ 173 w 1122"/>
              <a:gd name="T15" fmla="*/ 112 h 724"/>
              <a:gd name="T16" fmla="*/ 196 w 1122"/>
              <a:gd name="T17" fmla="*/ 126 h 724"/>
              <a:gd name="T18" fmla="*/ 218 w 1122"/>
              <a:gd name="T19" fmla="*/ 141 h 724"/>
              <a:gd name="T20" fmla="*/ 241 w 1122"/>
              <a:gd name="T21" fmla="*/ 156 h 724"/>
              <a:gd name="T22" fmla="*/ 264 w 1122"/>
              <a:gd name="T23" fmla="*/ 170 h 724"/>
              <a:gd name="T24" fmla="*/ 286 w 1122"/>
              <a:gd name="T25" fmla="*/ 185 h 724"/>
              <a:gd name="T26" fmla="*/ 309 w 1122"/>
              <a:gd name="T27" fmla="*/ 199 h 724"/>
              <a:gd name="T28" fmla="*/ 331 w 1122"/>
              <a:gd name="T29" fmla="*/ 214 h 724"/>
              <a:gd name="T30" fmla="*/ 354 w 1122"/>
              <a:gd name="T31" fmla="*/ 229 h 724"/>
              <a:gd name="T32" fmla="*/ 376 w 1122"/>
              <a:gd name="T33" fmla="*/ 243 h 724"/>
              <a:gd name="T34" fmla="*/ 399 w 1122"/>
              <a:gd name="T35" fmla="*/ 258 h 724"/>
              <a:gd name="T36" fmla="*/ 422 w 1122"/>
              <a:gd name="T37" fmla="*/ 272 h 724"/>
              <a:gd name="T38" fmla="*/ 444 w 1122"/>
              <a:gd name="T39" fmla="*/ 287 h 724"/>
              <a:gd name="T40" fmla="*/ 467 w 1122"/>
              <a:gd name="T41" fmla="*/ 301 h 724"/>
              <a:gd name="T42" fmla="*/ 489 w 1122"/>
              <a:gd name="T43" fmla="*/ 316 h 724"/>
              <a:gd name="T44" fmla="*/ 512 w 1122"/>
              <a:gd name="T45" fmla="*/ 331 h 724"/>
              <a:gd name="T46" fmla="*/ 535 w 1122"/>
              <a:gd name="T47" fmla="*/ 345 h 724"/>
              <a:gd name="T48" fmla="*/ 557 w 1122"/>
              <a:gd name="T49" fmla="*/ 360 h 724"/>
              <a:gd name="T50" fmla="*/ 580 w 1122"/>
              <a:gd name="T51" fmla="*/ 374 h 724"/>
              <a:gd name="T52" fmla="*/ 602 w 1122"/>
              <a:gd name="T53" fmla="*/ 389 h 724"/>
              <a:gd name="T54" fmla="*/ 625 w 1122"/>
              <a:gd name="T55" fmla="*/ 404 h 724"/>
              <a:gd name="T56" fmla="*/ 647 w 1122"/>
              <a:gd name="T57" fmla="*/ 418 h 724"/>
              <a:gd name="T58" fmla="*/ 670 w 1122"/>
              <a:gd name="T59" fmla="*/ 433 h 724"/>
              <a:gd name="T60" fmla="*/ 693 w 1122"/>
              <a:gd name="T61" fmla="*/ 447 h 724"/>
              <a:gd name="T62" fmla="*/ 715 w 1122"/>
              <a:gd name="T63" fmla="*/ 462 h 724"/>
              <a:gd name="T64" fmla="*/ 738 w 1122"/>
              <a:gd name="T65" fmla="*/ 476 h 724"/>
              <a:gd name="T66" fmla="*/ 760 w 1122"/>
              <a:gd name="T67" fmla="*/ 491 h 724"/>
              <a:gd name="T68" fmla="*/ 783 w 1122"/>
              <a:gd name="T69" fmla="*/ 506 h 724"/>
              <a:gd name="T70" fmla="*/ 805 w 1122"/>
              <a:gd name="T71" fmla="*/ 520 h 724"/>
              <a:gd name="T72" fmla="*/ 828 w 1122"/>
              <a:gd name="T73" fmla="*/ 535 h 724"/>
              <a:gd name="T74" fmla="*/ 851 w 1122"/>
              <a:gd name="T75" fmla="*/ 549 h 724"/>
              <a:gd name="T76" fmla="*/ 873 w 1122"/>
              <a:gd name="T77" fmla="*/ 564 h 724"/>
              <a:gd name="T78" fmla="*/ 896 w 1122"/>
              <a:gd name="T79" fmla="*/ 579 h 724"/>
              <a:gd name="T80" fmla="*/ 918 w 1122"/>
              <a:gd name="T81" fmla="*/ 593 h 724"/>
              <a:gd name="T82" fmla="*/ 941 w 1122"/>
              <a:gd name="T83" fmla="*/ 608 h 724"/>
              <a:gd name="T84" fmla="*/ 964 w 1122"/>
              <a:gd name="T85" fmla="*/ 622 h 724"/>
              <a:gd name="T86" fmla="*/ 986 w 1122"/>
              <a:gd name="T87" fmla="*/ 637 h 724"/>
              <a:gd name="T88" fmla="*/ 1009 w 1122"/>
              <a:gd name="T89" fmla="*/ 651 h 724"/>
              <a:gd name="T90" fmla="*/ 1031 w 1122"/>
              <a:gd name="T91" fmla="*/ 666 h 724"/>
              <a:gd name="T92" fmla="*/ 1054 w 1122"/>
              <a:gd name="T93" fmla="*/ 681 h 724"/>
              <a:gd name="T94" fmla="*/ 1076 w 1122"/>
              <a:gd name="T95" fmla="*/ 695 h 724"/>
              <a:gd name="T96" fmla="*/ 1099 w 1122"/>
              <a:gd name="T97" fmla="*/ 710 h 724"/>
              <a:gd name="T98" fmla="*/ 1122 w 1122"/>
              <a:gd name="T99" fmla="*/ 724 h 7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22" h="724">
                <a:moveTo>
                  <a:pt x="0" y="0"/>
                </a:moveTo>
                <a:lnTo>
                  <a:pt x="4" y="2"/>
                </a:lnTo>
                <a:moveTo>
                  <a:pt x="11" y="7"/>
                </a:moveTo>
                <a:lnTo>
                  <a:pt x="15" y="10"/>
                </a:lnTo>
                <a:moveTo>
                  <a:pt x="23" y="15"/>
                </a:moveTo>
                <a:lnTo>
                  <a:pt x="26" y="17"/>
                </a:lnTo>
                <a:moveTo>
                  <a:pt x="34" y="22"/>
                </a:moveTo>
                <a:lnTo>
                  <a:pt x="38" y="24"/>
                </a:lnTo>
                <a:moveTo>
                  <a:pt x="45" y="29"/>
                </a:moveTo>
                <a:lnTo>
                  <a:pt x="49" y="32"/>
                </a:lnTo>
                <a:moveTo>
                  <a:pt x="57" y="36"/>
                </a:moveTo>
                <a:lnTo>
                  <a:pt x="60" y="39"/>
                </a:lnTo>
                <a:moveTo>
                  <a:pt x="68" y="44"/>
                </a:moveTo>
                <a:lnTo>
                  <a:pt x="72" y="46"/>
                </a:lnTo>
                <a:moveTo>
                  <a:pt x="79" y="51"/>
                </a:moveTo>
                <a:lnTo>
                  <a:pt x="83" y="54"/>
                </a:lnTo>
                <a:moveTo>
                  <a:pt x="90" y="58"/>
                </a:moveTo>
                <a:lnTo>
                  <a:pt x="94" y="61"/>
                </a:lnTo>
                <a:moveTo>
                  <a:pt x="102" y="66"/>
                </a:moveTo>
                <a:lnTo>
                  <a:pt x="106" y="68"/>
                </a:lnTo>
                <a:moveTo>
                  <a:pt x="113" y="73"/>
                </a:moveTo>
                <a:lnTo>
                  <a:pt x="117" y="75"/>
                </a:lnTo>
                <a:moveTo>
                  <a:pt x="124" y="80"/>
                </a:moveTo>
                <a:lnTo>
                  <a:pt x="128" y="83"/>
                </a:lnTo>
                <a:moveTo>
                  <a:pt x="136" y="88"/>
                </a:moveTo>
                <a:lnTo>
                  <a:pt x="139" y="90"/>
                </a:lnTo>
                <a:moveTo>
                  <a:pt x="147" y="95"/>
                </a:moveTo>
                <a:lnTo>
                  <a:pt x="151" y="97"/>
                </a:lnTo>
                <a:moveTo>
                  <a:pt x="158" y="102"/>
                </a:moveTo>
                <a:lnTo>
                  <a:pt x="162" y="105"/>
                </a:lnTo>
                <a:moveTo>
                  <a:pt x="170" y="109"/>
                </a:moveTo>
                <a:lnTo>
                  <a:pt x="173" y="112"/>
                </a:lnTo>
                <a:moveTo>
                  <a:pt x="181" y="117"/>
                </a:moveTo>
                <a:lnTo>
                  <a:pt x="185" y="119"/>
                </a:lnTo>
                <a:moveTo>
                  <a:pt x="192" y="124"/>
                </a:moveTo>
                <a:lnTo>
                  <a:pt x="196" y="126"/>
                </a:lnTo>
                <a:moveTo>
                  <a:pt x="203" y="131"/>
                </a:moveTo>
                <a:lnTo>
                  <a:pt x="207" y="134"/>
                </a:lnTo>
                <a:moveTo>
                  <a:pt x="215" y="139"/>
                </a:moveTo>
                <a:lnTo>
                  <a:pt x="218" y="141"/>
                </a:lnTo>
                <a:moveTo>
                  <a:pt x="226" y="146"/>
                </a:moveTo>
                <a:lnTo>
                  <a:pt x="230" y="148"/>
                </a:lnTo>
                <a:moveTo>
                  <a:pt x="237" y="153"/>
                </a:moveTo>
                <a:lnTo>
                  <a:pt x="241" y="156"/>
                </a:lnTo>
                <a:moveTo>
                  <a:pt x="249" y="160"/>
                </a:moveTo>
                <a:lnTo>
                  <a:pt x="252" y="163"/>
                </a:lnTo>
                <a:moveTo>
                  <a:pt x="260" y="168"/>
                </a:moveTo>
                <a:lnTo>
                  <a:pt x="264" y="170"/>
                </a:lnTo>
                <a:moveTo>
                  <a:pt x="271" y="175"/>
                </a:moveTo>
                <a:lnTo>
                  <a:pt x="275" y="177"/>
                </a:lnTo>
                <a:moveTo>
                  <a:pt x="282" y="182"/>
                </a:moveTo>
                <a:lnTo>
                  <a:pt x="286" y="185"/>
                </a:lnTo>
                <a:moveTo>
                  <a:pt x="294" y="190"/>
                </a:moveTo>
                <a:lnTo>
                  <a:pt x="297" y="192"/>
                </a:lnTo>
                <a:moveTo>
                  <a:pt x="305" y="197"/>
                </a:moveTo>
                <a:lnTo>
                  <a:pt x="309" y="199"/>
                </a:lnTo>
                <a:moveTo>
                  <a:pt x="316" y="204"/>
                </a:moveTo>
                <a:lnTo>
                  <a:pt x="320" y="207"/>
                </a:lnTo>
                <a:moveTo>
                  <a:pt x="328" y="212"/>
                </a:moveTo>
                <a:lnTo>
                  <a:pt x="331" y="214"/>
                </a:lnTo>
                <a:moveTo>
                  <a:pt x="339" y="219"/>
                </a:moveTo>
                <a:lnTo>
                  <a:pt x="343" y="221"/>
                </a:lnTo>
                <a:moveTo>
                  <a:pt x="350" y="226"/>
                </a:moveTo>
                <a:lnTo>
                  <a:pt x="354" y="229"/>
                </a:lnTo>
                <a:moveTo>
                  <a:pt x="361" y="233"/>
                </a:moveTo>
                <a:lnTo>
                  <a:pt x="365" y="236"/>
                </a:lnTo>
                <a:moveTo>
                  <a:pt x="373" y="241"/>
                </a:moveTo>
                <a:lnTo>
                  <a:pt x="376" y="243"/>
                </a:lnTo>
                <a:moveTo>
                  <a:pt x="384" y="248"/>
                </a:moveTo>
                <a:lnTo>
                  <a:pt x="388" y="250"/>
                </a:lnTo>
                <a:moveTo>
                  <a:pt x="395" y="255"/>
                </a:moveTo>
                <a:lnTo>
                  <a:pt x="399" y="258"/>
                </a:lnTo>
                <a:moveTo>
                  <a:pt x="407" y="263"/>
                </a:moveTo>
                <a:lnTo>
                  <a:pt x="410" y="265"/>
                </a:lnTo>
                <a:moveTo>
                  <a:pt x="418" y="270"/>
                </a:moveTo>
                <a:lnTo>
                  <a:pt x="422" y="272"/>
                </a:lnTo>
                <a:moveTo>
                  <a:pt x="429" y="277"/>
                </a:moveTo>
                <a:lnTo>
                  <a:pt x="433" y="280"/>
                </a:lnTo>
                <a:moveTo>
                  <a:pt x="440" y="284"/>
                </a:moveTo>
                <a:lnTo>
                  <a:pt x="444" y="287"/>
                </a:lnTo>
                <a:moveTo>
                  <a:pt x="452" y="292"/>
                </a:moveTo>
                <a:lnTo>
                  <a:pt x="456" y="294"/>
                </a:lnTo>
                <a:moveTo>
                  <a:pt x="463" y="299"/>
                </a:moveTo>
                <a:lnTo>
                  <a:pt x="467" y="301"/>
                </a:lnTo>
                <a:moveTo>
                  <a:pt x="474" y="306"/>
                </a:moveTo>
                <a:lnTo>
                  <a:pt x="478" y="309"/>
                </a:lnTo>
                <a:moveTo>
                  <a:pt x="486" y="314"/>
                </a:moveTo>
                <a:lnTo>
                  <a:pt x="489" y="316"/>
                </a:lnTo>
                <a:moveTo>
                  <a:pt x="497" y="321"/>
                </a:moveTo>
                <a:lnTo>
                  <a:pt x="501" y="323"/>
                </a:lnTo>
                <a:moveTo>
                  <a:pt x="508" y="328"/>
                </a:moveTo>
                <a:lnTo>
                  <a:pt x="512" y="331"/>
                </a:lnTo>
                <a:moveTo>
                  <a:pt x="519" y="335"/>
                </a:moveTo>
                <a:lnTo>
                  <a:pt x="523" y="338"/>
                </a:lnTo>
                <a:moveTo>
                  <a:pt x="531" y="343"/>
                </a:moveTo>
                <a:lnTo>
                  <a:pt x="535" y="345"/>
                </a:lnTo>
                <a:moveTo>
                  <a:pt x="542" y="350"/>
                </a:moveTo>
                <a:lnTo>
                  <a:pt x="546" y="352"/>
                </a:lnTo>
                <a:moveTo>
                  <a:pt x="553" y="357"/>
                </a:moveTo>
                <a:lnTo>
                  <a:pt x="557" y="360"/>
                </a:lnTo>
                <a:moveTo>
                  <a:pt x="565" y="365"/>
                </a:moveTo>
                <a:lnTo>
                  <a:pt x="568" y="367"/>
                </a:lnTo>
                <a:moveTo>
                  <a:pt x="576" y="372"/>
                </a:moveTo>
                <a:lnTo>
                  <a:pt x="580" y="374"/>
                </a:lnTo>
                <a:moveTo>
                  <a:pt x="587" y="379"/>
                </a:moveTo>
                <a:lnTo>
                  <a:pt x="591" y="382"/>
                </a:lnTo>
                <a:moveTo>
                  <a:pt x="599" y="387"/>
                </a:moveTo>
                <a:lnTo>
                  <a:pt x="602" y="389"/>
                </a:lnTo>
                <a:moveTo>
                  <a:pt x="610" y="394"/>
                </a:moveTo>
                <a:lnTo>
                  <a:pt x="614" y="396"/>
                </a:lnTo>
                <a:moveTo>
                  <a:pt x="621" y="401"/>
                </a:moveTo>
                <a:lnTo>
                  <a:pt x="625" y="404"/>
                </a:lnTo>
                <a:moveTo>
                  <a:pt x="632" y="408"/>
                </a:moveTo>
                <a:lnTo>
                  <a:pt x="636" y="411"/>
                </a:lnTo>
                <a:moveTo>
                  <a:pt x="644" y="416"/>
                </a:moveTo>
                <a:lnTo>
                  <a:pt x="647" y="418"/>
                </a:lnTo>
                <a:moveTo>
                  <a:pt x="655" y="423"/>
                </a:moveTo>
                <a:lnTo>
                  <a:pt x="659" y="425"/>
                </a:lnTo>
                <a:moveTo>
                  <a:pt x="666" y="430"/>
                </a:moveTo>
                <a:lnTo>
                  <a:pt x="670" y="433"/>
                </a:lnTo>
                <a:moveTo>
                  <a:pt x="678" y="438"/>
                </a:moveTo>
                <a:lnTo>
                  <a:pt x="681" y="440"/>
                </a:lnTo>
                <a:moveTo>
                  <a:pt x="689" y="445"/>
                </a:moveTo>
                <a:lnTo>
                  <a:pt x="693" y="447"/>
                </a:lnTo>
                <a:moveTo>
                  <a:pt x="700" y="452"/>
                </a:moveTo>
                <a:lnTo>
                  <a:pt x="704" y="455"/>
                </a:lnTo>
                <a:moveTo>
                  <a:pt x="711" y="459"/>
                </a:moveTo>
                <a:lnTo>
                  <a:pt x="715" y="462"/>
                </a:lnTo>
                <a:moveTo>
                  <a:pt x="723" y="467"/>
                </a:moveTo>
                <a:lnTo>
                  <a:pt x="726" y="469"/>
                </a:lnTo>
                <a:moveTo>
                  <a:pt x="734" y="474"/>
                </a:moveTo>
                <a:lnTo>
                  <a:pt x="738" y="476"/>
                </a:lnTo>
                <a:moveTo>
                  <a:pt x="745" y="481"/>
                </a:moveTo>
                <a:lnTo>
                  <a:pt x="749" y="484"/>
                </a:lnTo>
                <a:moveTo>
                  <a:pt x="757" y="489"/>
                </a:moveTo>
                <a:lnTo>
                  <a:pt x="760" y="491"/>
                </a:lnTo>
                <a:moveTo>
                  <a:pt x="768" y="496"/>
                </a:moveTo>
                <a:lnTo>
                  <a:pt x="772" y="498"/>
                </a:lnTo>
                <a:moveTo>
                  <a:pt x="779" y="503"/>
                </a:moveTo>
                <a:lnTo>
                  <a:pt x="783" y="506"/>
                </a:lnTo>
                <a:moveTo>
                  <a:pt x="790" y="510"/>
                </a:moveTo>
                <a:lnTo>
                  <a:pt x="794" y="513"/>
                </a:lnTo>
                <a:moveTo>
                  <a:pt x="802" y="518"/>
                </a:moveTo>
                <a:lnTo>
                  <a:pt x="805" y="520"/>
                </a:lnTo>
                <a:moveTo>
                  <a:pt x="813" y="525"/>
                </a:moveTo>
                <a:lnTo>
                  <a:pt x="817" y="527"/>
                </a:lnTo>
                <a:moveTo>
                  <a:pt x="824" y="532"/>
                </a:moveTo>
                <a:lnTo>
                  <a:pt x="828" y="535"/>
                </a:lnTo>
                <a:moveTo>
                  <a:pt x="836" y="540"/>
                </a:moveTo>
                <a:lnTo>
                  <a:pt x="839" y="542"/>
                </a:lnTo>
                <a:moveTo>
                  <a:pt x="847" y="547"/>
                </a:moveTo>
                <a:lnTo>
                  <a:pt x="851" y="549"/>
                </a:lnTo>
                <a:moveTo>
                  <a:pt x="858" y="554"/>
                </a:moveTo>
                <a:lnTo>
                  <a:pt x="862" y="557"/>
                </a:lnTo>
                <a:moveTo>
                  <a:pt x="869" y="562"/>
                </a:moveTo>
                <a:lnTo>
                  <a:pt x="873" y="564"/>
                </a:lnTo>
                <a:moveTo>
                  <a:pt x="881" y="569"/>
                </a:moveTo>
                <a:lnTo>
                  <a:pt x="885" y="571"/>
                </a:lnTo>
                <a:moveTo>
                  <a:pt x="892" y="576"/>
                </a:moveTo>
                <a:lnTo>
                  <a:pt x="896" y="579"/>
                </a:lnTo>
                <a:moveTo>
                  <a:pt x="903" y="583"/>
                </a:moveTo>
                <a:lnTo>
                  <a:pt x="907" y="586"/>
                </a:lnTo>
                <a:moveTo>
                  <a:pt x="915" y="591"/>
                </a:moveTo>
                <a:lnTo>
                  <a:pt x="918" y="593"/>
                </a:lnTo>
                <a:moveTo>
                  <a:pt x="926" y="598"/>
                </a:moveTo>
                <a:lnTo>
                  <a:pt x="930" y="600"/>
                </a:lnTo>
                <a:moveTo>
                  <a:pt x="937" y="605"/>
                </a:moveTo>
                <a:lnTo>
                  <a:pt x="941" y="608"/>
                </a:lnTo>
                <a:moveTo>
                  <a:pt x="949" y="613"/>
                </a:moveTo>
                <a:lnTo>
                  <a:pt x="952" y="615"/>
                </a:lnTo>
                <a:moveTo>
                  <a:pt x="960" y="620"/>
                </a:moveTo>
                <a:lnTo>
                  <a:pt x="964" y="622"/>
                </a:lnTo>
                <a:moveTo>
                  <a:pt x="971" y="627"/>
                </a:moveTo>
                <a:lnTo>
                  <a:pt x="975" y="630"/>
                </a:lnTo>
                <a:moveTo>
                  <a:pt x="982" y="634"/>
                </a:moveTo>
                <a:lnTo>
                  <a:pt x="986" y="637"/>
                </a:lnTo>
                <a:moveTo>
                  <a:pt x="994" y="642"/>
                </a:moveTo>
                <a:lnTo>
                  <a:pt x="997" y="644"/>
                </a:lnTo>
                <a:moveTo>
                  <a:pt x="1005" y="649"/>
                </a:moveTo>
                <a:lnTo>
                  <a:pt x="1009" y="651"/>
                </a:lnTo>
                <a:moveTo>
                  <a:pt x="1016" y="656"/>
                </a:moveTo>
                <a:lnTo>
                  <a:pt x="1020" y="659"/>
                </a:lnTo>
                <a:moveTo>
                  <a:pt x="1028" y="664"/>
                </a:moveTo>
                <a:lnTo>
                  <a:pt x="1031" y="666"/>
                </a:lnTo>
                <a:moveTo>
                  <a:pt x="1039" y="671"/>
                </a:moveTo>
                <a:lnTo>
                  <a:pt x="1043" y="673"/>
                </a:lnTo>
                <a:moveTo>
                  <a:pt x="1050" y="678"/>
                </a:moveTo>
                <a:lnTo>
                  <a:pt x="1054" y="681"/>
                </a:lnTo>
                <a:moveTo>
                  <a:pt x="1061" y="685"/>
                </a:moveTo>
                <a:lnTo>
                  <a:pt x="1065" y="688"/>
                </a:lnTo>
                <a:moveTo>
                  <a:pt x="1073" y="693"/>
                </a:moveTo>
                <a:lnTo>
                  <a:pt x="1076" y="695"/>
                </a:lnTo>
                <a:moveTo>
                  <a:pt x="1084" y="700"/>
                </a:moveTo>
                <a:lnTo>
                  <a:pt x="1088" y="702"/>
                </a:lnTo>
                <a:moveTo>
                  <a:pt x="1095" y="707"/>
                </a:moveTo>
                <a:lnTo>
                  <a:pt x="1099" y="710"/>
                </a:lnTo>
                <a:moveTo>
                  <a:pt x="1107" y="715"/>
                </a:moveTo>
                <a:lnTo>
                  <a:pt x="1110" y="717"/>
                </a:lnTo>
                <a:moveTo>
                  <a:pt x="1118" y="722"/>
                </a:moveTo>
                <a:lnTo>
                  <a:pt x="1122" y="724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17">
            <a:extLst>
              <a:ext uri="{FF2B5EF4-FFF2-40B4-BE49-F238E27FC236}">
                <a16:creationId xmlns:a16="http://schemas.microsoft.com/office/drawing/2014/main" id="{7600BE88-1276-9908-6127-D1DC0C076A27}"/>
              </a:ext>
            </a:extLst>
          </p:cNvPr>
          <p:cNvSpPr>
            <a:spLocks noEditPoints="1"/>
          </p:cNvSpPr>
          <p:nvPr/>
        </p:nvSpPr>
        <p:spPr bwMode="auto">
          <a:xfrm>
            <a:off x="752475" y="131763"/>
            <a:ext cx="1717675" cy="1947863"/>
          </a:xfrm>
          <a:custGeom>
            <a:avLst/>
            <a:gdLst>
              <a:gd name="T0" fmla="*/ 30 w 2162"/>
              <a:gd name="T1" fmla="*/ 34 h 2454"/>
              <a:gd name="T2" fmla="*/ 65 w 2162"/>
              <a:gd name="T3" fmla="*/ 74 h 2454"/>
              <a:gd name="T4" fmla="*/ 101 w 2162"/>
              <a:gd name="T5" fmla="*/ 115 h 2454"/>
              <a:gd name="T6" fmla="*/ 136 w 2162"/>
              <a:gd name="T7" fmla="*/ 155 h 2454"/>
              <a:gd name="T8" fmla="*/ 172 w 2162"/>
              <a:gd name="T9" fmla="*/ 195 h 2454"/>
              <a:gd name="T10" fmla="*/ 207 w 2162"/>
              <a:gd name="T11" fmla="*/ 236 h 2454"/>
              <a:gd name="T12" fmla="*/ 243 w 2162"/>
              <a:gd name="T13" fmla="*/ 276 h 2454"/>
              <a:gd name="T14" fmla="*/ 278 w 2162"/>
              <a:gd name="T15" fmla="*/ 316 h 2454"/>
              <a:gd name="T16" fmla="*/ 314 w 2162"/>
              <a:gd name="T17" fmla="*/ 357 h 2454"/>
              <a:gd name="T18" fmla="*/ 350 w 2162"/>
              <a:gd name="T19" fmla="*/ 397 h 2454"/>
              <a:gd name="T20" fmla="*/ 385 w 2162"/>
              <a:gd name="T21" fmla="*/ 437 h 2454"/>
              <a:gd name="T22" fmla="*/ 421 w 2162"/>
              <a:gd name="T23" fmla="*/ 478 h 2454"/>
              <a:gd name="T24" fmla="*/ 456 w 2162"/>
              <a:gd name="T25" fmla="*/ 518 h 2454"/>
              <a:gd name="T26" fmla="*/ 492 w 2162"/>
              <a:gd name="T27" fmla="*/ 558 h 2454"/>
              <a:gd name="T28" fmla="*/ 527 w 2162"/>
              <a:gd name="T29" fmla="*/ 599 h 2454"/>
              <a:gd name="T30" fmla="*/ 563 w 2162"/>
              <a:gd name="T31" fmla="*/ 639 h 2454"/>
              <a:gd name="T32" fmla="*/ 598 w 2162"/>
              <a:gd name="T33" fmla="*/ 679 h 2454"/>
              <a:gd name="T34" fmla="*/ 634 w 2162"/>
              <a:gd name="T35" fmla="*/ 720 h 2454"/>
              <a:gd name="T36" fmla="*/ 669 w 2162"/>
              <a:gd name="T37" fmla="*/ 760 h 2454"/>
              <a:gd name="T38" fmla="*/ 705 w 2162"/>
              <a:gd name="T39" fmla="*/ 800 h 2454"/>
              <a:gd name="T40" fmla="*/ 741 w 2162"/>
              <a:gd name="T41" fmla="*/ 841 h 2454"/>
              <a:gd name="T42" fmla="*/ 776 w 2162"/>
              <a:gd name="T43" fmla="*/ 881 h 2454"/>
              <a:gd name="T44" fmla="*/ 812 w 2162"/>
              <a:gd name="T45" fmla="*/ 921 h 2454"/>
              <a:gd name="T46" fmla="*/ 847 w 2162"/>
              <a:gd name="T47" fmla="*/ 962 h 2454"/>
              <a:gd name="T48" fmla="*/ 883 w 2162"/>
              <a:gd name="T49" fmla="*/ 1002 h 2454"/>
              <a:gd name="T50" fmla="*/ 918 w 2162"/>
              <a:gd name="T51" fmla="*/ 1042 h 2454"/>
              <a:gd name="T52" fmla="*/ 954 w 2162"/>
              <a:gd name="T53" fmla="*/ 1083 h 2454"/>
              <a:gd name="T54" fmla="*/ 989 w 2162"/>
              <a:gd name="T55" fmla="*/ 1123 h 2454"/>
              <a:gd name="T56" fmla="*/ 1025 w 2162"/>
              <a:gd name="T57" fmla="*/ 1163 h 2454"/>
              <a:gd name="T58" fmla="*/ 1060 w 2162"/>
              <a:gd name="T59" fmla="*/ 1204 h 2454"/>
              <a:gd name="T60" fmla="*/ 1096 w 2162"/>
              <a:gd name="T61" fmla="*/ 1244 h 2454"/>
              <a:gd name="T62" fmla="*/ 1131 w 2162"/>
              <a:gd name="T63" fmla="*/ 1284 h 2454"/>
              <a:gd name="T64" fmla="*/ 1167 w 2162"/>
              <a:gd name="T65" fmla="*/ 1325 h 2454"/>
              <a:gd name="T66" fmla="*/ 1203 w 2162"/>
              <a:gd name="T67" fmla="*/ 1365 h 2454"/>
              <a:gd name="T68" fmla="*/ 1238 w 2162"/>
              <a:gd name="T69" fmla="*/ 1405 h 2454"/>
              <a:gd name="T70" fmla="*/ 1274 w 2162"/>
              <a:gd name="T71" fmla="*/ 1446 h 2454"/>
              <a:gd name="T72" fmla="*/ 1309 w 2162"/>
              <a:gd name="T73" fmla="*/ 1486 h 2454"/>
              <a:gd name="T74" fmla="*/ 1345 w 2162"/>
              <a:gd name="T75" fmla="*/ 1526 h 2454"/>
              <a:gd name="T76" fmla="*/ 1380 w 2162"/>
              <a:gd name="T77" fmla="*/ 1567 h 2454"/>
              <a:gd name="T78" fmla="*/ 1416 w 2162"/>
              <a:gd name="T79" fmla="*/ 1607 h 2454"/>
              <a:gd name="T80" fmla="*/ 1451 w 2162"/>
              <a:gd name="T81" fmla="*/ 1647 h 2454"/>
              <a:gd name="T82" fmla="*/ 1487 w 2162"/>
              <a:gd name="T83" fmla="*/ 1688 h 2454"/>
              <a:gd name="T84" fmla="*/ 1522 w 2162"/>
              <a:gd name="T85" fmla="*/ 1728 h 2454"/>
              <a:gd name="T86" fmla="*/ 1558 w 2162"/>
              <a:gd name="T87" fmla="*/ 1768 h 2454"/>
              <a:gd name="T88" fmla="*/ 1594 w 2162"/>
              <a:gd name="T89" fmla="*/ 1809 h 2454"/>
              <a:gd name="T90" fmla="*/ 1629 w 2162"/>
              <a:gd name="T91" fmla="*/ 1849 h 2454"/>
              <a:gd name="T92" fmla="*/ 1665 w 2162"/>
              <a:gd name="T93" fmla="*/ 1889 h 2454"/>
              <a:gd name="T94" fmla="*/ 1700 w 2162"/>
              <a:gd name="T95" fmla="*/ 1930 h 2454"/>
              <a:gd name="T96" fmla="*/ 1736 w 2162"/>
              <a:gd name="T97" fmla="*/ 1970 h 2454"/>
              <a:gd name="T98" fmla="*/ 1771 w 2162"/>
              <a:gd name="T99" fmla="*/ 2010 h 2454"/>
              <a:gd name="T100" fmla="*/ 1807 w 2162"/>
              <a:gd name="T101" fmla="*/ 2051 h 2454"/>
              <a:gd name="T102" fmla="*/ 1842 w 2162"/>
              <a:gd name="T103" fmla="*/ 2091 h 2454"/>
              <a:gd name="T104" fmla="*/ 1878 w 2162"/>
              <a:gd name="T105" fmla="*/ 2131 h 2454"/>
              <a:gd name="T106" fmla="*/ 1913 w 2162"/>
              <a:gd name="T107" fmla="*/ 2172 h 2454"/>
              <a:gd name="T108" fmla="*/ 1949 w 2162"/>
              <a:gd name="T109" fmla="*/ 2212 h 2454"/>
              <a:gd name="T110" fmla="*/ 1985 w 2162"/>
              <a:gd name="T111" fmla="*/ 2252 h 2454"/>
              <a:gd name="T112" fmla="*/ 2020 w 2162"/>
              <a:gd name="T113" fmla="*/ 2293 h 2454"/>
              <a:gd name="T114" fmla="*/ 2056 w 2162"/>
              <a:gd name="T115" fmla="*/ 2333 h 2454"/>
              <a:gd name="T116" fmla="*/ 2091 w 2162"/>
              <a:gd name="T117" fmla="*/ 2373 h 2454"/>
              <a:gd name="T118" fmla="*/ 2127 w 2162"/>
              <a:gd name="T119" fmla="*/ 2414 h 2454"/>
              <a:gd name="T120" fmla="*/ 2162 w 2162"/>
              <a:gd name="T121" fmla="*/ 2454 h 2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162" h="2454">
                <a:moveTo>
                  <a:pt x="0" y="0"/>
                </a:moveTo>
                <a:lnTo>
                  <a:pt x="3" y="4"/>
                </a:lnTo>
                <a:moveTo>
                  <a:pt x="9" y="11"/>
                </a:moveTo>
                <a:lnTo>
                  <a:pt x="12" y="14"/>
                </a:lnTo>
                <a:moveTo>
                  <a:pt x="18" y="21"/>
                </a:moveTo>
                <a:lnTo>
                  <a:pt x="21" y="24"/>
                </a:lnTo>
                <a:moveTo>
                  <a:pt x="27" y="31"/>
                </a:moveTo>
                <a:lnTo>
                  <a:pt x="30" y="34"/>
                </a:lnTo>
                <a:moveTo>
                  <a:pt x="36" y="41"/>
                </a:moveTo>
                <a:lnTo>
                  <a:pt x="39" y="44"/>
                </a:lnTo>
                <a:moveTo>
                  <a:pt x="44" y="51"/>
                </a:moveTo>
                <a:lnTo>
                  <a:pt x="47" y="54"/>
                </a:lnTo>
                <a:moveTo>
                  <a:pt x="53" y="61"/>
                </a:moveTo>
                <a:lnTo>
                  <a:pt x="56" y="64"/>
                </a:lnTo>
                <a:moveTo>
                  <a:pt x="62" y="71"/>
                </a:moveTo>
                <a:lnTo>
                  <a:pt x="65" y="74"/>
                </a:lnTo>
                <a:moveTo>
                  <a:pt x="71" y="81"/>
                </a:moveTo>
                <a:lnTo>
                  <a:pt x="74" y="85"/>
                </a:lnTo>
                <a:moveTo>
                  <a:pt x="80" y="91"/>
                </a:moveTo>
                <a:lnTo>
                  <a:pt x="83" y="95"/>
                </a:lnTo>
                <a:moveTo>
                  <a:pt x="89" y="101"/>
                </a:moveTo>
                <a:lnTo>
                  <a:pt x="92" y="105"/>
                </a:lnTo>
                <a:moveTo>
                  <a:pt x="98" y="111"/>
                </a:moveTo>
                <a:lnTo>
                  <a:pt x="101" y="115"/>
                </a:lnTo>
                <a:moveTo>
                  <a:pt x="107" y="121"/>
                </a:moveTo>
                <a:lnTo>
                  <a:pt x="110" y="125"/>
                </a:lnTo>
                <a:moveTo>
                  <a:pt x="116" y="132"/>
                </a:moveTo>
                <a:lnTo>
                  <a:pt x="118" y="135"/>
                </a:lnTo>
                <a:moveTo>
                  <a:pt x="124" y="142"/>
                </a:moveTo>
                <a:lnTo>
                  <a:pt x="127" y="145"/>
                </a:lnTo>
                <a:moveTo>
                  <a:pt x="133" y="152"/>
                </a:moveTo>
                <a:lnTo>
                  <a:pt x="136" y="155"/>
                </a:lnTo>
                <a:moveTo>
                  <a:pt x="142" y="162"/>
                </a:moveTo>
                <a:lnTo>
                  <a:pt x="145" y="165"/>
                </a:lnTo>
                <a:moveTo>
                  <a:pt x="151" y="172"/>
                </a:moveTo>
                <a:lnTo>
                  <a:pt x="154" y="175"/>
                </a:lnTo>
                <a:moveTo>
                  <a:pt x="160" y="182"/>
                </a:moveTo>
                <a:lnTo>
                  <a:pt x="163" y="185"/>
                </a:lnTo>
                <a:moveTo>
                  <a:pt x="169" y="192"/>
                </a:moveTo>
                <a:lnTo>
                  <a:pt x="172" y="195"/>
                </a:lnTo>
                <a:moveTo>
                  <a:pt x="178" y="202"/>
                </a:moveTo>
                <a:lnTo>
                  <a:pt x="181" y="206"/>
                </a:lnTo>
                <a:moveTo>
                  <a:pt x="187" y="212"/>
                </a:moveTo>
                <a:lnTo>
                  <a:pt x="190" y="216"/>
                </a:lnTo>
                <a:moveTo>
                  <a:pt x="195" y="222"/>
                </a:moveTo>
                <a:lnTo>
                  <a:pt x="198" y="226"/>
                </a:lnTo>
                <a:moveTo>
                  <a:pt x="204" y="232"/>
                </a:moveTo>
                <a:lnTo>
                  <a:pt x="207" y="236"/>
                </a:lnTo>
                <a:moveTo>
                  <a:pt x="213" y="242"/>
                </a:moveTo>
                <a:lnTo>
                  <a:pt x="216" y="246"/>
                </a:lnTo>
                <a:moveTo>
                  <a:pt x="222" y="253"/>
                </a:moveTo>
                <a:lnTo>
                  <a:pt x="225" y="256"/>
                </a:lnTo>
                <a:moveTo>
                  <a:pt x="231" y="263"/>
                </a:moveTo>
                <a:lnTo>
                  <a:pt x="234" y="266"/>
                </a:lnTo>
                <a:moveTo>
                  <a:pt x="240" y="273"/>
                </a:moveTo>
                <a:lnTo>
                  <a:pt x="243" y="276"/>
                </a:lnTo>
                <a:moveTo>
                  <a:pt x="249" y="283"/>
                </a:moveTo>
                <a:lnTo>
                  <a:pt x="252" y="286"/>
                </a:lnTo>
                <a:moveTo>
                  <a:pt x="258" y="293"/>
                </a:moveTo>
                <a:lnTo>
                  <a:pt x="261" y="296"/>
                </a:lnTo>
                <a:moveTo>
                  <a:pt x="267" y="303"/>
                </a:moveTo>
                <a:lnTo>
                  <a:pt x="270" y="306"/>
                </a:lnTo>
                <a:moveTo>
                  <a:pt x="275" y="313"/>
                </a:moveTo>
                <a:lnTo>
                  <a:pt x="278" y="316"/>
                </a:lnTo>
                <a:moveTo>
                  <a:pt x="284" y="323"/>
                </a:moveTo>
                <a:lnTo>
                  <a:pt x="287" y="327"/>
                </a:lnTo>
                <a:moveTo>
                  <a:pt x="293" y="333"/>
                </a:moveTo>
                <a:lnTo>
                  <a:pt x="296" y="337"/>
                </a:lnTo>
                <a:moveTo>
                  <a:pt x="302" y="343"/>
                </a:moveTo>
                <a:lnTo>
                  <a:pt x="305" y="347"/>
                </a:lnTo>
                <a:moveTo>
                  <a:pt x="311" y="353"/>
                </a:moveTo>
                <a:lnTo>
                  <a:pt x="314" y="357"/>
                </a:lnTo>
                <a:moveTo>
                  <a:pt x="320" y="363"/>
                </a:moveTo>
                <a:lnTo>
                  <a:pt x="323" y="367"/>
                </a:lnTo>
                <a:moveTo>
                  <a:pt x="329" y="374"/>
                </a:moveTo>
                <a:lnTo>
                  <a:pt x="332" y="377"/>
                </a:lnTo>
                <a:moveTo>
                  <a:pt x="338" y="384"/>
                </a:moveTo>
                <a:lnTo>
                  <a:pt x="341" y="387"/>
                </a:lnTo>
                <a:moveTo>
                  <a:pt x="347" y="394"/>
                </a:moveTo>
                <a:lnTo>
                  <a:pt x="350" y="397"/>
                </a:lnTo>
                <a:moveTo>
                  <a:pt x="355" y="404"/>
                </a:moveTo>
                <a:lnTo>
                  <a:pt x="358" y="407"/>
                </a:lnTo>
                <a:moveTo>
                  <a:pt x="364" y="414"/>
                </a:moveTo>
                <a:lnTo>
                  <a:pt x="367" y="417"/>
                </a:lnTo>
                <a:moveTo>
                  <a:pt x="373" y="424"/>
                </a:moveTo>
                <a:lnTo>
                  <a:pt x="376" y="427"/>
                </a:lnTo>
                <a:moveTo>
                  <a:pt x="382" y="434"/>
                </a:moveTo>
                <a:lnTo>
                  <a:pt x="385" y="437"/>
                </a:lnTo>
                <a:moveTo>
                  <a:pt x="391" y="444"/>
                </a:moveTo>
                <a:lnTo>
                  <a:pt x="394" y="448"/>
                </a:lnTo>
                <a:moveTo>
                  <a:pt x="400" y="454"/>
                </a:moveTo>
                <a:lnTo>
                  <a:pt x="403" y="458"/>
                </a:lnTo>
                <a:moveTo>
                  <a:pt x="409" y="464"/>
                </a:moveTo>
                <a:lnTo>
                  <a:pt x="412" y="468"/>
                </a:lnTo>
                <a:moveTo>
                  <a:pt x="418" y="474"/>
                </a:moveTo>
                <a:lnTo>
                  <a:pt x="421" y="478"/>
                </a:lnTo>
                <a:moveTo>
                  <a:pt x="427" y="484"/>
                </a:moveTo>
                <a:lnTo>
                  <a:pt x="429" y="488"/>
                </a:lnTo>
                <a:moveTo>
                  <a:pt x="435" y="495"/>
                </a:moveTo>
                <a:lnTo>
                  <a:pt x="438" y="498"/>
                </a:lnTo>
                <a:moveTo>
                  <a:pt x="444" y="505"/>
                </a:moveTo>
                <a:lnTo>
                  <a:pt x="447" y="508"/>
                </a:lnTo>
                <a:moveTo>
                  <a:pt x="453" y="515"/>
                </a:moveTo>
                <a:lnTo>
                  <a:pt x="456" y="518"/>
                </a:lnTo>
                <a:moveTo>
                  <a:pt x="462" y="525"/>
                </a:moveTo>
                <a:lnTo>
                  <a:pt x="465" y="528"/>
                </a:lnTo>
                <a:moveTo>
                  <a:pt x="471" y="535"/>
                </a:moveTo>
                <a:lnTo>
                  <a:pt x="474" y="538"/>
                </a:lnTo>
                <a:moveTo>
                  <a:pt x="480" y="545"/>
                </a:moveTo>
                <a:lnTo>
                  <a:pt x="483" y="548"/>
                </a:lnTo>
                <a:moveTo>
                  <a:pt x="489" y="555"/>
                </a:moveTo>
                <a:lnTo>
                  <a:pt x="492" y="558"/>
                </a:lnTo>
                <a:moveTo>
                  <a:pt x="498" y="565"/>
                </a:moveTo>
                <a:lnTo>
                  <a:pt x="501" y="569"/>
                </a:lnTo>
                <a:moveTo>
                  <a:pt x="507" y="575"/>
                </a:moveTo>
                <a:lnTo>
                  <a:pt x="509" y="579"/>
                </a:lnTo>
                <a:moveTo>
                  <a:pt x="515" y="585"/>
                </a:moveTo>
                <a:lnTo>
                  <a:pt x="518" y="589"/>
                </a:lnTo>
                <a:moveTo>
                  <a:pt x="524" y="595"/>
                </a:moveTo>
                <a:lnTo>
                  <a:pt x="527" y="599"/>
                </a:lnTo>
                <a:moveTo>
                  <a:pt x="533" y="605"/>
                </a:moveTo>
                <a:lnTo>
                  <a:pt x="536" y="609"/>
                </a:lnTo>
                <a:moveTo>
                  <a:pt x="542" y="616"/>
                </a:moveTo>
                <a:lnTo>
                  <a:pt x="545" y="619"/>
                </a:lnTo>
                <a:moveTo>
                  <a:pt x="551" y="626"/>
                </a:moveTo>
                <a:lnTo>
                  <a:pt x="554" y="629"/>
                </a:lnTo>
                <a:moveTo>
                  <a:pt x="560" y="636"/>
                </a:moveTo>
                <a:lnTo>
                  <a:pt x="563" y="639"/>
                </a:lnTo>
                <a:moveTo>
                  <a:pt x="569" y="646"/>
                </a:moveTo>
                <a:lnTo>
                  <a:pt x="572" y="649"/>
                </a:lnTo>
                <a:moveTo>
                  <a:pt x="578" y="656"/>
                </a:moveTo>
                <a:lnTo>
                  <a:pt x="581" y="659"/>
                </a:lnTo>
                <a:moveTo>
                  <a:pt x="586" y="666"/>
                </a:moveTo>
                <a:lnTo>
                  <a:pt x="589" y="669"/>
                </a:lnTo>
                <a:moveTo>
                  <a:pt x="595" y="676"/>
                </a:moveTo>
                <a:lnTo>
                  <a:pt x="598" y="679"/>
                </a:lnTo>
                <a:moveTo>
                  <a:pt x="604" y="686"/>
                </a:moveTo>
                <a:lnTo>
                  <a:pt x="607" y="690"/>
                </a:lnTo>
                <a:moveTo>
                  <a:pt x="613" y="696"/>
                </a:moveTo>
                <a:lnTo>
                  <a:pt x="616" y="700"/>
                </a:lnTo>
                <a:moveTo>
                  <a:pt x="622" y="706"/>
                </a:moveTo>
                <a:lnTo>
                  <a:pt x="625" y="710"/>
                </a:lnTo>
                <a:moveTo>
                  <a:pt x="631" y="716"/>
                </a:moveTo>
                <a:lnTo>
                  <a:pt x="634" y="720"/>
                </a:lnTo>
                <a:moveTo>
                  <a:pt x="640" y="726"/>
                </a:moveTo>
                <a:lnTo>
                  <a:pt x="643" y="730"/>
                </a:lnTo>
                <a:moveTo>
                  <a:pt x="649" y="737"/>
                </a:moveTo>
                <a:lnTo>
                  <a:pt x="652" y="740"/>
                </a:lnTo>
                <a:moveTo>
                  <a:pt x="658" y="747"/>
                </a:moveTo>
                <a:lnTo>
                  <a:pt x="661" y="750"/>
                </a:lnTo>
                <a:moveTo>
                  <a:pt x="666" y="757"/>
                </a:moveTo>
                <a:lnTo>
                  <a:pt x="669" y="760"/>
                </a:lnTo>
                <a:moveTo>
                  <a:pt x="675" y="767"/>
                </a:moveTo>
                <a:lnTo>
                  <a:pt x="678" y="770"/>
                </a:lnTo>
                <a:moveTo>
                  <a:pt x="684" y="777"/>
                </a:moveTo>
                <a:lnTo>
                  <a:pt x="687" y="780"/>
                </a:lnTo>
                <a:moveTo>
                  <a:pt x="693" y="787"/>
                </a:moveTo>
                <a:lnTo>
                  <a:pt x="696" y="790"/>
                </a:lnTo>
                <a:moveTo>
                  <a:pt x="702" y="797"/>
                </a:moveTo>
                <a:lnTo>
                  <a:pt x="705" y="800"/>
                </a:lnTo>
                <a:moveTo>
                  <a:pt x="711" y="807"/>
                </a:moveTo>
                <a:lnTo>
                  <a:pt x="714" y="811"/>
                </a:lnTo>
                <a:moveTo>
                  <a:pt x="720" y="817"/>
                </a:moveTo>
                <a:lnTo>
                  <a:pt x="723" y="821"/>
                </a:lnTo>
                <a:moveTo>
                  <a:pt x="729" y="827"/>
                </a:moveTo>
                <a:lnTo>
                  <a:pt x="732" y="831"/>
                </a:lnTo>
                <a:moveTo>
                  <a:pt x="738" y="837"/>
                </a:moveTo>
                <a:lnTo>
                  <a:pt x="741" y="841"/>
                </a:lnTo>
                <a:moveTo>
                  <a:pt x="746" y="847"/>
                </a:moveTo>
                <a:lnTo>
                  <a:pt x="749" y="851"/>
                </a:lnTo>
                <a:moveTo>
                  <a:pt x="755" y="858"/>
                </a:moveTo>
                <a:lnTo>
                  <a:pt x="758" y="861"/>
                </a:lnTo>
                <a:moveTo>
                  <a:pt x="764" y="868"/>
                </a:moveTo>
                <a:lnTo>
                  <a:pt x="767" y="871"/>
                </a:lnTo>
                <a:moveTo>
                  <a:pt x="773" y="878"/>
                </a:moveTo>
                <a:lnTo>
                  <a:pt x="776" y="881"/>
                </a:lnTo>
                <a:moveTo>
                  <a:pt x="782" y="888"/>
                </a:moveTo>
                <a:lnTo>
                  <a:pt x="785" y="891"/>
                </a:lnTo>
                <a:moveTo>
                  <a:pt x="791" y="898"/>
                </a:moveTo>
                <a:lnTo>
                  <a:pt x="794" y="901"/>
                </a:lnTo>
                <a:moveTo>
                  <a:pt x="800" y="908"/>
                </a:moveTo>
                <a:lnTo>
                  <a:pt x="803" y="911"/>
                </a:lnTo>
                <a:moveTo>
                  <a:pt x="809" y="918"/>
                </a:moveTo>
                <a:lnTo>
                  <a:pt x="812" y="921"/>
                </a:lnTo>
                <a:moveTo>
                  <a:pt x="818" y="928"/>
                </a:moveTo>
                <a:lnTo>
                  <a:pt x="820" y="932"/>
                </a:lnTo>
                <a:moveTo>
                  <a:pt x="826" y="938"/>
                </a:moveTo>
                <a:lnTo>
                  <a:pt x="829" y="942"/>
                </a:lnTo>
                <a:moveTo>
                  <a:pt x="835" y="948"/>
                </a:moveTo>
                <a:lnTo>
                  <a:pt x="838" y="952"/>
                </a:lnTo>
                <a:moveTo>
                  <a:pt x="844" y="958"/>
                </a:moveTo>
                <a:lnTo>
                  <a:pt x="847" y="962"/>
                </a:lnTo>
                <a:moveTo>
                  <a:pt x="853" y="968"/>
                </a:moveTo>
                <a:lnTo>
                  <a:pt x="856" y="972"/>
                </a:lnTo>
                <a:moveTo>
                  <a:pt x="862" y="979"/>
                </a:moveTo>
                <a:lnTo>
                  <a:pt x="865" y="982"/>
                </a:lnTo>
                <a:moveTo>
                  <a:pt x="871" y="989"/>
                </a:moveTo>
                <a:lnTo>
                  <a:pt x="874" y="992"/>
                </a:lnTo>
                <a:moveTo>
                  <a:pt x="880" y="999"/>
                </a:moveTo>
                <a:lnTo>
                  <a:pt x="883" y="1002"/>
                </a:lnTo>
                <a:moveTo>
                  <a:pt x="889" y="1009"/>
                </a:moveTo>
                <a:lnTo>
                  <a:pt x="892" y="1012"/>
                </a:lnTo>
                <a:moveTo>
                  <a:pt x="897" y="1019"/>
                </a:moveTo>
                <a:lnTo>
                  <a:pt x="900" y="1022"/>
                </a:lnTo>
                <a:moveTo>
                  <a:pt x="906" y="1029"/>
                </a:moveTo>
                <a:lnTo>
                  <a:pt x="909" y="1032"/>
                </a:lnTo>
                <a:moveTo>
                  <a:pt x="915" y="1039"/>
                </a:moveTo>
                <a:lnTo>
                  <a:pt x="918" y="1042"/>
                </a:lnTo>
                <a:moveTo>
                  <a:pt x="924" y="1049"/>
                </a:moveTo>
                <a:lnTo>
                  <a:pt x="927" y="1053"/>
                </a:lnTo>
                <a:moveTo>
                  <a:pt x="933" y="1059"/>
                </a:moveTo>
                <a:lnTo>
                  <a:pt x="936" y="1063"/>
                </a:lnTo>
                <a:moveTo>
                  <a:pt x="942" y="1069"/>
                </a:moveTo>
                <a:lnTo>
                  <a:pt x="945" y="1073"/>
                </a:lnTo>
                <a:moveTo>
                  <a:pt x="951" y="1079"/>
                </a:moveTo>
                <a:lnTo>
                  <a:pt x="954" y="1083"/>
                </a:lnTo>
                <a:moveTo>
                  <a:pt x="960" y="1089"/>
                </a:moveTo>
                <a:lnTo>
                  <a:pt x="963" y="1093"/>
                </a:lnTo>
                <a:moveTo>
                  <a:pt x="969" y="1100"/>
                </a:moveTo>
                <a:lnTo>
                  <a:pt x="972" y="1103"/>
                </a:lnTo>
                <a:moveTo>
                  <a:pt x="977" y="1110"/>
                </a:moveTo>
                <a:lnTo>
                  <a:pt x="980" y="1113"/>
                </a:lnTo>
                <a:moveTo>
                  <a:pt x="986" y="1120"/>
                </a:moveTo>
                <a:lnTo>
                  <a:pt x="989" y="1123"/>
                </a:lnTo>
                <a:moveTo>
                  <a:pt x="995" y="1130"/>
                </a:moveTo>
                <a:lnTo>
                  <a:pt x="998" y="1133"/>
                </a:lnTo>
                <a:moveTo>
                  <a:pt x="1004" y="1140"/>
                </a:moveTo>
                <a:lnTo>
                  <a:pt x="1007" y="1143"/>
                </a:lnTo>
                <a:moveTo>
                  <a:pt x="1013" y="1150"/>
                </a:moveTo>
                <a:lnTo>
                  <a:pt x="1016" y="1153"/>
                </a:lnTo>
                <a:moveTo>
                  <a:pt x="1022" y="1160"/>
                </a:moveTo>
                <a:lnTo>
                  <a:pt x="1025" y="1163"/>
                </a:lnTo>
                <a:moveTo>
                  <a:pt x="1031" y="1170"/>
                </a:moveTo>
                <a:lnTo>
                  <a:pt x="1034" y="1174"/>
                </a:lnTo>
                <a:moveTo>
                  <a:pt x="1040" y="1180"/>
                </a:moveTo>
                <a:lnTo>
                  <a:pt x="1043" y="1184"/>
                </a:lnTo>
                <a:moveTo>
                  <a:pt x="1049" y="1190"/>
                </a:moveTo>
                <a:lnTo>
                  <a:pt x="1052" y="1194"/>
                </a:lnTo>
                <a:moveTo>
                  <a:pt x="1057" y="1200"/>
                </a:moveTo>
                <a:lnTo>
                  <a:pt x="1060" y="1204"/>
                </a:lnTo>
                <a:moveTo>
                  <a:pt x="1066" y="1210"/>
                </a:moveTo>
                <a:lnTo>
                  <a:pt x="1069" y="1214"/>
                </a:lnTo>
                <a:moveTo>
                  <a:pt x="1075" y="1221"/>
                </a:moveTo>
                <a:lnTo>
                  <a:pt x="1078" y="1224"/>
                </a:lnTo>
                <a:moveTo>
                  <a:pt x="1084" y="1231"/>
                </a:moveTo>
                <a:lnTo>
                  <a:pt x="1087" y="1234"/>
                </a:lnTo>
                <a:moveTo>
                  <a:pt x="1093" y="1241"/>
                </a:moveTo>
                <a:lnTo>
                  <a:pt x="1096" y="1244"/>
                </a:lnTo>
                <a:moveTo>
                  <a:pt x="1102" y="1251"/>
                </a:moveTo>
                <a:lnTo>
                  <a:pt x="1105" y="1254"/>
                </a:lnTo>
                <a:moveTo>
                  <a:pt x="1111" y="1261"/>
                </a:moveTo>
                <a:lnTo>
                  <a:pt x="1114" y="1264"/>
                </a:lnTo>
                <a:moveTo>
                  <a:pt x="1120" y="1271"/>
                </a:moveTo>
                <a:lnTo>
                  <a:pt x="1123" y="1274"/>
                </a:lnTo>
                <a:moveTo>
                  <a:pt x="1129" y="1281"/>
                </a:moveTo>
                <a:lnTo>
                  <a:pt x="1131" y="1284"/>
                </a:lnTo>
                <a:moveTo>
                  <a:pt x="1137" y="1291"/>
                </a:moveTo>
                <a:lnTo>
                  <a:pt x="1140" y="1294"/>
                </a:lnTo>
                <a:moveTo>
                  <a:pt x="1146" y="1301"/>
                </a:moveTo>
                <a:lnTo>
                  <a:pt x="1149" y="1305"/>
                </a:lnTo>
                <a:moveTo>
                  <a:pt x="1155" y="1311"/>
                </a:moveTo>
                <a:lnTo>
                  <a:pt x="1158" y="1315"/>
                </a:lnTo>
                <a:moveTo>
                  <a:pt x="1164" y="1321"/>
                </a:moveTo>
                <a:lnTo>
                  <a:pt x="1167" y="1325"/>
                </a:lnTo>
                <a:moveTo>
                  <a:pt x="1173" y="1331"/>
                </a:moveTo>
                <a:lnTo>
                  <a:pt x="1176" y="1335"/>
                </a:lnTo>
                <a:moveTo>
                  <a:pt x="1182" y="1342"/>
                </a:moveTo>
                <a:lnTo>
                  <a:pt x="1185" y="1345"/>
                </a:lnTo>
                <a:moveTo>
                  <a:pt x="1191" y="1352"/>
                </a:moveTo>
                <a:lnTo>
                  <a:pt x="1194" y="1355"/>
                </a:lnTo>
                <a:moveTo>
                  <a:pt x="1200" y="1362"/>
                </a:moveTo>
                <a:lnTo>
                  <a:pt x="1203" y="1365"/>
                </a:lnTo>
                <a:moveTo>
                  <a:pt x="1209" y="1372"/>
                </a:moveTo>
                <a:lnTo>
                  <a:pt x="1211" y="1375"/>
                </a:lnTo>
                <a:moveTo>
                  <a:pt x="1217" y="1382"/>
                </a:moveTo>
                <a:lnTo>
                  <a:pt x="1220" y="1385"/>
                </a:lnTo>
                <a:moveTo>
                  <a:pt x="1226" y="1392"/>
                </a:moveTo>
                <a:lnTo>
                  <a:pt x="1229" y="1395"/>
                </a:lnTo>
                <a:moveTo>
                  <a:pt x="1235" y="1402"/>
                </a:moveTo>
                <a:lnTo>
                  <a:pt x="1238" y="1405"/>
                </a:lnTo>
                <a:moveTo>
                  <a:pt x="1244" y="1412"/>
                </a:moveTo>
                <a:lnTo>
                  <a:pt x="1247" y="1415"/>
                </a:lnTo>
                <a:moveTo>
                  <a:pt x="1253" y="1422"/>
                </a:moveTo>
                <a:lnTo>
                  <a:pt x="1256" y="1426"/>
                </a:lnTo>
                <a:moveTo>
                  <a:pt x="1262" y="1432"/>
                </a:moveTo>
                <a:lnTo>
                  <a:pt x="1265" y="1436"/>
                </a:lnTo>
                <a:moveTo>
                  <a:pt x="1271" y="1442"/>
                </a:moveTo>
                <a:lnTo>
                  <a:pt x="1274" y="1446"/>
                </a:lnTo>
                <a:moveTo>
                  <a:pt x="1280" y="1452"/>
                </a:moveTo>
                <a:lnTo>
                  <a:pt x="1283" y="1456"/>
                </a:lnTo>
                <a:moveTo>
                  <a:pt x="1288" y="1463"/>
                </a:moveTo>
                <a:lnTo>
                  <a:pt x="1291" y="1466"/>
                </a:lnTo>
                <a:moveTo>
                  <a:pt x="1297" y="1473"/>
                </a:moveTo>
                <a:lnTo>
                  <a:pt x="1300" y="1476"/>
                </a:lnTo>
                <a:moveTo>
                  <a:pt x="1306" y="1483"/>
                </a:moveTo>
                <a:lnTo>
                  <a:pt x="1309" y="1486"/>
                </a:lnTo>
                <a:moveTo>
                  <a:pt x="1315" y="1493"/>
                </a:moveTo>
                <a:lnTo>
                  <a:pt x="1318" y="1496"/>
                </a:lnTo>
                <a:moveTo>
                  <a:pt x="1324" y="1503"/>
                </a:moveTo>
                <a:lnTo>
                  <a:pt x="1327" y="1506"/>
                </a:lnTo>
                <a:moveTo>
                  <a:pt x="1333" y="1513"/>
                </a:moveTo>
                <a:lnTo>
                  <a:pt x="1336" y="1516"/>
                </a:lnTo>
                <a:moveTo>
                  <a:pt x="1342" y="1523"/>
                </a:moveTo>
                <a:lnTo>
                  <a:pt x="1345" y="1526"/>
                </a:lnTo>
                <a:moveTo>
                  <a:pt x="1351" y="1533"/>
                </a:moveTo>
                <a:lnTo>
                  <a:pt x="1354" y="1536"/>
                </a:lnTo>
                <a:moveTo>
                  <a:pt x="1360" y="1543"/>
                </a:moveTo>
                <a:lnTo>
                  <a:pt x="1363" y="1547"/>
                </a:lnTo>
                <a:moveTo>
                  <a:pt x="1368" y="1553"/>
                </a:moveTo>
                <a:lnTo>
                  <a:pt x="1371" y="1557"/>
                </a:lnTo>
                <a:moveTo>
                  <a:pt x="1377" y="1563"/>
                </a:moveTo>
                <a:lnTo>
                  <a:pt x="1380" y="1567"/>
                </a:lnTo>
                <a:moveTo>
                  <a:pt x="1386" y="1573"/>
                </a:moveTo>
                <a:lnTo>
                  <a:pt x="1389" y="1577"/>
                </a:lnTo>
                <a:moveTo>
                  <a:pt x="1395" y="1584"/>
                </a:moveTo>
                <a:lnTo>
                  <a:pt x="1398" y="1587"/>
                </a:lnTo>
                <a:moveTo>
                  <a:pt x="1404" y="1594"/>
                </a:moveTo>
                <a:lnTo>
                  <a:pt x="1407" y="1597"/>
                </a:lnTo>
                <a:moveTo>
                  <a:pt x="1413" y="1604"/>
                </a:moveTo>
                <a:lnTo>
                  <a:pt x="1416" y="1607"/>
                </a:lnTo>
                <a:moveTo>
                  <a:pt x="1422" y="1614"/>
                </a:moveTo>
                <a:lnTo>
                  <a:pt x="1425" y="1617"/>
                </a:lnTo>
                <a:moveTo>
                  <a:pt x="1431" y="1624"/>
                </a:moveTo>
                <a:lnTo>
                  <a:pt x="1434" y="1627"/>
                </a:lnTo>
                <a:moveTo>
                  <a:pt x="1440" y="1634"/>
                </a:moveTo>
                <a:lnTo>
                  <a:pt x="1443" y="1637"/>
                </a:lnTo>
                <a:moveTo>
                  <a:pt x="1448" y="1644"/>
                </a:moveTo>
                <a:lnTo>
                  <a:pt x="1451" y="1647"/>
                </a:lnTo>
                <a:moveTo>
                  <a:pt x="1457" y="1654"/>
                </a:moveTo>
                <a:lnTo>
                  <a:pt x="1460" y="1657"/>
                </a:lnTo>
                <a:moveTo>
                  <a:pt x="1466" y="1664"/>
                </a:moveTo>
                <a:lnTo>
                  <a:pt x="1469" y="1668"/>
                </a:lnTo>
                <a:moveTo>
                  <a:pt x="1475" y="1674"/>
                </a:moveTo>
                <a:lnTo>
                  <a:pt x="1478" y="1678"/>
                </a:lnTo>
                <a:moveTo>
                  <a:pt x="1484" y="1684"/>
                </a:moveTo>
                <a:lnTo>
                  <a:pt x="1487" y="1688"/>
                </a:lnTo>
                <a:moveTo>
                  <a:pt x="1493" y="1694"/>
                </a:moveTo>
                <a:lnTo>
                  <a:pt x="1496" y="1698"/>
                </a:lnTo>
                <a:moveTo>
                  <a:pt x="1502" y="1705"/>
                </a:moveTo>
                <a:lnTo>
                  <a:pt x="1505" y="1708"/>
                </a:lnTo>
                <a:moveTo>
                  <a:pt x="1511" y="1715"/>
                </a:moveTo>
                <a:lnTo>
                  <a:pt x="1514" y="1718"/>
                </a:lnTo>
                <a:moveTo>
                  <a:pt x="1520" y="1725"/>
                </a:moveTo>
                <a:lnTo>
                  <a:pt x="1522" y="1728"/>
                </a:lnTo>
                <a:moveTo>
                  <a:pt x="1528" y="1735"/>
                </a:moveTo>
                <a:lnTo>
                  <a:pt x="1531" y="1738"/>
                </a:lnTo>
                <a:moveTo>
                  <a:pt x="1537" y="1745"/>
                </a:moveTo>
                <a:lnTo>
                  <a:pt x="1540" y="1748"/>
                </a:lnTo>
                <a:moveTo>
                  <a:pt x="1546" y="1755"/>
                </a:moveTo>
                <a:lnTo>
                  <a:pt x="1549" y="1758"/>
                </a:lnTo>
                <a:moveTo>
                  <a:pt x="1555" y="1765"/>
                </a:moveTo>
                <a:lnTo>
                  <a:pt x="1558" y="1768"/>
                </a:lnTo>
                <a:moveTo>
                  <a:pt x="1564" y="1775"/>
                </a:moveTo>
                <a:lnTo>
                  <a:pt x="1567" y="1778"/>
                </a:lnTo>
                <a:moveTo>
                  <a:pt x="1573" y="1785"/>
                </a:moveTo>
                <a:lnTo>
                  <a:pt x="1576" y="1789"/>
                </a:lnTo>
                <a:moveTo>
                  <a:pt x="1582" y="1795"/>
                </a:moveTo>
                <a:lnTo>
                  <a:pt x="1585" y="1799"/>
                </a:lnTo>
                <a:moveTo>
                  <a:pt x="1591" y="1805"/>
                </a:moveTo>
                <a:lnTo>
                  <a:pt x="1594" y="1809"/>
                </a:lnTo>
                <a:moveTo>
                  <a:pt x="1600" y="1815"/>
                </a:moveTo>
                <a:lnTo>
                  <a:pt x="1602" y="1819"/>
                </a:lnTo>
                <a:moveTo>
                  <a:pt x="1608" y="1826"/>
                </a:moveTo>
                <a:lnTo>
                  <a:pt x="1611" y="1829"/>
                </a:lnTo>
                <a:moveTo>
                  <a:pt x="1617" y="1836"/>
                </a:moveTo>
                <a:lnTo>
                  <a:pt x="1620" y="1839"/>
                </a:lnTo>
                <a:moveTo>
                  <a:pt x="1626" y="1846"/>
                </a:moveTo>
                <a:lnTo>
                  <a:pt x="1629" y="1849"/>
                </a:lnTo>
                <a:moveTo>
                  <a:pt x="1635" y="1856"/>
                </a:moveTo>
                <a:lnTo>
                  <a:pt x="1638" y="1859"/>
                </a:lnTo>
                <a:moveTo>
                  <a:pt x="1644" y="1866"/>
                </a:moveTo>
                <a:lnTo>
                  <a:pt x="1647" y="1869"/>
                </a:lnTo>
                <a:moveTo>
                  <a:pt x="1653" y="1876"/>
                </a:moveTo>
                <a:lnTo>
                  <a:pt x="1656" y="1879"/>
                </a:lnTo>
                <a:moveTo>
                  <a:pt x="1662" y="1886"/>
                </a:moveTo>
                <a:lnTo>
                  <a:pt x="1665" y="1889"/>
                </a:lnTo>
                <a:moveTo>
                  <a:pt x="1671" y="1896"/>
                </a:moveTo>
                <a:lnTo>
                  <a:pt x="1674" y="1899"/>
                </a:lnTo>
                <a:moveTo>
                  <a:pt x="1679" y="1906"/>
                </a:moveTo>
                <a:lnTo>
                  <a:pt x="1682" y="1910"/>
                </a:lnTo>
                <a:moveTo>
                  <a:pt x="1688" y="1916"/>
                </a:moveTo>
                <a:lnTo>
                  <a:pt x="1691" y="1920"/>
                </a:lnTo>
                <a:moveTo>
                  <a:pt x="1697" y="1926"/>
                </a:moveTo>
                <a:lnTo>
                  <a:pt x="1700" y="1930"/>
                </a:lnTo>
                <a:moveTo>
                  <a:pt x="1706" y="1936"/>
                </a:moveTo>
                <a:lnTo>
                  <a:pt x="1709" y="1940"/>
                </a:lnTo>
                <a:moveTo>
                  <a:pt x="1715" y="1947"/>
                </a:moveTo>
                <a:lnTo>
                  <a:pt x="1718" y="1950"/>
                </a:lnTo>
                <a:moveTo>
                  <a:pt x="1724" y="1957"/>
                </a:moveTo>
                <a:lnTo>
                  <a:pt x="1727" y="1960"/>
                </a:lnTo>
                <a:moveTo>
                  <a:pt x="1733" y="1967"/>
                </a:moveTo>
                <a:lnTo>
                  <a:pt x="1736" y="1970"/>
                </a:lnTo>
                <a:moveTo>
                  <a:pt x="1742" y="1977"/>
                </a:moveTo>
                <a:lnTo>
                  <a:pt x="1745" y="1980"/>
                </a:lnTo>
                <a:moveTo>
                  <a:pt x="1751" y="1987"/>
                </a:moveTo>
                <a:lnTo>
                  <a:pt x="1754" y="1990"/>
                </a:lnTo>
                <a:moveTo>
                  <a:pt x="1759" y="1997"/>
                </a:moveTo>
                <a:lnTo>
                  <a:pt x="1762" y="2000"/>
                </a:lnTo>
                <a:moveTo>
                  <a:pt x="1768" y="2007"/>
                </a:moveTo>
                <a:lnTo>
                  <a:pt x="1771" y="2010"/>
                </a:lnTo>
                <a:moveTo>
                  <a:pt x="1777" y="2017"/>
                </a:moveTo>
                <a:lnTo>
                  <a:pt x="1780" y="2020"/>
                </a:lnTo>
                <a:moveTo>
                  <a:pt x="1786" y="2027"/>
                </a:moveTo>
                <a:lnTo>
                  <a:pt x="1789" y="2031"/>
                </a:lnTo>
                <a:moveTo>
                  <a:pt x="1795" y="2037"/>
                </a:moveTo>
                <a:lnTo>
                  <a:pt x="1798" y="2041"/>
                </a:lnTo>
                <a:moveTo>
                  <a:pt x="1804" y="2047"/>
                </a:moveTo>
                <a:lnTo>
                  <a:pt x="1807" y="2051"/>
                </a:lnTo>
                <a:moveTo>
                  <a:pt x="1813" y="2057"/>
                </a:moveTo>
                <a:lnTo>
                  <a:pt x="1816" y="2061"/>
                </a:lnTo>
                <a:moveTo>
                  <a:pt x="1822" y="2068"/>
                </a:moveTo>
                <a:lnTo>
                  <a:pt x="1825" y="2071"/>
                </a:lnTo>
                <a:moveTo>
                  <a:pt x="1831" y="2078"/>
                </a:moveTo>
                <a:lnTo>
                  <a:pt x="1834" y="2081"/>
                </a:lnTo>
                <a:moveTo>
                  <a:pt x="1839" y="2088"/>
                </a:moveTo>
                <a:lnTo>
                  <a:pt x="1842" y="2091"/>
                </a:lnTo>
                <a:moveTo>
                  <a:pt x="1848" y="2098"/>
                </a:moveTo>
                <a:lnTo>
                  <a:pt x="1851" y="2101"/>
                </a:lnTo>
                <a:moveTo>
                  <a:pt x="1857" y="2108"/>
                </a:moveTo>
                <a:lnTo>
                  <a:pt x="1860" y="2111"/>
                </a:lnTo>
                <a:moveTo>
                  <a:pt x="1866" y="2118"/>
                </a:moveTo>
                <a:lnTo>
                  <a:pt x="1869" y="2121"/>
                </a:lnTo>
                <a:moveTo>
                  <a:pt x="1875" y="2128"/>
                </a:moveTo>
                <a:lnTo>
                  <a:pt x="1878" y="2131"/>
                </a:lnTo>
                <a:moveTo>
                  <a:pt x="1884" y="2138"/>
                </a:moveTo>
                <a:lnTo>
                  <a:pt x="1887" y="2141"/>
                </a:lnTo>
                <a:moveTo>
                  <a:pt x="1893" y="2148"/>
                </a:moveTo>
                <a:lnTo>
                  <a:pt x="1896" y="2152"/>
                </a:lnTo>
                <a:moveTo>
                  <a:pt x="1902" y="2158"/>
                </a:moveTo>
                <a:lnTo>
                  <a:pt x="1905" y="2162"/>
                </a:lnTo>
                <a:moveTo>
                  <a:pt x="1911" y="2168"/>
                </a:moveTo>
                <a:lnTo>
                  <a:pt x="1913" y="2172"/>
                </a:lnTo>
                <a:moveTo>
                  <a:pt x="1919" y="2178"/>
                </a:moveTo>
                <a:lnTo>
                  <a:pt x="1922" y="2182"/>
                </a:lnTo>
                <a:moveTo>
                  <a:pt x="1928" y="2189"/>
                </a:moveTo>
                <a:lnTo>
                  <a:pt x="1931" y="2192"/>
                </a:lnTo>
                <a:moveTo>
                  <a:pt x="1937" y="2199"/>
                </a:moveTo>
                <a:lnTo>
                  <a:pt x="1940" y="2202"/>
                </a:lnTo>
                <a:moveTo>
                  <a:pt x="1946" y="2209"/>
                </a:moveTo>
                <a:lnTo>
                  <a:pt x="1949" y="2212"/>
                </a:lnTo>
                <a:moveTo>
                  <a:pt x="1955" y="2219"/>
                </a:moveTo>
                <a:lnTo>
                  <a:pt x="1958" y="2222"/>
                </a:lnTo>
                <a:moveTo>
                  <a:pt x="1964" y="2229"/>
                </a:moveTo>
                <a:lnTo>
                  <a:pt x="1967" y="2232"/>
                </a:lnTo>
                <a:moveTo>
                  <a:pt x="1973" y="2239"/>
                </a:moveTo>
                <a:lnTo>
                  <a:pt x="1976" y="2242"/>
                </a:lnTo>
                <a:moveTo>
                  <a:pt x="1982" y="2249"/>
                </a:moveTo>
                <a:lnTo>
                  <a:pt x="1985" y="2252"/>
                </a:lnTo>
                <a:moveTo>
                  <a:pt x="1990" y="2259"/>
                </a:moveTo>
                <a:lnTo>
                  <a:pt x="1993" y="2262"/>
                </a:lnTo>
                <a:moveTo>
                  <a:pt x="1999" y="2269"/>
                </a:moveTo>
                <a:lnTo>
                  <a:pt x="2002" y="2273"/>
                </a:lnTo>
                <a:moveTo>
                  <a:pt x="2008" y="2279"/>
                </a:moveTo>
                <a:lnTo>
                  <a:pt x="2011" y="2283"/>
                </a:lnTo>
                <a:moveTo>
                  <a:pt x="2017" y="2289"/>
                </a:moveTo>
                <a:lnTo>
                  <a:pt x="2020" y="2293"/>
                </a:lnTo>
                <a:moveTo>
                  <a:pt x="2026" y="2299"/>
                </a:moveTo>
                <a:lnTo>
                  <a:pt x="2029" y="2303"/>
                </a:lnTo>
                <a:moveTo>
                  <a:pt x="2035" y="2310"/>
                </a:moveTo>
                <a:lnTo>
                  <a:pt x="2038" y="2313"/>
                </a:lnTo>
                <a:moveTo>
                  <a:pt x="2044" y="2320"/>
                </a:moveTo>
                <a:lnTo>
                  <a:pt x="2047" y="2323"/>
                </a:lnTo>
                <a:moveTo>
                  <a:pt x="2053" y="2330"/>
                </a:moveTo>
                <a:lnTo>
                  <a:pt x="2056" y="2333"/>
                </a:lnTo>
                <a:moveTo>
                  <a:pt x="2062" y="2340"/>
                </a:moveTo>
                <a:lnTo>
                  <a:pt x="2065" y="2343"/>
                </a:lnTo>
                <a:moveTo>
                  <a:pt x="2070" y="2350"/>
                </a:moveTo>
                <a:lnTo>
                  <a:pt x="2073" y="2353"/>
                </a:lnTo>
                <a:moveTo>
                  <a:pt x="2079" y="2360"/>
                </a:moveTo>
                <a:lnTo>
                  <a:pt x="2082" y="2363"/>
                </a:lnTo>
                <a:moveTo>
                  <a:pt x="2088" y="2370"/>
                </a:moveTo>
                <a:lnTo>
                  <a:pt x="2091" y="2373"/>
                </a:lnTo>
                <a:moveTo>
                  <a:pt x="2097" y="2380"/>
                </a:moveTo>
                <a:lnTo>
                  <a:pt x="2100" y="2383"/>
                </a:lnTo>
                <a:moveTo>
                  <a:pt x="2106" y="2390"/>
                </a:moveTo>
                <a:lnTo>
                  <a:pt x="2109" y="2394"/>
                </a:lnTo>
                <a:moveTo>
                  <a:pt x="2115" y="2400"/>
                </a:moveTo>
                <a:lnTo>
                  <a:pt x="2118" y="2404"/>
                </a:lnTo>
                <a:moveTo>
                  <a:pt x="2124" y="2410"/>
                </a:moveTo>
                <a:lnTo>
                  <a:pt x="2127" y="2414"/>
                </a:lnTo>
                <a:moveTo>
                  <a:pt x="2133" y="2420"/>
                </a:moveTo>
                <a:lnTo>
                  <a:pt x="2136" y="2424"/>
                </a:lnTo>
                <a:moveTo>
                  <a:pt x="2142" y="2431"/>
                </a:moveTo>
                <a:lnTo>
                  <a:pt x="2145" y="2434"/>
                </a:lnTo>
                <a:moveTo>
                  <a:pt x="2150" y="2441"/>
                </a:moveTo>
                <a:lnTo>
                  <a:pt x="2153" y="2444"/>
                </a:lnTo>
                <a:moveTo>
                  <a:pt x="2159" y="2451"/>
                </a:moveTo>
                <a:lnTo>
                  <a:pt x="2162" y="2454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18">
            <a:extLst>
              <a:ext uri="{FF2B5EF4-FFF2-40B4-BE49-F238E27FC236}">
                <a16:creationId xmlns:a16="http://schemas.microsoft.com/office/drawing/2014/main" id="{CBB6A7E4-FE82-CA8E-25D7-EB272040B2D1}"/>
              </a:ext>
            </a:extLst>
          </p:cNvPr>
          <p:cNvSpPr>
            <a:spLocks noEditPoints="1"/>
          </p:cNvSpPr>
          <p:nvPr/>
        </p:nvSpPr>
        <p:spPr bwMode="auto">
          <a:xfrm>
            <a:off x="487363" y="881063"/>
            <a:ext cx="533400" cy="539750"/>
          </a:xfrm>
          <a:custGeom>
            <a:avLst/>
            <a:gdLst>
              <a:gd name="T0" fmla="*/ 9 w 672"/>
              <a:gd name="T1" fmla="*/ 8 h 680"/>
              <a:gd name="T2" fmla="*/ 21 w 672"/>
              <a:gd name="T3" fmla="*/ 21 h 680"/>
              <a:gd name="T4" fmla="*/ 37 w 672"/>
              <a:gd name="T5" fmla="*/ 37 h 680"/>
              <a:gd name="T6" fmla="*/ 50 w 672"/>
              <a:gd name="T7" fmla="*/ 50 h 680"/>
              <a:gd name="T8" fmla="*/ 65 w 672"/>
              <a:gd name="T9" fmla="*/ 66 h 680"/>
              <a:gd name="T10" fmla="*/ 78 w 672"/>
              <a:gd name="T11" fmla="*/ 79 h 680"/>
              <a:gd name="T12" fmla="*/ 94 w 672"/>
              <a:gd name="T13" fmla="*/ 95 h 680"/>
              <a:gd name="T14" fmla="*/ 106 w 672"/>
              <a:gd name="T15" fmla="*/ 107 h 680"/>
              <a:gd name="T16" fmla="*/ 122 w 672"/>
              <a:gd name="T17" fmla="*/ 123 h 680"/>
              <a:gd name="T18" fmla="*/ 135 w 672"/>
              <a:gd name="T19" fmla="*/ 136 h 680"/>
              <a:gd name="T20" fmla="*/ 150 w 672"/>
              <a:gd name="T21" fmla="*/ 152 h 680"/>
              <a:gd name="T22" fmla="*/ 163 w 672"/>
              <a:gd name="T23" fmla="*/ 165 h 680"/>
              <a:gd name="T24" fmla="*/ 179 w 672"/>
              <a:gd name="T25" fmla="*/ 181 h 680"/>
              <a:gd name="T26" fmla="*/ 191 w 672"/>
              <a:gd name="T27" fmla="*/ 193 h 680"/>
              <a:gd name="T28" fmla="*/ 207 w 672"/>
              <a:gd name="T29" fmla="*/ 209 h 680"/>
              <a:gd name="T30" fmla="*/ 220 w 672"/>
              <a:gd name="T31" fmla="*/ 222 h 680"/>
              <a:gd name="T32" fmla="*/ 235 w 672"/>
              <a:gd name="T33" fmla="*/ 238 h 680"/>
              <a:gd name="T34" fmla="*/ 248 w 672"/>
              <a:gd name="T35" fmla="*/ 251 h 680"/>
              <a:gd name="T36" fmla="*/ 264 w 672"/>
              <a:gd name="T37" fmla="*/ 267 h 680"/>
              <a:gd name="T38" fmla="*/ 276 w 672"/>
              <a:gd name="T39" fmla="*/ 279 h 680"/>
              <a:gd name="T40" fmla="*/ 292 w 672"/>
              <a:gd name="T41" fmla="*/ 295 h 680"/>
              <a:gd name="T42" fmla="*/ 304 w 672"/>
              <a:gd name="T43" fmla="*/ 308 h 680"/>
              <a:gd name="T44" fmla="*/ 320 w 672"/>
              <a:gd name="T45" fmla="*/ 324 h 680"/>
              <a:gd name="T46" fmla="*/ 333 w 672"/>
              <a:gd name="T47" fmla="*/ 337 h 680"/>
              <a:gd name="T48" fmla="*/ 349 w 672"/>
              <a:gd name="T49" fmla="*/ 353 h 680"/>
              <a:gd name="T50" fmla="*/ 361 w 672"/>
              <a:gd name="T51" fmla="*/ 366 h 680"/>
              <a:gd name="T52" fmla="*/ 377 w 672"/>
              <a:gd name="T53" fmla="*/ 381 h 680"/>
              <a:gd name="T54" fmla="*/ 389 w 672"/>
              <a:gd name="T55" fmla="*/ 394 h 680"/>
              <a:gd name="T56" fmla="*/ 405 w 672"/>
              <a:gd name="T57" fmla="*/ 410 h 680"/>
              <a:gd name="T58" fmla="*/ 418 w 672"/>
              <a:gd name="T59" fmla="*/ 423 h 680"/>
              <a:gd name="T60" fmla="*/ 434 w 672"/>
              <a:gd name="T61" fmla="*/ 439 h 680"/>
              <a:gd name="T62" fmla="*/ 446 w 672"/>
              <a:gd name="T63" fmla="*/ 452 h 680"/>
              <a:gd name="T64" fmla="*/ 462 w 672"/>
              <a:gd name="T65" fmla="*/ 468 h 680"/>
              <a:gd name="T66" fmla="*/ 474 w 672"/>
              <a:gd name="T67" fmla="*/ 480 h 680"/>
              <a:gd name="T68" fmla="*/ 490 w 672"/>
              <a:gd name="T69" fmla="*/ 496 h 680"/>
              <a:gd name="T70" fmla="*/ 503 w 672"/>
              <a:gd name="T71" fmla="*/ 509 h 680"/>
              <a:gd name="T72" fmla="*/ 518 w 672"/>
              <a:gd name="T73" fmla="*/ 525 h 680"/>
              <a:gd name="T74" fmla="*/ 531 w 672"/>
              <a:gd name="T75" fmla="*/ 538 h 680"/>
              <a:gd name="T76" fmla="*/ 547 w 672"/>
              <a:gd name="T77" fmla="*/ 554 h 680"/>
              <a:gd name="T78" fmla="*/ 559 w 672"/>
              <a:gd name="T79" fmla="*/ 566 h 680"/>
              <a:gd name="T80" fmla="*/ 575 w 672"/>
              <a:gd name="T81" fmla="*/ 582 h 680"/>
              <a:gd name="T82" fmla="*/ 588 w 672"/>
              <a:gd name="T83" fmla="*/ 595 h 680"/>
              <a:gd name="T84" fmla="*/ 603 w 672"/>
              <a:gd name="T85" fmla="*/ 611 h 680"/>
              <a:gd name="T86" fmla="*/ 616 w 672"/>
              <a:gd name="T87" fmla="*/ 624 h 680"/>
              <a:gd name="T88" fmla="*/ 632 w 672"/>
              <a:gd name="T89" fmla="*/ 640 h 680"/>
              <a:gd name="T90" fmla="*/ 644 w 672"/>
              <a:gd name="T91" fmla="*/ 653 h 680"/>
              <a:gd name="T92" fmla="*/ 660 w 672"/>
              <a:gd name="T93" fmla="*/ 668 h 680"/>
              <a:gd name="T94" fmla="*/ 672 w 672"/>
              <a:gd name="T95" fmla="*/ 680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72" h="680">
                <a:moveTo>
                  <a:pt x="0" y="0"/>
                </a:moveTo>
                <a:lnTo>
                  <a:pt x="2" y="2"/>
                </a:lnTo>
                <a:moveTo>
                  <a:pt x="9" y="8"/>
                </a:moveTo>
                <a:lnTo>
                  <a:pt x="12" y="12"/>
                </a:lnTo>
                <a:moveTo>
                  <a:pt x="18" y="18"/>
                </a:moveTo>
                <a:lnTo>
                  <a:pt x="21" y="21"/>
                </a:lnTo>
                <a:moveTo>
                  <a:pt x="28" y="28"/>
                </a:moveTo>
                <a:lnTo>
                  <a:pt x="31" y="31"/>
                </a:lnTo>
                <a:moveTo>
                  <a:pt x="37" y="37"/>
                </a:moveTo>
                <a:lnTo>
                  <a:pt x="40" y="40"/>
                </a:lnTo>
                <a:moveTo>
                  <a:pt x="46" y="47"/>
                </a:moveTo>
                <a:lnTo>
                  <a:pt x="50" y="50"/>
                </a:lnTo>
                <a:moveTo>
                  <a:pt x="56" y="56"/>
                </a:moveTo>
                <a:lnTo>
                  <a:pt x="59" y="59"/>
                </a:lnTo>
                <a:moveTo>
                  <a:pt x="65" y="66"/>
                </a:moveTo>
                <a:lnTo>
                  <a:pt x="68" y="69"/>
                </a:lnTo>
                <a:moveTo>
                  <a:pt x="75" y="75"/>
                </a:moveTo>
                <a:lnTo>
                  <a:pt x="78" y="79"/>
                </a:lnTo>
                <a:moveTo>
                  <a:pt x="84" y="85"/>
                </a:moveTo>
                <a:lnTo>
                  <a:pt x="87" y="88"/>
                </a:lnTo>
                <a:moveTo>
                  <a:pt x="94" y="95"/>
                </a:moveTo>
                <a:lnTo>
                  <a:pt x="97" y="98"/>
                </a:lnTo>
                <a:moveTo>
                  <a:pt x="103" y="104"/>
                </a:moveTo>
                <a:lnTo>
                  <a:pt x="106" y="107"/>
                </a:lnTo>
                <a:moveTo>
                  <a:pt x="113" y="114"/>
                </a:moveTo>
                <a:lnTo>
                  <a:pt x="116" y="117"/>
                </a:lnTo>
                <a:moveTo>
                  <a:pt x="122" y="123"/>
                </a:moveTo>
                <a:lnTo>
                  <a:pt x="125" y="126"/>
                </a:lnTo>
                <a:moveTo>
                  <a:pt x="131" y="133"/>
                </a:moveTo>
                <a:lnTo>
                  <a:pt x="135" y="136"/>
                </a:lnTo>
                <a:moveTo>
                  <a:pt x="141" y="142"/>
                </a:moveTo>
                <a:lnTo>
                  <a:pt x="144" y="146"/>
                </a:lnTo>
                <a:moveTo>
                  <a:pt x="150" y="152"/>
                </a:moveTo>
                <a:lnTo>
                  <a:pt x="153" y="155"/>
                </a:lnTo>
                <a:moveTo>
                  <a:pt x="160" y="161"/>
                </a:moveTo>
                <a:lnTo>
                  <a:pt x="163" y="165"/>
                </a:lnTo>
                <a:moveTo>
                  <a:pt x="169" y="171"/>
                </a:moveTo>
                <a:lnTo>
                  <a:pt x="172" y="174"/>
                </a:lnTo>
                <a:moveTo>
                  <a:pt x="179" y="181"/>
                </a:moveTo>
                <a:lnTo>
                  <a:pt x="182" y="184"/>
                </a:lnTo>
                <a:moveTo>
                  <a:pt x="188" y="190"/>
                </a:moveTo>
                <a:lnTo>
                  <a:pt x="191" y="193"/>
                </a:lnTo>
                <a:moveTo>
                  <a:pt x="198" y="200"/>
                </a:moveTo>
                <a:lnTo>
                  <a:pt x="201" y="203"/>
                </a:lnTo>
                <a:moveTo>
                  <a:pt x="207" y="209"/>
                </a:moveTo>
                <a:lnTo>
                  <a:pt x="210" y="212"/>
                </a:lnTo>
                <a:moveTo>
                  <a:pt x="216" y="219"/>
                </a:moveTo>
                <a:lnTo>
                  <a:pt x="220" y="222"/>
                </a:lnTo>
                <a:moveTo>
                  <a:pt x="226" y="228"/>
                </a:moveTo>
                <a:lnTo>
                  <a:pt x="229" y="232"/>
                </a:lnTo>
                <a:moveTo>
                  <a:pt x="235" y="238"/>
                </a:moveTo>
                <a:lnTo>
                  <a:pt x="238" y="241"/>
                </a:lnTo>
                <a:moveTo>
                  <a:pt x="245" y="248"/>
                </a:moveTo>
                <a:lnTo>
                  <a:pt x="248" y="251"/>
                </a:lnTo>
                <a:moveTo>
                  <a:pt x="254" y="257"/>
                </a:moveTo>
                <a:lnTo>
                  <a:pt x="257" y="260"/>
                </a:lnTo>
                <a:moveTo>
                  <a:pt x="264" y="267"/>
                </a:moveTo>
                <a:lnTo>
                  <a:pt x="267" y="270"/>
                </a:lnTo>
                <a:moveTo>
                  <a:pt x="273" y="276"/>
                </a:moveTo>
                <a:lnTo>
                  <a:pt x="276" y="279"/>
                </a:lnTo>
                <a:moveTo>
                  <a:pt x="282" y="286"/>
                </a:moveTo>
                <a:lnTo>
                  <a:pt x="286" y="289"/>
                </a:lnTo>
                <a:moveTo>
                  <a:pt x="292" y="295"/>
                </a:moveTo>
                <a:lnTo>
                  <a:pt x="295" y="299"/>
                </a:lnTo>
                <a:moveTo>
                  <a:pt x="301" y="305"/>
                </a:moveTo>
                <a:lnTo>
                  <a:pt x="304" y="308"/>
                </a:lnTo>
                <a:moveTo>
                  <a:pt x="311" y="315"/>
                </a:moveTo>
                <a:lnTo>
                  <a:pt x="314" y="318"/>
                </a:lnTo>
                <a:moveTo>
                  <a:pt x="320" y="324"/>
                </a:moveTo>
                <a:lnTo>
                  <a:pt x="323" y="327"/>
                </a:lnTo>
                <a:moveTo>
                  <a:pt x="330" y="334"/>
                </a:moveTo>
                <a:lnTo>
                  <a:pt x="333" y="337"/>
                </a:lnTo>
                <a:moveTo>
                  <a:pt x="339" y="343"/>
                </a:moveTo>
                <a:lnTo>
                  <a:pt x="342" y="346"/>
                </a:lnTo>
                <a:moveTo>
                  <a:pt x="349" y="353"/>
                </a:moveTo>
                <a:lnTo>
                  <a:pt x="352" y="356"/>
                </a:lnTo>
                <a:moveTo>
                  <a:pt x="358" y="362"/>
                </a:moveTo>
                <a:lnTo>
                  <a:pt x="361" y="366"/>
                </a:lnTo>
                <a:moveTo>
                  <a:pt x="367" y="372"/>
                </a:moveTo>
                <a:lnTo>
                  <a:pt x="371" y="375"/>
                </a:lnTo>
                <a:moveTo>
                  <a:pt x="377" y="381"/>
                </a:moveTo>
                <a:lnTo>
                  <a:pt x="380" y="385"/>
                </a:lnTo>
                <a:moveTo>
                  <a:pt x="386" y="391"/>
                </a:moveTo>
                <a:lnTo>
                  <a:pt x="389" y="394"/>
                </a:lnTo>
                <a:moveTo>
                  <a:pt x="396" y="401"/>
                </a:moveTo>
                <a:lnTo>
                  <a:pt x="399" y="404"/>
                </a:lnTo>
                <a:moveTo>
                  <a:pt x="405" y="410"/>
                </a:moveTo>
                <a:lnTo>
                  <a:pt x="408" y="413"/>
                </a:lnTo>
                <a:moveTo>
                  <a:pt x="415" y="420"/>
                </a:moveTo>
                <a:lnTo>
                  <a:pt x="418" y="423"/>
                </a:lnTo>
                <a:moveTo>
                  <a:pt x="424" y="429"/>
                </a:moveTo>
                <a:lnTo>
                  <a:pt x="427" y="433"/>
                </a:lnTo>
                <a:moveTo>
                  <a:pt x="434" y="439"/>
                </a:moveTo>
                <a:lnTo>
                  <a:pt x="437" y="442"/>
                </a:lnTo>
                <a:moveTo>
                  <a:pt x="443" y="448"/>
                </a:moveTo>
                <a:lnTo>
                  <a:pt x="446" y="452"/>
                </a:lnTo>
                <a:moveTo>
                  <a:pt x="452" y="458"/>
                </a:moveTo>
                <a:lnTo>
                  <a:pt x="456" y="461"/>
                </a:lnTo>
                <a:moveTo>
                  <a:pt x="462" y="468"/>
                </a:moveTo>
                <a:lnTo>
                  <a:pt x="465" y="471"/>
                </a:lnTo>
                <a:moveTo>
                  <a:pt x="471" y="477"/>
                </a:moveTo>
                <a:lnTo>
                  <a:pt x="474" y="480"/>
                </a:lnTo>
                <a:moveTo>
                  <a:pt x="481" y="487"/>
                </a:moveTo>
                <a:lnTo>
                  <a:pt x="484" y="490"/>
                </a:lnTo>
                <a:moveTo>
                  <a:pt x="490" y="496"/>
                </a:moveTo>
                <a:lnTo>
                  <a:pt x="493" y="499"/>
                </a:lnTo>
                <a:moveTo>
                  <a:pt x="500" y="506"/>
                </a:moveTo>
                <a:lnTo>
                  <a:pt x="503" y="509"/>
                </a:lnTo>
                <a:moveTo>
                  <a:pt x="509" y="515"/>
                </a:moveTo>
                <a:lnTo>
                  <a:pt x="512" y="519"/>
                </a:lnTo>
                <a:moveTo>
                  <a:pt x="518" y="525"/>
                </a:moveTo>
                <a:lnTo>
                  <a:pt x="522" y="528"/>
                </a:lnTo>
                <a:moveTo>
                  <a:pt x="528" y="535"/>
                </a:moveTo>
                <a:lnTo>
                  <a:pt x="531" y="538"/>
                </a:lnTo>
                <a:moveTo>
                  <a:pt x="537" y="544"/>
                </a:moveTo>
                <a:lnTo>
                  <a:pt x="541" y="547"/>
                </a:lnTo>
                <a:moveTo>
                  <a:pt x="547" y="554"/>
                </a:moveTo>
                <a:lnTo>
                  <a:pt x="550" y="557"/>
                </a:lnTo>
                <a:moveTo>
                  <a:pt x="556" y="563"/>
                </a:moveTo>
                <a:lnTo>
                  <a:pt x="559" y="566"/>
                </a:lnTo>
                <a:moveTo>
                  <a:pt x="566" y="573"/>
                </a:moveTo>
                <a:lnTo>
                  <a:pt x="569" y="576"/>
                </a:lnTo>
                <a:moveTo>
                  <a:pt x="575" y="582"/>
                </a:moveTo>
                <a:lnTo>
                  <a:pt x="578" y="586"/>
                </a:lnTo>
                <a:moveTo>
                  <a:pt x="585" y="592"/>
                </a:moveTo>
                <a:lnTo>
                  <a:pt x="588" y="595"/>
                </a:lnTo>
                <a:moveTo>
                  <a:pt x="594" y="602"/>
                </a:moveTo>
                <a:lnTo>
                  <a:pt x="597" y="605"/>
                </a:lnTo>
                <a:moveTo>
                  <a:pt x="603" y="611"/>
                </a:moveTo>
                <a:lnTo>
                  <a:pt x="607" y="614"/>
                </a:lnTo>
                <a:moveTo>
                  <a:pt x="613" y="621"/>
                </a:moveTo>
                <a:lnTo>
                  <a:pt x="616" y="624"/>
                </a:lnTo>
                <a:moveTo>
                  <a:pt x="622" y="630"/>
                </a:moveTo>
                <a:lnTo>
                  <a:pt x="625" y="633"/>
                </a:lnTo>
                <a:moveTo>
                  <a:pt x="632" y="640"/>
                </a:moveTo>
                <a:lnTo>
                  <a:pt x="635" y="643"/>
                </a:lnTo>
                <a:moveTo>
                  <a:pt x="641" y="649"/>
                </a:moveTo>
                <a:lnTo>
                  <a:pt x="644" y="653"/>
                </a:lnTo>
                <a:moveTo>
                  <a:pt x="651" y="659"/>
                </a:moveTo>
                <a:lnTo>
                  <a:pt x="654" y="662"/>
                </a:lnTo>
                <a:moveTo>
                  <a:pt x="660" y="668"/>
                </a:moveTo>
                <a:lnTo>
                  <a:pt x="663" y="672"/>
                </a:lnTo>
                <a:moveTo>
                  <a:pt x="670" y="678"/>
                </a:moveTo>
                <a:lnTo>
                  <a:pt x="672" y="680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Freeform 19">
            <a:extLst>
              <a:ext uri="{FF2B5EF4-FFF2-40B4-BE49-F238E27FC236}">
                <a16:creationId xmlns:a16="http://schemas.microsoft.com/office/drawing/2014/main" id="{11290D0D-71BE-0894-2D46-87D7E1F8C520}"/>
              </a:ext>
            </a:extLst>
          </p:cNvPr>
          <p:cNvSpPr>
            <a:spLocks noEditPoints="1"/>
          </p:cNvSpPr>
          <p:nvPr/>
        </p:nvSpPr>
        <p:spPr bwMode="auto">
          <a:xfrm>
            <a:off x="1436688" y="942975"/>
            <a:ext cx="296863" cy="571500"/>
          </a:xfrm>
          <a:custGeom>
            <a:avLst/>
            <a:gdLst>
              <a:gd name="T0" fmla="*/ 2 w 375"/>
              <a:gd name="T1" fmla="*/ 4 h 719"/>
              <a:gd name="T2" fmla="*/ 8 w 375"/>
              <a:gd name="T3" fmla="*/ 16 h 719"/>
              <a:gd name="T4" fmla="*/ 14 w 375"/>
              <a:gd name="T5" fmla="*/ 28 h 719"/>
              <a:gd name="T6" fmla="*/ 21 w 375"/>
              <a:gd name="T7" fmla="*/ 40 h 719"/>
              <a:gd name="T8" fmla="*/ 27 w 375"/>
              <a:gd name="T9" fmla="*/ 52 h 719"/>
              <a:gd name="T10" fmla="*/ 33 w 375"/>
              <a:gd name="T11" fmla="*/ 64 h 719"/>
              <a:gd name="T12" fmla="*/ 39 w 375"/>
              <a:gd name="T13" fmla="*/ 76 h 719"/>
              <a:gd name="T14" fmla="*/ 45 w 375"/>
              <a:gd name="T15" fmla="*/ 88 h 719"/>
              <a:gd name="T16" fmla="*/ 52 w 375"/>
              <a:gd name="T17" fmla="*/ 100 h 719"/>
              <a:gd name="T18" fmla="*/ 58 w 375"/>
              <a:gd name="T19" fmla="*/ 112 h 719"/>
              <a:gd name="T20" fmla="*/ 64 w 375"/>
              <a:gd name="T21" fmla="*/ 123 h 719"/>
              <a:gd name="T22" fmla="*/ 70 w 375"/>
              <a:gd name="T23" fmla="*/ 135 h 719"/>
              <a:gd name="T24" fmla="*/ 77 w 375"/>
              <a:gd name="T25" fmla="*/ 147 h 719"/>
              <a:gd name="T26" fmla="*/ 83 w 375"/>
              <a:gd name="T27" fmla="*/ 159 h 719"/>
              <a:gd name="T28" fmla="*/ 89 w 375"/>
              <a:gd name="T29" fmla="*/ 171 h 719"/>
              <a:gd name="T30" fmla="*/ 95 w 375"/>
              <a:gd name="T31" fmla="*/ 183 h 719"/>
              <a:gd name="T32" fmla="*/ 101 w 375"/>
              <a:gd name="T33" fmla="*/ 195 h 719"/>
              <a:gd name="T34" fmla="*/ 108 w 375"/>
              <a:gd name="T35" fmla="*/ 207 h 719"/>
              <a:gd name="T36" fmla="*/ 114 w 375"/>
              <a:gd name="T37" fmla="*/ 219 h 719"/>
              <a:gd name="T38" fmla="*/ 120 w 375"/>
              <a:gd name="T39" fmla="*/ 231 h 719"/>
              <a:gd name="T40" fmla="*/ 126 w 375"/>
              <a:gd name="T41" fmla="*/ 243 h 719"/>
              <a:gd name="T42" fmla="*/ 132 w 375"/>
              <a:gd name="T43" fmla="*/ 255 h 719"/>
              <a:gd name="T44" fmla="*/ 139 w 375"/>
              <a:gd name="T45" fmla="*/ 267 h 719"/>
              <a:gd name="T46" fmla="*/ 145 w 375"/>
              <a:gd name="T47" fmla="*/ 278 h 719"/>
              <a:gd name="T48" fmla="*/ 151 w 375"/>
              <a:gd name="T49" fmla="*/ 290 h 719"/>
              <a:gd name="T50" fmla="*/ 157 w 375"/>
              <a:gd name="T51" fmla="*/ 302 h 719"/>
              <a:gd name="T52" fmla="*/ 164 w 375"/>
              <a:gd name="T53" fmla="*/ 314 h 719"/>
              <a:gd name="T54" fmla="*/ 170 w 375"/>
              <a:gd name="T55" fmla="*/ 326 h 719"/>
              <a:gd name="T56" fmla="*/ 176 w 375"/>
              <a:gd name="T57" fmla="*/ 338 h 719"/>
              <a:gd name="T58" fmla="*/ 182 w 375"/>
              <a:gd name="T59" fmla="*/ 350 h 719"/>
              <a:gd name="T60" fmla="*/ 188 w 375"/>
              <a:gd name="T61" fmla="*/ 362 h 719"/>
              <a:gd name="T62" fmla="*/ 195 w 375"/>
              <a:gd name="T63" fmla="*/ 374 h 719"/>
              <a:gd name="T64" fmla="*/ 201 w 375"/>
              <a:gd name="T65" fmla="*/ 386 h 719"/>
              <a:gd name="T66" fmla="*/ 207 w 375"/>
              <a:gd name="T67" fmla="*/ 398 h 719"/>
              <a:gd name="T68" fmla="*/ 213 w 375"/>
              <a:gd name="T69" fmla="*/ 410 h 719"/>
              <a:gd name="T70" fmla="*/ 219 w 375"/>
              <a:gd name="T71" fmla="*/ 421 h 719"/>
              <a:gd name="T72" fmla="*/ 226 w 375"/>
              <a:gd name="T73" fmla="*/ 433 h 719"/>
              <a:gd name="T74" fmla="*/ 232 w 375"/>
              <a:gd name="T75" fmla="*/ 445 h 719"/>
              <a:gd name="T76" fmla="*/ 238 w 375"/>
              <a:gd name="T77" fmla="*/ 457 h 719"/>
              <a:gd name="T78" fmla="*/ 244 w 375"/>
              <a:gd name="T79" fmla="*/ 469 h 719"/>
              <a:gd name="T80" fmla="*/ 251 w 375"/>
              <a:gd name="T81" fmla="*/ 481 h 719"/>
              <a:gd name="T82" fmla="*/ 257 w 375"/>
              <a:gd name="T83" fmla="*/ 493 h 719"/>
              <a:gd name="T84" fmla="*/ 263 w 375"/>
              <a:gd name="T85" fmla="*/ 505 h 719"/>
              <a:gd name="T86" fmla="*/ 269 w 375"/>
              <a:gd name="T87" fmla="*/ 517 h 719"/>
              <a:gd name="T88" fmla="*/ 275 w 375"/>
              <a:gd name="T89" fmla="*/ 529 h 719"/>
              <a:gd name="T90" fmla="*/ 282 w 375"/>
              <a:gd name="T91" fmla="*/ 541 h 719"/>
              <a:gd name="T92" fmla="*/ 288 w 375"/>
              <a:gd name="T93" fmla="*/ 553 h 719"/>
              <a:gd name="T94" fmla="*/ 294 w 375"/>
              <a:gd name="T95" fmla="*/ 564 h 719"/>
              <a:gd name="T96" fmla="*/ 300 w 375"/>
              <a:gd name="T97" fmla="*/ 576 h 719"/>
              <a:gd name="T98" fmla="*/ 306 w 375"/>
              <a:gd name="T99" fmla="*/ 588 h 719"/>
              <a:gd name="T100" fmla="*/ 313 w 375"/>
              <a:gd name="T101" fmla="*/ 600 h 719"/>
              <a:gd name="T102" fmla="*/ 319 w 375"/>
              <a:gd name="T103" fmla="*/ 612 h 719"/>
              <a:gd name="T104" fmla="*/ 325 w 375"/>
              <a:gd name="T105" fmla="*/ 624 h 719"/>
              <a:gd name="T106" fmla="*/ 331 w 375"/>
              <a:gd name="T107" fmla="*/ 636 h 719"/>
              <a:gd name="T108" fmla="*/ 337 w 375"/>
              <a:gd name="T109" fmla="*/ 648 h 719"/>
              <a:gd name="T110" fmla="*/ 344 w 375"/>
              <a:gd name="T111" fmla="*/ 660 h 719"/>
              <a:gd name="T112" fmla="*/ 350 w 375"/>
              <a:gd name="T113" fmla="*/ 672 h 719"/>
              <a:gd name="T114" fmla="*/ 356 w 375"/>
              <a:gd name="T115" fmla="*/ 684 h 719"/>
              <a:gd name="T116" fmla="*/ 362 w 375"/>
              <a:gd name="T117" fmla="*/ 696 h 719"/>
              <a:gd name="T118" fmla="*/ 369 w 375"/>
              <a:gd name="T119" fmla="*/ 707 h 719"/>
              <a:gd name="T120" fmla="*/ 375 w 375"/>
              <a:gd name="T121" fmla="*/ 719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75" h="719">
                <a:moveTo>
                  <a:pt x="0" y="0"/>
                </a:moveTo>
                <a:lnTo>
                  <a:pt x="2" y="4"/>
                </a:lnTo>
                <a:moveTo>
                  <a:pt x="6" y="12"/>
                </a:moveTo>
                <a:lnTo>
                  <a:pt x="8" y="16"/>
                </a:lnTo>
                <a:moveTo>
                  <a:pt x="12" y="24"/>
                </a:moveTo>
                <a:lnTo>
                  <a:pt x="14" y="28"/>
                </a:lnTo>
                <a:moveTo>
                  <a:pt x="19" y="36"/>
                </a:moveTo>
                <a:lnTo>
                  <a:pt x="21" y="40"/>
                </a:lnTo>
                <a:moveTo>
                  <a:pt x="25" y="48"/>
                </a:moveTo>
                <a:lnTo>
                  <a:pt x="27" y="52"/>
                </a:lnTo>
                <a:moveTo>
                  <a:pt x="31" y="60"/>
                </a:moveTo>
                <a:lnTo>
                  <a:pt x="33" y="64"/>
                </a:lnTo>
                <a:moveTo>
                  <a:pt x="37" y="72"/>
                </a:moveTo>
                <a:lnTo>
                  <a:pt x="39" y="76"/>
                </a:lnTo>
                <a:moveTo>
                  <a:pt x="43" y="84"/>
                </a:moveTo>
                <a:lnTo>
                  <a:pt x="45" y="88"/>
                </a:lnTo>
                <a:moveTo>
                  <a:pt x="50" y="96"/>
                </a:moveTo>
                <a:lnTo>
                  <a:pt x="52" y="100"/>
                </a:lnTo>
                <a:moveTo>
                  <a:pt x="56" y="108"/>
                </a:moveTo>
                <a:lnTo>
                  <a:pt x="58" y="112"/>
                </a:lnTo>
                <a:moveTo>
                  <a:pt x="62" y="120"/>
                </a:moveTo>
                <a:lnTo>
                  <a:pt x="64" y="123"/>
                </a:lnTo>
                <a:moveTo>
                  <a:pt x="68" y="131"/>
                </a:moveTo>
                <a:lnTo>
                  <a:pt x="70" y="135"/>
                </a:lnTo>
                <a:moveTo>
                  <a:pt x="74" y="143"/>
                </a:moveTo>
                <a:lnTo>
                  <a:pt x="77" y="147"/>
                </a:lnTo>
                <a:moveTo>
                  <a:pt x="81" y="155"/>
                </a:moveTo>
                <a:lnTo>
                  <a:pt x="83" y="159"/>
                </a:lnTo>
                <a:moveTo>
                  <a:pt x="87" y="167"/>
                </a:moveTo>
                <a:lnTo>
                  <a:pt x="89" y="171"/>
                </a:lnTo>
                <a:moveTo>
                  <a:pt x="93" y="179"/>
                </a:moveTo>
                <a:lnTo>
                  <a:pt x="95" y="183"/>
                </a:lnTo>
                <a:moveTo>
                  <a:pt x="99" y="191"/>
                </a:moveTo>
                <a:lnTo>
                  <a:pt x="101" y="195"/>
                </a:lnTo>
                <a:moveTo>
                  <a:pt x="106" y="203"/>
                </a:moveTo>
                <a:lnTo>
                  <a:pt x="108" y="207"/>
                </a:lnTo>
                <a:moveTo>
                  <a:pt x="112" y="215"/>
                </a:moveTo>
                <a:lnTo>
                  <a:pt x="114" y="219"/>
                </a:lnTo>
                <a:moveTo>
                  <a:pt x="118" y="227"/>
                </a:moveTo>
                <a:lnTo>
                  <a:pt x="120" y="231"/>
                </a:lnTo>
                <a:moveTo>
                  <a:pt x="124" y="239"/>
                </a:moveTo>
                <a:lnTo>
                  <a:pt x="126" y="243"/>
                </a:lnTo>
                <a:moveTo>
                  <a:pt x="130" y="251"/>
                </a:moveTo>
                <a:lnTo>
                  <a:pt x="132" y="255"/>
                </a:lnTo>
                <a:moveTo>
                  <a:pt x="137" y="263"/>
                </a:moveTo>
                <a:lnTo>
                  <a:pt x="139" y="267"/>
                </a:lnTo>
                <a:moveTo>
                  <a:pt x="143" y="274"/>
                </a:moveTo>
                <a:lnTo>
                  <a:pt x="145" y="278"/>
                </a:lnTo>
                <a:moveTo>
                  <a:pt x="149" y="286"/>
                </a:moveTo>
                <a:lnTo>
                  <a:pt x="151" y="290"/>
                </a:lnTo>
                <a:moveTo>
                  <a:pt x="155" y="298"/>
                </a:moveTo>
                <a:lnTo>
                  <a:pt x="157" y="302"/>
                </a:lnTo>
                <a:moveTo>
                  <a:pt x="161" y="310"/>
                </a:moveTo>
                <a:lnTo>
                  <a:pt x="164" y="314"/>
                </a:lnTo>
                <a:moveTo>
                  <a:pt x="168" y="322"/>
                </a:moveTo>
                <a:lnTo>
                  <a:pt x="170" y="326"/>
                </a:lnTo>
                <a:moveTo>
                  <a:pt x="174" y="334"/>
                </a:moveTo>
                <a:lnTo>
                  <a:pt x="176" y="338"/>
                </a:lnTo>
                <a:moveTo>
                  <a:pt x="180" y="346"/>
                </a:moveTo>
                <a:lnTo>
                  <a:pt x="182" y="350"/>
                </a:lnTo>
                <a:moveTo>
                  <a:pt x="186" y="358"/>
                </a:moveTo>
                <a:lnTo>
                  <a:pt x="188" y="362"/>
                </a:lnTo>
                <a:moveTo>
                  <a:pt x="193" y="370"/>
                </a:moveTo>
                <a:lnTo>
                  <a:pt x="195" y="374"/>
                </a:lnTo>
                <a:moveTo>
                  <a:pt x="199" y="382"/>
                </a:moveTo>
                <a:lnTo>
                  <a:pt x="201" y="386"/>
                </a:lnTo>
                <a:moveTo>
                  <a:pt x="205" y="394"/>
                </a:moveTo>
                <a:lnTo>
                  <a:pt x="207" y="398"/>
                </a:lnTo>
                <a:moveTo>
                  <a:pt x="211" y="406"/>
                </a:moveTo>
                <a:lnTo>
                  <a:pt x="213" y="410"/>
                </a:lnTo>
                <a:moveTo>
                  <a:pt x="217" y="417"/>
                </a:moveTo>
                <a:lnTo>
                  <a:pt x="219" y="421"/>
                </a:lnTo>
                <a:moveTo>
                  <a:pt x="224" y="429"/>
                </a:moveTo>
                <a:lnTo>
                  <a:pt x="226" y="433"/>
                </a:lnTo>
                <a:moveTo>
                  <a:pt x="230" y="441"/>
                </a:moveTo>
                <a:lnTo>
                  <a:pt x="232" y="445"/>
                </a:lnTo>
                <a:moveTo>
                  <a:pt x="236" y="453"/>
                </a:moveTo>
                <a:lnTo>
                  <a:pt x="238" y="457"/>
                </a:lnTo>
                <a:moveTo>
                  <a:pt x="242" y="465"/>
                </a:moveTo>
                <a:lnTo>
                  <a:pt x="244" y="469"/>
                </a:lnTo>
                <a:moveTo>
                  <a:pt x="248" y="477"/>
                </a:moveTo>
                <a:lnTo>
                  <a:pt x="251" y="481"/>
                </a:lnTo>
                <a:moveTo>
                  <a:pt x="255" y="489"/>
                </a:moveTo>
                <a:lnTo>
                  <a:pt x="257" y="493"/>
                </a:lnTo>
                <a:moveTo>
                  <a:pt x="261" y="501"/>
                </a:moveTo>
                <a:lnTo>
                  <a:pt x="263" y="505"/>
                </a:lnTo>
                <a:moveTo>
                  <a:pt x="267" y="513"/>
                </a:moveTo>
                <a:lnTo>
                  <a:pt x="269" y="517"/>
                </a:lnTo>
                <a:moveTo>
                  <a:pt x="273" y="525"/>
                </a:moveTo>
                <a:lnTo>
                  <a:pt x="275" y="529"/>
                </a:lnTo>
                <a:moveTo>
                  <a:pt x="280" y="537"/>
                </a:moveTo>
                <a:lnTo>
                  <a:pt x="282" y="541"/>
                </a:lnTo>
                <a:moveTo>
                  <a:pt x="286" y="549"/>
                </a:moveTo>
                <a:lnTo>
                  <a:pt x="288" y="553"/>
                </a:lnTo>
                <a:moveTo>
                  <a:pt x="292" y="560"/>
                </a:moveTo>
                <a:lnTo>
                  <a:pt x="294" y="564"/>
                </a:lnTo>
                <a:moveTo>
                  <a:pt x="298" y="572"/>
                </a:moveTo>
                <a:lnTo>
                  <a:pt x="300" y="576"/>
                </a:lnTo>
                <a:moveTo>
                  <a:pt x="304" y="584"/>
                </a:moveTo>
                <a:lnTo>
                  <a:pt x="306" y="588"/>
                </a:lnTo>
                <a:moveTo>
                  <a:pt x="311" y="596"/>
                </a:moveTo>
                <a:lnTo>
                  <a:pt x="313" y="600"/>
                </a:lnTo>
                <a:moveTo>
                  <a:pt x="317" y="608"/>
                </a:moveTo>
                <a:lnTo>
                  <a:pt x="319" y="612"/>
                </a:lnTo>
                <a:moveTo>
                  <a:pt x="323" y="620"/>
                </a:moveTo>
                <a:lnTo>
                  <a:pt x="325" y="624"/>
                </a:lnTo>
                <a:moveTo>
                  <a:pt x="329" y="632"/>
                </a:moveTo>
                <a:lnTo>
                  <a:pt x="331" y="636"/>
                </a:lnTo>
                <a:moveTo>
                  <a:pt x="335" y="644"/>
                </a:moveTo>
                <a:lnTo>
                  <a:pt x="337" y="648"/>
                </a:lnTo>
                <a:moveTo>
                  <a:pt x="342" y="656"/>
                </a:moveTo>
                <a:lnTo>
                  <a:pt x="344" y="660"/>
                </a:lnTo>
                <a:moveTo>
                  <a:pt x="348" y="668"/>
                </a:moveTo>
                <a:lnTo>
                  <a:pt x="350" y="672"/>
                </a:lnTo>
                <a:moveTo>
                  <a:pt x="354" y="680"/>
                </a:moveTo>
                <a:lnTo>
                  <a:pt x="356" y="684"/>
                </a:lnTo>
                <a:moveTo>
                  <a:pt x="360" y="692"/>
                </a:moveTo>
                <a:lnTo>
                  <a:pt x="362" y="696"/>
                </a:lnTo>
                <a:moveTo>
                  <a:pt x="366" y="703"/>
                </a:moveTo>
                <a:lnTo>
                  <a:pt x="369" y="707"/>
                </a:lnTo>
                <a:moveTo>
                  <a:pt x="373" y="715"/>
                </a:moveTo>
                <a:lnTo>
                  <a:pt x="375" y="71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Freeform 20">
            <a:extLst>
              <a:ext uri="{FF2B5EF4-FFF2-40B4-BE49-F238E27FC236}">
                <a16:creationId xmlns:a16="http://schemas.microsoft.com/office/drawing/2014/main" id="{A07FDA7A-F72D-4345-D586-998FFF16079F}"/>
              </a:ext>
            </a:extLst>
          </p:cNvPr>
          <p:cNvSpPr>
            <a:spLocks noEditPoints="1"/>
          </p:cNvSpPr>
          <p:nvPr/>
        </p:nvSpPr>
        <p:spPr bwMode="auto">
          <a:xfrm>
            <a:off x="847725" y="131763"/>
            <a:ext cx="728663" cy="739775"/>
          </a:xfrm>
          <a:custGeom>
            <a:avLst/>
            <a:gdLst>
              <a:gd name="T0" fmla="*/ 12 w 918"/>
              <a:gd name="T1" fmla="*/ 13 h 931"/>
              <a:gd name="T2" fmla="*/ 31 w 918"/>
              <a:gd name="T3" fmla="*/ 32 h 931"/>
              <a:gd name="T4" fmla="*/ 50 w 918"/>
              <a:gd name="T5" fmla="*/ 51 h 931"/>
              <a:gd name="T6" fmla="*/ 69 w 918"/>
              <a:gd name="T7" fmla="*/ 70 h 931"/>
              <a:gd name="T8" fmla="*/ 88 w 918"/>
              <a:gd name="T9" fmla="*/ 89 h 931"/>
              <a:gd name="T10" fmla="*/ 107 w 918"/>
              <a:gd name="T11" fmla="*/ 108 h 931"/>
              <a:gd name="T12" fmla="*/ 126 w 918"/>
              <a:gd name="T13" fmla="*/ 127 h 931"/>
              <a:gd name="T14" fmla="*/ 145 w 918"/>
              <a:gd name="T15" fmla="*/ 147 h 931"/>
              <a:gd name="T16" fmla="*/ 163 w 918"/>
              <a:gd name="T17" fmla="*/ 166 h 931"/>
              <a:gd name="T18" fmla="*/ 182 w 918"/>
              <a:gd name="T19" fmla="*/ 185 h 931"/>
              <a:gd name="T20" fmla="*/ 201 w 918"/>
              <a:gd name="T21" fmla="*/ 204 h 931"/>
              <a:gd name="T22" fmla="*/ 220 w 918"/>
              <a:gd name="T23" fmla="*/ 223 h 931"/>
              <a:gd name="T24" fmla="*/ 239 w 918"/>
              <a:gd name="T25" fmla="*/ 242 h 931"/>
              <a:gd name="T26" fmla="*/ 258 w 918"/>
              <a:gd name="T27" fmla="*/ 261 h 931"/>
              <a:gd name="T28" fmla="*/ 277 w 918"/>
              <a:gd name="T29" fmla="*/ 280 h 931"/>
              <a:gd name="T30" fmla="*/ 296 w 918"/>
              <a:gd name="T31" fmla="*/ 300 h 931"/>
              <a:gd name="T32" fmla="*/ 314 w 918"/>
              <a:gd name="T33" fmla="*/ 319 h 931"/>
              <a:gd name="T34" fmla="*/ 333 w 918"/>
              <a:gd name="T35" fmla="*/ 338 h 931"/>
              <a:gd name="T36" fmla="*/ 352 w 918"/>
              <a:gd name="T37" fmla="*/ 357 h 931"/>
              <a:gd name="T38" fmla="*/ 371 w 918"/>
              <a:gd name="T39" fmla="*/ 376 h 931"/>
              <a:gd name="T40" fmla="*/ 390 w 918"/>
              <a:gd name="T41" fmla="*/ 395 h 931"/>
              <a:gd name="T42" fmla="*/ 409 w 918"/>
              <a:gd name="T43" fmla="*/ 414 h 931"/>
              <a:gd name="T44" fmla="*/ 428 w 918"/>
              <a:gd name="T45" fmla="*/ 434 h 931"/>
              <a:gd name="T46" fmla="*/ 447 w 918"/>
              <a:gd name="T47" fmla="*/ 453 h 931"/>
              <a:gd name="T48" fmla="*/ 465 w 918"/>
              <a:gd name="T49" fmla="*/ 472 h 931"/>
              <a:gd name="T50" fmla="*/ 484 w 918"/>
              <a:gd name="T51" fmla="*/ 491 h 931"/>
              <a:gd name="T52" fmla="*/ 503 w 918"/>
              <a:gd name="T53" fmla="*/ 510 h 931"/>
              <a:gd name="T54" fmla="*/ 522 w 918"/>
              <a:gd name="T55" fmla="*/ 529 h 931"/>
              <a:gd name="T56" fmla="*/ 541 w 918"/>
              <a:gd name="T57" fmla="*/ 548 h 931"/>
              <a:gd name="T58" fmla="*/ 560 w 918"/>
              <a:gd name="T59" fmla="*/ 568 h 931"/>
              <a:gd name="T60" fmla="*/ 579 w 918"/>
              <a:gd name="T61" fmla="*/ 587 h 931"/>
              <a:gd name="T62" fmla="*/ 598 w 918"/>
              <a:gd name="T63" fmla="*/ 606 h 931"/>
              <a:gd name="T64" fmla="*/ 616 w 918"/>
              <a:gd name="T65" fmla="*/ 625 h 931"/>
              <a:gd name="T66" fmla="*/ 635 w 918"/>
              <a:gd name="T67" fmla="*/ 644 h 931"/>
              <a:gd name="T68" fmla="*/ 654 w 918"/>
              <a:gd name="T69" fmla="*/ 663 h 931"/>
              <a:gd name="T70" fmla="*/ 673 w 918"/>
              <a:gd name="T71" fmla="*/ 682 h 931"/>
              <a:gd name="T72" fmla="*/ 692 w 918"/>
              <a:gd name="T73" fmla="*/ 701 h 931"/>
              <a:gd name="T74" fmla="*/ 711 w 918"/>
              <a:gd name="T75" fmla="*/ 721 h 931"/>
              <a:gd name="T76" fmla="*/ 730 w 918"/>
              <a:gd name="T77" fmla="*/ 740 h 931"/>
              <a:gd name="T78" fmla="*/ 749 w 918"/>
              <a:gd name="T79" fmla="*/ 759 h 931"/>
              <a:gd name="T80" fmla="*/ 767 w 918"/>
              <a:gd name="T81" fmla="*/ 778 h 931"/>
              <a:gd name="T82" fmla="*/ 786 w 918"/>
              <a:gd name="T83" fmla="*/ 797 h 931"/>
              <a:gd name="T84" fmla="*/ 805 w 918"/>
              <a:gd name="T85" fmla="*/ 816 h 931"/>
              <a:gd name="T86" fmla="*/ 824 w 918"/>
              <a:gd name="T87" fmla="*/ 835 h 931"/>
              <a:gd name="T88" fmla="*/ 843 w 918"/>
              <a:gd name="T89" fmla="*/ 855 h 931"/>
              <a:gd name="T90" fmla="*/ 862 w 918"/>
              <a:gd name="T91" fmla="*/ 874 h 931"/>
              <a:gd name="T92" fmla="*/ 881 w 918"/>
              <a:gd name="T93" fmla="*/ 893 h 931"/>
              <a:gd name="T94" fmla="*/ 900 w 918"/>
              <a:gd name="T95" fmla="*/ 912 h 931"/>
              <a:gd name="T96" fmla="*/ 918 w 918"/>
              <a:gd name="T97" fmla="*/ 931 h 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8" h="931">
                <a:moveTo>
                  <a:pt x="0" y="0"/>
                </a:moveTo>
                <a:lnTo>
                  <a:pt x="3" y="3"/>
                </a:lnTo>
                <a:moveTo>
                  <a:pt x="9" y="9"/>
                </a:moveTo>
                <a:lnTo>
                  <a:pt x="12" y="13"/>
                </a:lnTo>
                <a:moveTo>
                  <a:pt x="19" y="19"/>
                </a:moveTo>
                <a:lnTo>
                  <a:pt x="22" y="22"/>
                </a:lnTo>
                <a:moveTo>
                  <a:pt x="28" y="28"/>
                </a:moveTo>
                <a:lnTo>
                  <a:pt x="31" y="32"/>
                </a:lnTo>
                <a:moveTo>
                  <a:pt x="38" y="38"/>
                </a:moveTo>
                <a:lnTo>
                  <a:pt x="41" y="41"/>
                </a:lnTo>
                <a:moveTo>
                  <a:pt x="47" y="48"/>
                </a:moveTo>
                <a:lnTo>
                  <a:pt x="50" y="51"/>
                </a:lnTo>
                <a:moveTo>
                  <a:pt x="56" y="57"/>
                </a:moveTo>
                <a:lnTo>
                  <a:pt x="60" y="60"/>
                </a:lnTo>
                <a:moveTo>
                  <a:pt x="66" y="67"/>
                </a:moveTo>
                <a:lnTo>
                  <a:pt x="69" y="70"/>
                </a:lnTo>
                <a:moveTo>
                  <a:pt x="75" y="76"/>
                </a:moveTo>
                <a:lnTo>
                  <a:pt x="78" y="80"/>
                </a:lnTo>
                <a:moveTo>
                  <a:pt x="85" y="86"/>
                </a:moveTo>
                <a:lnTo>
                  <a:pt x="88" y="89"/>
                </a:lnTo>
                <a:moveTo>
                  <a:pt x="94" y="95"/>
                </a:moveTo>
                <a:lnTo>
                  <a:pt x="97" y="99"/>
                </a:lnTo>
                <a:moveTo>
                  <a:pt x="104" y="105"/>
                </a:moveTo>
                <a:lnTo>
                  <a:pt x="107" y="108"/>
                </a:lnTo>
                <a:moveTo>
                  <a:pt x="113" y="115"/>
                </a:moveTo>
                <a:lnTo>
                  <a:pt x="116" y="118"/>
                </a:lnTo>
                <a:moveTo>
                  <a:pt x="122" y="124"/>
                </a:moveTo>
                <a:lnTo>
                  <a:pt x="126" y="127"/>
                </a:lnTo>
                <a:moveTo>
                  <a:pt x="132" y="134"/>
                </a:moveTo>
                <a:lnTo>
                  <a:pt x="135" y="137"/>
                </a:lnTo>
                <a:moveTo>
                  <a:pt x="141" y="143"/>
                </a:moveTo>
                <a:lnTo>
                  <a:pt x="145" y="147"/>
                </a:lnTo>
                <a:moveTo>
                  <a:pt x="151" y="153"/>
                </a:moveTo>
                <a:lnTo>
                  <a:pt x="154" y="156"/>
                </a:lnTo>
                <a:moveTo>
                  <a:pt x="160" y="162"/>
                </a:moveTo>
                <a:lnTo>
                  <a:pt x="163" y="166"/>
                </a:lnTo>
                <a:moveTo>
                  <a:pt x="170" y="172"/>
                </a:moveTo>
                <a:lnTo>
                  <a:pt x="173" y="175"/>
                </a:lnTo>
                <a:moveTo>
                  <a:pt x="179" y="182"/>
                </a:moveTo>
                <a:lnTo>
                  <a:pt x="182" y="185"/>
                </a:lnTo>
                <a:moveTo>
                  <a:pt x="189" y="191"/>
                </a:moveTo>
                <a:lnTo>
                  <a:pt x="192" y="194"/>
                </a:lnTo>
                <a:moveTo>
                  <a:pt x="198" y="201"/>
                </a:moveTo>
                <a:lnTo>
                  <a:pt x="201" y="204"/>
                </a:lnTo>
                <a:moveTo>
                  <a:pt x="207" y="210"/>
                </a:moveTo>
                <a:lnTo>
                  <a:pt x="211" y="213"/>
                </a:lnTo>
                <a:moveTo>
                  <a:pt x="217" y="220"/>
                </a:moveTo>
                <a:lnTo>
                  <a:pt x="220" y="223"/>
                </a:lnTo>
                <a:moveTo>
                  <a:pt x="226" y="229"/>
                </a:moveTo>
                <a:lnTo>
                  <a:pt x="229" y="233"/>
                </a:lnTo>
                <a:moveTo>
                  <a:pt x="236" y="239"/>
                </a:moveTo>
                <a:lnTo>
                  <a:pt x="239" y="242"/>
                </a:lnTo>
                <a:moveTo>
                  <a:pt x="245" y="249"/>
                </a:moveTo>
                <a:lnTo>
                  <a:pt x="248" y="252"/>
                </a:lnTo>
                <a:moveTo>
                  <a:pt x="255" y="258"/>
                </a:moveTo>
                <a:lnTo>
                  <a:pt x="258" y="261"/>
                </a:lnTo>
                <a:moveTo>
                  <a:pt x="264" y="268"/>
                </a:moveTo>
                <a:lnTo>
                  <a:pt x="267" y="271"/>
                </a:lnTo>
                <a:moveTo>
                  <a:pt x="273" y="277"/>
                </a:moveTo>
                <a:lnTo>
                  <a:pt x="277" y="280"/>
                </a:lnTo>
                <a:moveTo>
                  <a:pt x="283" y="287"/>
                </a:moveTo>
                <a:lnTo>
                  <a:pt x="286" y="290"/>
                </a:lnTo>
                <a:moveTo>
                  <a:pt x="292" y="296"/>
                </a:moveTo>
                <a:lnTo>
                  <a:pt x="296" y="300"/>
                </a:lnTo>
                <a:moveTo>
                  <a:pt x="302" y="306"/>
                </a:moveTo>
                <a:lnTo>
                  <a:pt x="305" y="309"/>
                </a:lnTo>
                <a:moveTo>
                  <a:pt x="311" y="316"/>
                </a:moveTo>
                <a:lnTo>
                  <a:pt x="314" y="319"/>
                </a:lnTo>
                <a:moveTo>
                  <a:pt x="321" y="325"/>
                </a:moveTo>
                <a:lnTo>
                  <a:pt x="324" y="328"/>
                </a:lnTo>
                <a:moveTo>
                  <a:pt x="330" y="335"/>
                </a:moveTo>
                <a:lnTo>
                  <a:pt x="333" y="338"/>
                </a:lnTo>
                <a:moveTo>
                  <a:pt x="340" y="344"/>
                </a:moveTo>
                <a:lnTo>
                  <a:pt x="343" y="347"/>
                </a:lnTo>
                <a:moveTo>
                  <a:pt x="349" y="354"/>
                </a:moveTo>
                <a:lnTo>
                  <a:pt x="352" y="357"/>
                </a:lnTo>
                <a:moveTo>
                  <a:pt x="358" y="363"/>
                </a:moveTo>
                <a:lnTo>
                  <a:pt x="362" y="367"/>
                </a:lnTo>
                <a:moveTo>
                  <a:pt x="368" y="373"/>
                </a:moveTo>
                <a:lnTo>
                  <a:pt x="371" y="376"/>
                </a:lnTo>
                <a:moveTo>
                  <a:pt x="377" y="383"/>
                </a:moveTo>
                <a:lnTo>
                  <a:pt x="380" y="386"/>
                </a:lnTo>
                <a:moveTo>
                  <a:pt x="387" y="392"/>
                </a:moveTo>
                <a:lnTo>
                  <a:pt x="390" y="395"/>
                </a:lnTo>
                <a:moveTo>
                  <a:pt x="396" y="402"/>
                </a:moveTo>
                <a:lnTo>
                  <a:pt x="399" y="405"/>
                </a:lnTo>
                <a:moveTo>
                  <a:pt x="406" y="411"/>
                </a:moveTo>
                <a:lnTo>
                  <a:pt x="409" y="414"/>
                </a:lnTo>
                <a:moveTo>
                  <a:pt x="415" y="421"/>
                </a:moveTo>
                <a:lnTo>
                  <a:pt x="418" y="424"/>
                </a:lnTo>
                <a:moveTo>
                  <a:pt x="425" y="430"/>
                </a:moveTo>
                <a:lnTo>
                  <a:pt x="428" y="434"/>
                </a:lnTo>
                <a:moveTo>
                  <a:pt x="434" y="440"/>
                </a:moveTo>
                <a:lnTo>
                  <a:pt x="437" y="443"/>
                </a:lnTo>
                <a:moveTo>
                  <a:pt x="443" y="449"/>
                </a:moveTo>
                <a:lnTo>
                  <a:pt x="447" y="453"/>
                </a:lnTo>
                <a:moveTo>
                  <a:pt x="453" y="459"/>
                </a:moveTo>
                <a:lnTo>
                  <a:pt x="456" y="462"/>
                </a:lnTo>
                <a:moveTo>
                  <a:pt x="462" y="469"/>
                </a:moveTo>
                <a:lnTo>
                  <a:pt x="465" y="472"/>
                </a:lnTo>
                <a:moveTo>
                  <a:pt x="472" y="478"/>
                </a:moveTo>
                <a:lnTo>
                  <a:pt x="475" y="481"/>
                </a:lnTo>
                <a:moveTo>
                  <a:pt x="481" y="488"/>
                </a:moveTo>
                <a:lnTo>
                  <a:pt x="484" y="491"/>
                </a:lnTo>
                <a:moveTo>
                  <a:pt x="491" y="497"/>
                </a:moveTo>
                <a:lnTo>
                  <a:pt x="494" y="501"/>
                </a:lnTo>
                <a:moveTo>
                  <a:pt x="500" y="507"/>
                </a:moveTo>
                <a:lnTo>
                  <a:pt x="503" y="510"/>
                </a:lnTo>
                <a:moveTo>
                  <a:pt x="509" y="516"/>
                </a:moveTo>
                <a:lnTo>
                  <a:pt x="513" y="520"/>
                </a:lnTo>
                <a:moveTo>
                  <a:pt x="519" y="526"/>
                </a:moveTo>
                <a:lnTo>
                  <a:pt x="522" y="529"/>
                </a:lnTo>
                <a:moveTo>
                  <a:pt x="528" y="536"/>
                </a:moveTo>
                <a:lnTo>
                  <a:pt x="531" y="539"/>
                </a:lnTo>
                <a:moveTo>
                  <a:pt x="538" y="545"/>
                </a:moveTo>
                <a:lnTo>
                  <a:pt x="541" y="548"/>
                </a:lnTo>
                <a:moveTo>
                  <a:pt x="547" y="555"/>
                </a:moveTo>
                <a:lnTo>
                  <a:pt x="550" y="558"/>
                </a:lnTo>
                <a:moveTo>
                  <a:pt x="557" y="564"/>
                </a:moveTo>
                <a:lnTo>
                  <a:pt x="560" y="568"/>
                </a:lnTo>
                <a:moveTo>
                  <a:pt x="566" y="574"/>
                </a:moveTo>
                <a:lnTo>
                  <a:pt x="569" y="577"/>
                </a:lnTo>
                <a:moveTo>
                  <a:pt x="576" y="583"/>
                </a:moveTo>
                <a:lnTo>
                  <a:pt x="579" y="587"/>
                </a:lnTo>
                <a:moveTo>
                  <a:pt x="585" y="593"/>
                </a:moveTo>
                <a:lnTo>
                  <a:pt x="588" y="596"/>
                </a:lnTo>
                <a:moveTo>
                  <a:pt x="594" y="603"/>
                </a:moveTo>
                <a:lnTo>
                  <a:pt x="598" y="606"/>
                </a:lnTo>
                <a:moveTo>
                  <a:pt x="604" y="612"/>
                </a:moveTo>
                <a:lnTo>
                  <a:pt x="607" y="615"/>
                </a:lnTo>
                <a:moveTo>
                  <a:pt x="613" y="622"/>
                </a:moveTo>
                <a:lnTo>
                  <a:pt x="616" y="625"/>
                </a:lnTo>
                <a:moveTo>
                  <a:pt x="623" y="631"/>
                </a:moveTo>
                <a:lnTo>
                  <a:pt x="626" y="634"/>
                </a:lnTo>
                <a:moveTo>
                  <a:pt x="632" y="641"/>
                </a:moveTo>
                <a:lnTo>
                  <a:pt x="635" y="644"/>
                </a:lnTo>
                <a:moveTo>
                  <a:pt x="642" y="650"/>
                </a:moveTo>
                <a:lnTo>
                  <a:pt x="645" y="654"/>
                </a:lnTo>
                <a:moveTo>
                  <a:pt x="651" y="660"/>
                </a:moveTo>
                <a:lnTo>
                  <a:pt x="654" y="663"/>
                </a:lnTo>
                <a:moveTo>
                  <a:pt x="660" y="670"/>
                </a:moveTo>
                <a:lnTo>
                  <a:pt x="664" y="673"/>
                </a:lnTo>
                <a:moveTo>
                  <a:pt x="670" y="679"/>
                </a:moveTo>
                <a:lnTo>
                  <a:pt x="673" y="682"/>
                </a:lnTo>
                <a:moveTo>
                  <a:pt x="679" y="689"/>
                </a:moveTo>
                <a:lnTo>
                  <a:pt x="682" y="692"/>
                </a:lnTo>
                <a:moveTo>
                  <a:pt x="689" y="698"/>
                </a:moveTo>
                <a:lnTo>
                  <a:pt x="692" y="701"/>
                </a:lnTo>
                <a:moveTo>
                  <a:pt x="698" y="708"/>
                </a:moveTo>
                <a:lnTo>
                  <a:pt x="701" y="711"/>
                </a:lnTo>
                <a:moveTo>
                  <a:pt x="708" y="717"/>
                </a:moveTo>
                <a:lnTo>
                  <a:pt x="711" y="721"/>
                </a:lnTo>
                <a:moveTo>
                  <a:pt x="717" y="727"/>
                </a:moveTo>
                <a:lnTo>
                  <a:pt x="720" y="730"/>
                </a:lnTo>
                <a:moveTo>
                  <a:pt x="727" y="737"/>
                </a:moveTo>
                <a:lnTo>
                  <a:pt x="730" y="740"/>
                </a:lnTo>
                <a:moveTo>
                  <a:pt x="736" y="746"/>
                </a:moveTo>
                <a:lnTo>
                  <a:pt x="739" y="749"/>
                </a:lnTo>
                <a:moveTo>
                  <a:pt x="745" y="756"/>
                </a:moveTo>
                <a:lnTo>
                  <a:pt x="749" y="759"/>
                </a:lnTo>
                <a:moveTo>
                  <a:pt x="755" y="765"/>
                </a:moveTo>
                <a:lnTo>
                  <a:pt x="758" y="768"/>
                </a:lnTo>
                <a:moveTo>
                  <a:pt x="764" y="775"/>
                </a:moveTo>
                <a:lnTo>
                  <a:pt x="767" y="778"/>
                </a:lnTo>
                <a:moveTo>
                  <a:pt x="774" y="784"/>
                </a:moveTo>
                <a:lnTo>
                  <a:pt x="777" y="788"/>
                </a:lnTo>
                <a:moveTo>
                  <a:pt x="783" y="794"/>
                </a:moveTo>
                <a:lnTo>
                  <a:pt x="786" y="797"/>
                </a:lnTo>
                <a:moveTo>
                  <a:pt x="793" y="804"/>
                </a:moveTo>
                <a:lnTo>
                  <a:pt x="796" y="807"/>
                </a:lnTo>
                <a:moveTo>
                  <a:pt x="802" y="813"/>
                </a:moveTo>
                <a:lnTo>
                  <a:pt x="805" y="816"/>
                </a:lnTo>
                <a:moveTo>
                  <a:pt x="811" y="823"/>
                </a:moveTo>
                <a:lnTo>
                  <a:pt x="815" y="826"/>
                </a:lnTo>
                <a:moveTo>
                  <a:pt x="821" y="832"/>
                </a:moveTo>
                <a:lnTo>
                  <a:pt x="824" y="835"/>
                </a:lnTo>
                <a:moveTo>
                  <a:pt x="830" y="842"/>
                </a:moveTo>
                <a:lnTo>
                  <a:pt x="834" y="845"/>
                </a:lnTo>
                <a:moveTo>
                  <a:pt x="840" y="851"/>
                </a:moveTo>
                <a:lnTo>
                  <a:pt x="843" y="855"/>
                </a:lnTo>
                <a:moveTo>
                  <a:pt x="849" y="861"/>
                </a:moveTo>
                <a:lnTo>
                  <a:pt x="852" y="864"/>
                </a:lnTo>
                <a:moveTo>
                  <a:pt x="859" y="870"/>
                </a:moveTo>
                <a:lnTo>
                  <a:pt x="862" y="874"/>
                </a:lnTo>
                <a:moveTo>
                  <a:pt x="868" y="880"/>
                </a:moveTo>
                <a:lnTo>
                  <a:pt x="871" y="883"/>
                </a:lnTo>
                <a:moveTo>
                  <a:pt x="878" y="890"/>
                </a:moveTo>
                <a:lnTo>
                  <a:pt x="881" y="893"/>
                </a:lnTo>
                <a:moveTo>
                  <a:pt x="887" y="899"/>
                </a:moveTo>
                <a:lnTo>
                  <a:pt x="890" y="902"/>
                </a:lnTo>
                <a:moveTo>
                  <a:pt x="896" y="909"/>
                </a:moveTo>
                <a:lnTo>
                  <a:pt x="900" y="912"/>
                </a:lnTo>
                <a:moveTo>
                  <a:pt x="906" y="918"/>
                </a:moveTo>
                <a:lnTo>
                  <a:pt x="909" y="922"/>
                </a:lnTo>
                <a:moveTo>
                  <a:pt x="915" y="928"/>
                </a:moveTo>
                <a:lnTo>
                  <a:pt x="918" y="93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Freeform 21">
            <a:extLst>
              <a:ext uri="{FF2B5EF4-FFF2-40B4-BE49-F238E27FC236}">
                <a16:creationId xmlns:a16="http://schemas.microsoft.com/office/drawing/2014/main" id="{B2B75E82-2CBC-971D-A642-00F175656C98}"/>
              </a:ext>
            </a:extLst>
          </p:cNvPr>
          <p:cNvSpPr>
            <a:spLocks noEditPoints="1"/>
          </p:cNvSpPr>
          <p:nvPr/>
        </p:nvSpPr>
        <p:spPr bwMode="auto">
          <a:xfrm>
            <a:off x="490538" y="779463"/>
            <a:ext cx="1301750" cy="450850"/>
          </a:xfrm>
          <a:custGeom>
            <a:avLst/>
            <a:gdLst>
              <a:gd name="T0" fmla="*/ 26 w 1641"/>
              <a:gd name="T1" fmla="*/ 9 h 568"/>
              <a:gd name="T2" fmla="*/ 55 w 1641"/>
              <a:gd name="T3" fmla="*/ 19 h 568"/>
              <a:gd name="T4" fmla="*/ 89 w 1641"/>
              <a:gd name="T5" fmla="*/ 31 h 568"/>
              <a:gd name="T6" fmla="*/ 119 w 1641"/>
              <a:gd name="T7" fmla="*/ 41 h 568"/>
              <a:gd name="T8" fmla="*/ 153 w 1641"/>
              <a:gd name="T9" fmla="*/ 53 h 568"/>
              <a:gd name="T10" fmla="*/ 182 w 1641"/>
              <a:gd name="T11" fmla="*/ 63 h 568"/>
              <a:gd name="T12" fmla="*/ 216 w 1641"/>
              <a:gd name="T13" fmla="*/ 75 h 568"/>
              <a:gd name="T14" fmla="*/ 246 w 1641"/>
              <a:gd name="T15" fmla="*/ 85 h 568"/>
              <a:gd name="T16" fmla="*/ 280 w 1641"/>
              <a:gd name="T17" fmla="*/ 97 h 568"/>
              <a:gd name="T18" fmla="*/ 309 w 1641"/>
              <a:gd name="T19" fmla="*/ 107 h 568"/>
              <a:gd name="T20" fmla="*/ 343 w 1641"/>
              <a:gd name="T21" fmla="*/ 119 h 568"/>
              <a:gd name="T22" fmla="*/ 373 w 1641"/>
              <a:gd name="T23" fmla="*/ 129 h 568"/>
              <a:gd name="T24" fmla="*/ 407 w 1641"/>
              <a:gd name="T25" fmla="*/ 141 h 568"/>
              <a:gd name="T26" fmla="*/ 436 w 1641"/>
              <a:gd name="T27" fmla="*/ 151 h 568"/>
              <a:gd name="T28" fmla="*/ 470 w 1641"/>
              <a:gd name="T29" fmla="*/ 162 h 568"/>
              <a:gd name="T30" fmla="*/ 500 w 1641"/>
              <a:gd name="T31" fmla="*/ 173 h 568"/>
              <a:gd name="T32" fmla="*/ 534 w 1641"/>
              <a:gd name="T33" fmla="*/ 184 h 568"/>
              <a:gd name="T34" fmla="*/ 563 w 1641"/>
              <a:gd name="T35" fmla="*/ 195 h 568"/>
              <a:gd name="T36" fmla="*/ 597 w 1641"/>
              <a:gd name="T37" fmla="*/ 206 h 568"/>
              <a:gd name="T38" fmla="*/ 627 w 1641"/>
              <a:gd name="T39" fmla="*/ 217 h 568"/>
              <a:gd name="T40" fmla="*/ 661 w 1641"/>
              <a:gd name="T41" fmla="*/ 228 h 568"/>
              <a:gd name="T42" fmla="*/ 690 w 1641"/>
              <a:gd name="T43" fmla="*/ 239 h 568"/>
              <a:gd name="T44" fmla="*/ 724 w 1641"/>
              <a:gd name="T45" fmla="*/ 250 h 568"/>
              <a:gd name="T46" fmla="*/ 754 w 1641"/>
              <a:gd name="T47" fmla="*/ 261 h 568"/>
              <a:gd name="T48" fmla="*/ 788 w 1641"/>
              <a:gd name="T49" fmla="*/ 272 h 568"/>
              <a:gd name="T50" fmla="*/ 817 w 1641"/>
              <a:gd name="T51" fmla="*/ 283 h 568"/>
              <a:gd name="T52" fmla="*/ 851 w 1641"/>
              <a:gd name="T53" fmla="*/ 294 h 568"/>
              <a:gd name="T54" fmla="*/ 881 w 1641"/>
              <a:gd name="T55" fmla="*/ 305 h 568"/>
              <a:gd name="T56" fmla="*/ 915 w 1641"/>
              <a:gd name="T57" fmla="*/ 316 h 568"/>
              <a:gd name="T58" fmla="*/ 944 w 1641"/>
              <a:gd name="T59" fmla="*/ 327 h 568"/>
              <a:gd name="T60" fmla="*/ 978 w 1641"/>
              <a:gd name="T61" fmla="*/ 338 h 568"/>
              <a:gd name="T62" fmla="*/ 1008 w 1641"/>
              <a:gd name="T63" fmla="*/ 349 h 568"/>
              <a:gd name="T64" fmla="*/ 1042 w 1641"/>
              <a:gd name="T65" fmla="*/ 360 h 568"/>
              <a:gd name="T66" fmla="*/ 1071 w 1641"/>
              <a:gd name="T67" fmla="*/ 371 h 568"/>
              <a:gd name="T68" fmla="*/ 1105 w 1641"/>
              <a:gd name="T69" fmla="*/ 382 h 568"/>
              <a:gd name="T70" fmla="*/ 1135 w 1641"/>
              <a:gd name="T71" fmla="*/ 392 h 568"/>
              <a:gd name="T72" fmla="*/ 1169 w 1641"/>
              <a:gd name="T73" fmla="*/ 404 h 568"/>
              <a:gd name="T74" fmla="*/ 1198 w 1641"/>
              <a:gd name="T75" fmla="*/ 414 h 568"/>
              <a:gd name="T76" fmla="*/ 1232 w 1641"/>
              <a:gd name="T77" fmla="*/ 426 h 568"/>
              <a:gd name="T78" fmla="*/ 1262 w 1641"/>
              <a:gd name="T79" fmla="*/ 436 h 568"/>
              <a:gd name="T80" fmla="*/ 1296 w 1641"/>
              <a:gd name="T81" fmla="*/ 448 h 568"/>
              <a:gd name="T82" fmla="*/ 1325 w 1641"/>
              <a:gd name="T83" fmla="*/ 458 h 568"/>
              <a:gd name="T84" fmla="*/ 1359 w 1641"/>
              <a:gd name="T85" fmla="*/ 470 h 568"/>
              <a:gd name="T86" fmla="*/ 1389 w 1641"/>
              <a:gd name="T87" fmla="*/ 480 h 568"/>
              <a:gd name="T88" fmla="*/ 1423 w 1641"/>
              <a:gd name="T89" fmla="*/ 492 h 568"/>
              <a:gd name="T90" fmla="*/ 1452 w 1641"/>
              <a:gd name="T91" fmla="*/ 502 h 568"/>
              <a:gd name="T92" fmla="*/ 1486 w 1641"/>
              <a:gd name="T93" fmla="*/ 514 h 568"/>
              <a:gd name="T94" fmla="*/ 1516 w 1641"/>
              <a:gd name="T95" fmla="*/ 524 h 568"/>
              <a:gd name="T96" fmla="*/ 1550 w 1641"/>
              <a:gd name="T97" fmla="*/ 536 h 568"/>
              <a:gd name="T98" fmla="*/ 1579 w 1641"/>
              <a:gd name="T99" fmla="*/ 546 h 568"/>
              <a:gd name="T100" fmla="*/ 1613 w 1641"/>
              <a:gd name="T101" fmla="*/ 558 h 568"/>
              <a:gd name="T102" fmla="*/ 1641 w 1641"/>
              <a:gd name="T103" fmla="*/ 568 h 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641" h="568">
                <a:moveTo>
                  <a:pt x="0" y="0"/>
                </a:moveTo>
                <a:lnTo>
                  <a:pt x="5" y="1"/>
                </a:lnTo>
                <a:moveTo>
                  <a:pt x="13" y="4"/>
                </a:moveTo>
                <a:lnTo>
                  <a:pt x="17" y="6"/>
                </a:lnTo>
                <a:moveTo>
                  <a:pt x="26" y="9"/>
                </a:moveTo>
                <a:lnTo>
                  <a:pt x="30" y="10"/>
                </a:lnTo>
                <a:moveTo>
                  <a:pt x="38" y="13"/>
                </a:moveTo>
                <a:lnTo>
                  <a:pt x="43" y="15"/>
                </a:lnTo>
                <a:moveTo>
                  <a:pt x="51" y="17"/>
                </a:moveTo>
                <a:lnTo>
                  <a:pt x="55" y="19"/>
                </a:lnTo>
                <a:moveTo>
                  <a:pt x="64" y="22"/>
                </a:moveTo>
                <a:lnTo>
                  <a:pt x="68" y="23"/>
                </a:lnTo>
                <a:moveTo>
                  <a:pt x="76" y="26"/>
                </a:moveTo>
                <a:lnTo>
                  <a:pt x="81" y="28"/>
                </a:lnTo>
                <a:moveTo>
                  <a:pt x="89" y="31"/>
                </a:moveTo>
                <a:lnTo>
                  <a:pt x="93" y="32"/>
                </a:lnTo>
                <a:moveTo>
                  <a:pt x="102" y="35"/>
                </a:moveTo>
                <a:lnTo>
                  <a:pt x="106" y="36"/>
                </a:lnTo>
                <a:moveTo>
                  <a:pt x="115" y="39"/>
                </a:moveTo>
                <a:lnTo>
                  <a:pt x="119" y="41"/>
                </a:lnTo>
                <a:moveTo>
                  <a:pt x="127" y="44"/>
                </a:moveTo>
                <a:lnTo>
                  <a:pt x="132" y="45"/>
                </a:lnTo>
                <a:moveTo>
                  <a:pt x="140" y="48"/>
                </a:moveTo>
                <a:lnTo>
                  <a:pt x="144" y="50"/>
                </a:lnTo>
                <a:moveTo>
                  <a:pt x="153" y="53"/>
                </a:moveTo>
                <a:lnTo>
                  <a:pt x="157" y="54"/>
                </a:lnTo>
                <a:moveTo>
                  <a:pt x="165" y="57"/>
                </a:moveTo>
                <a:lnTo>
                  <a:pt x="170" y="58"/>
                </a:lnTo>
                <a:moveTo>
                  <a:pt x="178" y="61"/>
                </a:moveTo>
                <a:lnTo>
                  <a:pt x="182" y="63"/>
                </a:lnTo>
                <a:moveTo>
                  <a:pt x="191" y="66"/>
                </a:moveTo>
                <a:lnTo>
                  <a:pt x="195" y="67"/>
                </a:lnTo>
                <a:moveTo>
                  <a:pt x="204" y="70"/>
                </a:moveTo>
                <a:lnTo>
                  <a:pt x="208" y="72"/>
                </a:lnTo>
                <a:moveTo>
                  <a:pt x="216" y="75"/>
                </a:moveTo>
                <a:lnTo>
                  <a:pt x="220" y="76"/>
                </a:lnTo>
                <a:moveTo>
                  <a:pt x="229" y="79"/>
                </a:moveTo>
                <a:lnTo>
                  <a:pt x="233" y="80"/>
                </a:lnTo>
                <a:moveTo>
                  <a:pt x="242" y="83"/>
                </a:moveTo>
                <a:lnTo>
                  <a:pt x="246" y="85"/>
                </a:lnTo>
                <a:moveTo>
                  <a:pt x="254" y="88"/>
                </a:moveTo>
                <a:lnTo>
                  <a:pt x="259" y="89"/>
                </a:lnTo>
                <a:moveTo>
                  <a:pt x="267" y="92"/>
                </a:moveTo>
                <a:lnTo>
                  <a:pt x="271" y="94"/>
                </a:lnTo>
                <a:moveTo>
                  <a:pt x="280" y="97"/>
                </a:moveTo>
                <a:lnTo>
                  <a:pt x="284" y="98"/>
                </a:lnTo>
                <a:moveTo>
                  <a:pt x="292" y="101"/>
                </a:moveTo>
                <a:lnTo>
                  <a:pt x="297" y="102"/>
                </a:lnTo>
                <a:moveTo>
                  <a:pt x="305" y="105"/>
                </a:moveTo>
                <a:lnTo>
                  <a:pt x="309" y="107"/>
                </a:lnTo>
                <a:moveTo>
                  <a:pt x="318" y="110"/>
                </a:moveTo>
                <a:lnTo>
                  <a:pt x="322" y="111"/>
                </a:lnTo>
                <a:moveTo>
                  <a:pt x="331" y="114"/>
                </a:moveTo>
                <a:lnTo>
                  <a:pt x="335" y="116"/>
                </a:lnTo>
                <a:moveTo>
                  <a:pt x="343" y="119"/>
                </a:moveTo>
                <a:lnTo>
                  <a:pt x="347" y="120"/>
                </a:lnTo>
                <a:moveTo>
                  <a:pt x="356" y="123"/>
                </a:moveTo>
                <a:lnTo>
                  <a:pt x="360" y="124"/>
                </a:lnTo>
                <a:moveTo>
                  <a:pt x="369" y="127"/>
                </a:moveTo>
                <a:lnTo>
                  <a:pt x="373" y="129"/>
                </a:lnTo>
                <a:moveTo>
                  <a:pt x="381" y="132"/>
                </a:moveTo>
                <a:lnTo>
                  <a:pt x="386" y="133"/>
                </a:lnTo>
                <a:moveTo>
                  <a:pt x="394" y="136"/>
                </a:moveTo>
                <a:lnTo>
                  <a:pt x="398" y="138"/>
                </a:lnTo>
                <a:moveTo>
                  <a:pt x="407" y="141"/>
                </a:moveTo>
                <a:lnTo>
                  <a:pt x="411" y="142"/>
                </a:lnTo>
                <a:moveTo>
                  <a:pt x="419" y="145"/>
                </a:moveTo>
                <a:lnTo>
                  <a:pt x="424" y="146"/>
                </a:lnTo>
                <a:moveTo>
                  <a:pt x="432" y="149"/>
                </a:moveTo>
                <a:lnTo>
                  <a:pt x="436" y="151"/>
                </a:lnTo>
                <a:moveTo>
                  <a:pt x="445" y="154"/>
                </a:moveTo>
                <a:lnTo>
                  <a:pt x="449" y="155"/>
                </a:lnTo>
                <a:moveTo>
                  <a:pt x="458" y="158"/>
                </a:moveTo>
                <a:lnTo>
                  <a:pt x="462" y="160"/>
                </a:lnTo>
                <a:moveTo>
                  <a:pt x="470" y="162"/>
                </a:moveTo>
                <a:lnTo>
                  <a:pt x="474" y="164"/>
                </a:lnTo>
                <a:moveTo>
                  <a:pt x="483" y="167"/>
                </a:moveTo>
                <a:lnTo>
                  <a:pt x="487" y="168"/>
                </a:lnTo>
                <a:moveTo>
                  <a:pt x="496" y="171"/>
                </a:moveTo>
                <a:lnTo>
                  <a:pt x="500" y="173"/>
                </a:lnTo>
                <a:moveTo>
                  <a:pt x="508" y="176"/>
                </a:moveTo>
                <a:lnTo>
                  <a:pt x="513" y="177"/>
                </a:lnTo>
                <a:moveTo>
                  <a:pt x="521" y="180"/>
                </a:moveTo>
                <a:lnTo>
                  <a:pt x="525" y="182"/>
                </a:lnTo>
                <a:moveTo>
                  <a:pt x="534" y="184"/>
                </a:moveTo>
                <a:lnTo>
                  <a:pt x="538" y="186"/>
                </a:lnTo>
                <a:moveTo>
                  <a:pt x="546" y="189"/>
                </a:moveTo>
                <a:lnTo>
                  <a:pt x="551" y="190"/>
                </a:lnTo>
                <a:moveTo>
                  <a:pt x="559" y="193"/>
                </a:moveTo>
                <a:lnTo>
                  <a:pt x="563" y="195"/>
                </a:lnTo>
                <a:moveTo>
                  <a:pt x="572" y="198"/>
                </a:moveTo>
                <a:lnTo>
                  <a:pt x="576" y="199"/>
                </a:lnTo>
                <a:moveTo>
                  <a:pt x="585" y="202"/>
                </a:moveTo>
                <a:lnTo>
                  <a:pt x="589" y="204"/>
                </a:lnTo>
                <a:moveTo>
                  <a:pt x="597" y="206"/>
                </a:moveTo>
                <a:lnTo>
                  <a:pt x="601" y="208"/>
                </a:lnTo>
                <a:moveTo>
                  <a:pt x="610" y="211"/>
                </a:moveTo>
                <a:lnTo>
                  <a:pt x="614" y="212"/>
                </a:lnTo>
                <a:moveTo>
                  <a:pt x="623" y="215"/>
                </a:moveTo>
                <a:lnTo>
                  <a:pt x="627" y="217"/>
                </a:lnTo>
                <a:moveTo>
                  <a:pt x="635" y="220"/>
                </a:moveTo>
                <a:lnTo>
                  <a:pt x="640" y="221"/>
                </a:lnTo>
                <a:moveTo>
                  <a:pt x="648" y="224"/>
                </a:moveTo>
                <a:lnTo>
                  <a:pt x="652" y="225"/>
                </a:lnTo>
                <a:moveTo>
                  <a:pt x="661" y="228"/>
                </a:moveTo>
                <a:lnTo>
                  <a:pt x="665" y="230"/>
                </a:lnTo>
                <a:moveTo>
                  <a:pt x="673" y="233"/>
                </a:moveTo>
                <a:lnTo>
                  <a:pt x="678" y="234"/>
                </a:lnTo>
                <a:moveTo>
                  <a:pt x="686" y="237"/>
                </a:moveTo>
                <a:lnTo>
                  <a:pt x="690" y="239"/>
                </a:lnTo>
                <a:moveTo>
                  <a:pt x="699" y="242"/>
                </a:moveTo>
                <a:lnTo>
                  <a:pt x="703" y="243"/>
                </a:lnTo>
                <a:moveTo>
                  <a:pt x="712" y="246"/>
                </a:moveTo>
                <a:lnTo>
                  <a:pt x="716" y="247"/>
                </a:lnTo>
                <a:moveTo>
                  <a:pt x="724" y="250"/>
                </a:moveTo>
                <a:lnTo>
                  <a:pt x="728" y="252"/>
                </a:lnTo>
                <a:moveTo>
                  <a:pt x="737" y="255"/>
                </a:moveTo>
                <a:lnTo>
                  <a:pt x="741" y="256"/>
                </a:lnTo>
                <a:moveTo>
                  <a:pt x="750" y="259"/>
                </a:moveTo>
                <a:lnTo>
                  <a:pt x="754" y="261"/>
                </a:lnTo>
                <a:moveTo>
                  <a:pt x="762" y="264"/>
                </a:moveTo>
                <a:lnTo>
                  <a:pt x="767" y="265"/>
                </a:lnTo>
                <a:moveTo>
                  <a:pt x="775" y="268"/>
                </a:moveTo>
                <a:lnTo>
                  <a:pt x="779" y="269"/>
                </a:lnTo>
                <a:moveTo>
                  <a:pt x="788" y="272"/>
                </a:moveTo>
                <a:lnTo>
                  <a:pt x="792" y="274"/>
                </a:lnTo>
                <a:moveTo>
                  <a:pt x="800" y="277"/>
                </a:moveTo>
                <a:lnTo>
                  <a:pt x="805" y="278"/>
                </a:lnTo>
                <a:moveTo>
                  <a:pt x="813" y="281"/>
                </a:moveTo>
                <a:lnTo>
                  <a:pt x="817" y="283"/>
                </a:lnTo>
                <a:moveTo>
                  <a:pt x="826" y="286"/>
                </a:moveTo>
                <a:lnTo>
                  <a:pt x="830" y="287"/>
                </a:lnTo>
                <a:moveTo>
                  <a:pt x="839" y="290"/>
                </a:moveTo>
                <a:lnTo>
                  <a:pt x="843" y="291"/>
                </a:lnTo>
                <a:moveTo>
                  <a:pt x="851" y="294"/>
                </a:moveTo>
                <a:lnTo>
                  <a:pt x="855" y="296"/>
                </a:lnTo>
                <a:moveTo>
                  <a:pt x="864" y="299"/>
                </a:moveTo>
                <a:lnTo>
                  <a:pt x="868" y="300"/>
                </a:lnTo>
                <a:moveTo>
                  <a:pt x="877" y="303"/>
                </a:moveTo>
                <a:lnTo>
                  <a:pt x="881" y="305"/>
                </a:lnTo>
                <a:moveTo>
                  <a:pt x="889" y="308"/>
                </a:moveTo>
                <a:lnTo>
                  <a:pt x="894" y="309"/>
                </a:lnTo>
                <a:moveTo>
                  <a:pt x="902" y="312"/>
                </a:moveTo>
                <a:lnTo>
                  <a:pt x="906" y="313"/>
                </a:lnTo>
                <a:moveTo>
                  <a:pt x="915" y="316"/>
                </a:moveTo>
                <a:lnTo>
                  <a:pt x="919" y="318"/>
                </a:lnTo>
                <a:moveTo>
                  <a:pt x="927" y="321"/>
                </a:moveTo>
                <a:lnTo>
                  <a:pt x="932" y="322"/>
                </a:lnTo>
                <a:moveTo>
                  <a:pt x="940" y="325"/>
                </a:moveTo>
                <a:lnTo>
                  <a:pt x="944" y="327"/>
                </a:lnTo>
                <a:moveTo>
                  <a:pt x="953" y="329"/>
                </a:moveTo>
                <a:lnTo>
                  <a:pt x="957" y="331"/>
                </a:lnTo>
                <a:moveTo>
                  <a:pt x="966" y="334"/>
                </a:moveTo>
                <a:lnTo>
                  <a:pt x="970" y="335"/>
                </a:lnTo>
                <a:moveTo>
                  <a:pt x="978" y="338"/>
                </a:moveTo>
                <a:lnTo>
                  <a:pt x="983" y="340"/>
                </a:lnTo>
                <a:moveTo>
                  <a:pt x="991" y="343"/>
                </a:moveTo>
                <a:lnTo>
                  <a:pt x="995" y="344"/>
                </a:lnTo>
                <a:moveTo>
                  <a:pt x="1004" y="347"/>
                </a:moveTo>
                <a:lnTo>
                  <a:pt x="1008" y="349"/>
                </a:lnTo>
                <a:moveTo>
                  <a:pt x="1016" y="351"/>
                </a:moveTo>
                <a:lnTo>
                  <a:pt x="1021" y="353"/>
                </a:lnTo>
                <a:moveTo>
                  <a:pt x="1029" y="356"/>
                </a:moveTo>
                <a:lnTo>
                  <a:pt x="1033" y="357"/>
                </a:lnTo>
                <a:moveTo>
                  <a:pt x="1042" y="360"/>
                </a:moveTo>
                <a:lnTo>
                  <a:pt x="1046" y="362"/>
                </a:lnTo>
                <a:moveTo>
                  <a:pt x="1054" y="365"/>
                </a:moveTo>
                <a:lnTo>
                  <a:pt x="1059" y="366"/>
                </a:lnTo>
                <a:moveTo>
                  <a:pt x="1067" y="369"/>
                </a:moveTo>
                <a:lnTo>
                  <a:pt x="1071" y="371"/>
                </a:lnTo>
                <a:moveTo>
                  <a:pt x="1080" y="373"/>
                </a:moveTo>
                <a:lnTo>
                  <a:pt x="1084" y="375"/>
                </a:lnTo>
                <a:moveTo>
                  <a:pt x="1093" y="378"/>
                </a:moveTo>
                <a:lnTo>
                  <a:pt x="1097" y="379"/>
                </a:lnTo>
                <a:moveTo>
                  <a:pt x="1105" y="382"/>
                </a:moveTo>
                <a:lnTo>
                  <a:pt x="1110" y="384"/>
                </a:lnTo>
                <a:moveTo>
                  <a:pt x="1118" y="387"/>
                </a:moveTo>
                <a:lnTo>
                  <a:pt x="1122" y="388"/>
                </a:lnTo>
                <a:moveTo>
                  <a:pt x="1131" y="391"/>
                </a:moveTo>
                <a:lnTo>
                  <a:pt x="1135" y="392"/>
                </a:lnTo>
                <a:moveTo>
                  <a:pt x="1143" y="395"/>
                </a:moveTo>
                <a:lnTo>
                  <a:pt x="1148" y="397"/>
                </a:lnTo>
                <a:moveTo>
                  <a:pt x="1156" y="400"/>
                </a:moveTo>
                <a:lnTo>
                  <a:pt x="1160" y="401"/>
                </a:lnTo>
                <a:moveTo>
                  <a:pt x="1169" y="404"/>
                </a:moveTo>
                <a:lnTo>
                  <a:pt x="1173" y="406"/>
                </a:lnTo>
                <a:moveTo>
                  <a:pt x="1181" y="409"/>
                </a:moveTo>
                <a:lnTo>
                  <a:pt x="1186" y="410"/>
                </a:lnTo>
                <a:moveTo>
                  <a:pt x="1194" y="413"/>
                </a:moveTo>
                <a:lnTo>
                  <a:pt x="1198" y="414"/>
                </a:lnTo>
                <a:moveTo>
                  <a:pt x="1207" y="417"/>
                </a:moveTo>
                <a:lnTo>
                  <a:pt x="1211" y="419"/>
                </a:lnTo>
                <a:moveTo>
                  <a:pt x="1220" y="422"/>
                </a:moveTo>
                <a:lnTo>
                  <a:pt x="1224" y="423"/>
                </a:lnTo>
                <a:moveTo>
                  <a:pt x="1232" y="426"/>
                </a:moveTo>
                <a:lnTo>
                  <a:pt x="1237" y="428"/>
                </a:lnTo>
                <a:moveTo>
                  <a:pt x="1245" y="431"/>
                </a:moveTo>
                <a:lnTo>
                  <a:pt x="1249" y="432"/>
                </a:lnTo>
                <a:moveTo>
                  <a:pt x="1258" y="435"/>
                </a:moveTo>
                <a:lnTo>
                  <a:pt x="1262" y="436"/>
                </a:lnTo>
                <a:moveTo>
                  <a:pt x="1270" y="439"/>
                </a:moveTo>
                <a:lnTo>
                  <a:pt x="1275" y="441"/>
                </a:lnTo>
                <a:moveTo>
                  <a:pt x="1283" y="444"/>
                </a:moveTo>
                <a:lnTo>
                  <a:pt x="1287" y="445"/>
                </a:lnTo>
                <a:moveTo>
                  <a:pt x="1296" y="448"/>
                </a:moveTo>
                <a:lnTo>
                  <a:pt x="1300" y="450"/>
                </a:lnTo>
                <a:moveTo>
                  <a:pt x="1309" y="453"/>
                </a:moveTo>
                <a:lnTo>
                  <a:pt x="1313" y="454"/>
                </a:lnTo>
                <a:moveTo>
                  <a:pt x="1321" y="457"/>
                </a:moveTo>
                <a:lnTo>
                  <a:pt x="1325" y="458"/>
                </a:lnTo>
                <a:moveTo>
                  <a:pt x="1334" y="461"/>
                </a:moveTo>
                <a:lnTo>
                  <a:pt x="1338" y="463"/>
                </a:lnTo>
                <a:moveTo>
                  <a:pt x="1347" y="466"/>
                </a:moveTo>
                <a:lnTo>
                  <a:pt x="1351" y="467"/>
                </a:lnTo>
                <a:moveTo>
                  <a:pt x="1359" y="470"/>
                </a:moveTo>
                <a:lnTo>
                  <a:pt x="1364" y="472"/>
                </a:lnTo>
                <a:moveTo>
                  <a:pt x="1372" y="475"/>
                </a:moveTo>
                <a:lnTo>
                  <a:pt x="1376" y="476"/>
                </a:lnTo>
                <a:moveTo>
                  <a:pt x="1385" y="479"/>
                </a:moveTo>
                <a:lnTo>
                  <a:pt x="1389" y="480"/>
                </a:lnTo>
                <a:moveTo>
                  <a:pt x="1397" y="483"/>
                </a:moveTo>
                <a:lnTo>
                  <a:pt x="1402" y="485"/>
                </a:lnTo>
                <a:moveTo>
                  <a:pt x="1410" y="488"/>
                </a:moveTo>
                <a:lnTo>
                  <a:pt x="1414" y="489"/>
                </a:lnTo>
                <a:moveTo>
                  <a:pt x="1423" y="492"/>
                </a:moveTo>
                <a:lnTo>
                  <a:pt x="1427" y="494"/>
                </a:lnTo>
                <a:moveTo>
                  <a:pt x="1436" y="496"/>
                </a:moveTo>
                <a:lnTo>
                  <a:pt x="1440" y="498"/>
                </a:lnTo>
                <a:moveTo>
                  <a:pt x="1448" y="501"/>
                </a:moveTo>
                <a:lnTo>
                  <a:pt x="1452" y="502"/>
                </a:lnTo>
                <a:moveTo>
                  <a:pt x="1461" y="505"/>
                </a:moveTo>
                <a:lnTo>
                  <a:pt x="1465" y="507"/>
                </a:lnTo>
                <a:moveTo>
                  <a:pt x="1474" y="510"/>
                </a:moveTo>
                <a:lnTo>
                  <a:pt x="1478" y="511"/>
                </a:lnTo>
                <a:moveTo>
                  <a:pt x="1486" y="514"/>
                </a:moveTo>
                <a:lnTo>
                  <a:pt x="1491" y="516"/>
                </a:lnTo>
                <a:moveTo>
                  <a:pt x="1499" y="518"/>
                </a:moveTo>
                <a:lnTo>
                  <a:pt x="1503" y="520"/>
                </a:lnTo>
                <a:moveTo>
                  <a:pt x="1512" y="523"/>
                </a:moveTo>
                <a:lnTo>
                  <a:pt x="1516" y="524"/>
                </a:lnTo>
                <a:moveTo>
                  <a:pt x="1524" y="527"/>
                </a:moveTo>
                <a:lnTo>
                  <a:pt x="1529" y="529"/>
                </a:lnTo>
                <a:moveTo>
                  <a:pt x="1537" y="532"/>
                </a:moveTo>
                <a:lnTo>
                  <a:pt x="1541" y="533"/>
                </a:lnTo>
                <a:moveTo>
                  <a:pt x="1550" y="536"/>
                </a:moveTo>
                <a:lnTo>
                  <a:pt x="1554" y="538"/>
                </a:lnTo>
                <a:moveTo>
                  <a:pt x="1563" y="540"/>
                </a:moveTo>
                <a:lnTo>
                  <a:pt x="1567" y="542"/>
                </a:lnTo>
                <a:moveTo>
                  <a:pt x="1575" y="545"/>
                </a:moveTo>
                <a:lnTo>
                  <a:pt x="1579" y="546"/>
                </a:lnTo>
                <a:moveTo>
                  <a:pt x="1588" y="549"/>
                </a:moveTo>
                <a:lnTo>
                  <a:pt x="1592" y="551"/>
                </a:lnTo>
                <a:moveTo>
                  <a:pt x="1601" y="554"/>
                </a:moveTo>
                <a:lnTo>
                  <a:pt x="1605" y="555"/>
                </a:lnTo>
                <a:moveTo>
                  <a:pt x="1613" y="558"/>
                </a:moveTo>
                <a:lnTo>
                  <a:pt x="1618" y="559"/>
                </a:lnTo>
                <a:moveTo>
                  <a:pt x="1626" y="562"/>
                </a:moveTo>
                <a:lnTo>
                  <a:pt x="1630" y="564"/>
                </a:lnTo>
                <a:moveTo>
                  <a:pt x="1639" y="567"/>
                </a:moveTo>
                <a:lnTo>
                  <a:pt x="1641" y="568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Line 22">
            <a:extLst>
              <a:ext uri="{FF2B5EF4-FFF2-40B4-BE49-F238E27FC236}">
                <a16:creationId xmlns:a16="http://schemas.microsoft.com/office/drawing/2014/main" id="{81A823EF-4E02-60BB-86DF-92D16476E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363" y="13017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Line 23">
            <a:extLst>
              <a:ext uri="{FF2B5EF4-FFF2-40B4-BE49-F238E27FC236}">
                <a16:creationId xmlns:a16="http://schemas.microsoft.com/office/drawing/2014/main" id="{073D6544-1E85-27F2-D3BE-77DBF1B3D2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0150" y="13017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Line 24">
            <a:extLst>
              <a:ext uri="{FF2B5EF4-FFF2-40B4-BE49-F238E27FC236}">
                <a16:creationId xmlns:a16="http://schemas.microsoft.com/office/drawing/2014/main" id="{3F5315EA-3939-AAF6-1054-A4E7B81B2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63" y="2111375"/>
            <a:ext cx="1982788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Line 25">
            <a:extLst>
              <a:ext uri="{FF2B5EF4-FFF2-40B4-BE49-F238E27FC236}">
                <a16:creationId xmlns:a16="http://schemas.microsoft.com/office/drawing/2014/main" id="{B9A85D49-2568-0F03-2FF5-1CB630E7D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63" y="130175"/>
            <a:ext cx="1982788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26">
            <a:extLst>
              <a:ext uri="{FF2B5EF4-FFF2-40B4-BE49-F238E27FC236}">
                <a16:creationId xmlns:a16="http://schemas.microsoft.com/office/drawing/2014/main" id="{086A8D88-AC61-8569-A751-3826828E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2192338"/>
            <a:ext cx="15709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27">
            <a:extLst>
              <a:ext uri="{FF2B5EF4-FFF2-40B4-BE49-F238E27FC236}">
                <a16:creationId xmlns:a16="http://schemas.microsoft.com/office/drawing/2014/main" id="{EC70AF0D-6846-D844-F90D-24F2ECD3A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8" y="2197100"/>
            <a:ext cx="3794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固定概率：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7" name="Rectangle 28">
            <a:extLst>
              <a:ext uri="{FF2B5EF4-FFF2-40B4-BE49-F238E27FC236}">
                <a16:creationId xmlns:a16="http://schemas.microsoft.com/office/drawing/2014/main" id="{8FBBE943-8C59-5B20-3E18-AB417F31B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0" y="2192338"/>
            <a:ext cx="1428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" name="Rectangle 29">
            <a:extLst>
              <a:ext uri="{FF2B5EF4-FFF2-40B4-BE49-F238E27FC236}">
                <a16:creationId xmlns:a16="http://schemas.microsoft.com/office/drawing/2014/main" id="{1F15FEAD-8D4A-FFC0-3B33-816F9CFE4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13" y="2330450"/>
            <a:ext cx="1317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9" name="Rectangle 30">
            <a:extLst>
              <a:ext uri="{FF2B5EF4-FFF2-40B4-BE49-F238E27FC236}">
                <a16:creationId xmlns:a16="http://schemas.microsoft.com/office/drawing/2014/main" id="{51AEF49B-81F9-7C79-BEB1-42C39EC5D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233045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" name="Rectangle 31">
            <a:extLst>
              <a:ext uri="{FF2B5EF4-FFF2-40B4-BE49-F238E27FC236}">
                <a16:creationId xmlns:a16="http://schemas.microsoft.com/office/drawing/2014/main" id="{4B35A0CF-0DB6-65DE-47BC-D0080FDB3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" name="Rectangle 32">
            <a:extLst>
              <a:ext uri="{FF2B5EF4-FFF2-40B4-BE49-F238E27FC236}">
                <a16:creationId xmlns:a16="http://schemas.microsoft.com/office/drawing/2014/main" id="{940F3B3B-7111-F63B-46ED-1D0C9F3AF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2" name="Rectangle 33">
            <a:extLst>
              <a:ext uri="{FF2B5EF4-FFF2-40B4-BE49-F238E27FC236}">
                <a16:creationId xmlns:a16="http://schemas.microsoft.com/office/drawing/2014/main" id="{B238F1AB-7072-25F3-C47C-B5E90393F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3" name="Rectangle 34">
            <a:extLst>
              <a:ext uri="{FF2B5EF4-FFF2-40B4-BE49-F238E27FC236}">
                <a16:creationId xmlns:a16="http://schemas.microsoft.com/office/drawing/2014/main" id="{EC114631-627D-27CA-5991-E75D4FB85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25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" name="Rectangle 35">
            <a:extLst>
              <a:ext uri="{FF2B5EF4-FFF2-40B4-BE49-F238E27FC236}">
                <a16:creationId xmlns:a16="http://schemas.microsoft.com/office/drawing/2014/main" id="{60DC77BE-23BD-834B-BA5D-942E05475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5" name="Rectangle 36">
            <a:extLst>
              <a:ext uri="{FF2B5EF4-FFF2-40B4-BE49-F238E27FC236}">
                <a16:creationId xmlns:a16="http://schemas.microsoft.com/office/drawing/2014/main" id="{874FE314-1E8E-593D-5EDE-EC4ED5275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6" name="Rectangle 37">
            <a:extLst>
              <a:ext uri="{FF2B5EF4-FFF2-40B4-BE49-F238E27FC236}">
                <a16:creationId xmlns:a16="http://schemas.microsoft.com/office/drawing/2014/main" id="{C46B5CBA-EA75-8DAC-324A-AA3DEE1A2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8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7" name="Rectangle 38">
            <a:extLst>
              <a:ext uri="{FF2B5EF4-FFF2-40B4-BE49-F238E27FC236}">
                <a16:creationId xmlns:a16="http://schemas.microsoft.com/office/drawing/2014/main" id="{CBAD1271-A5FD-D958-2423-718D4283F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2330450"/>
            <a:ext cx="1016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8" name="Rectangle 39">
            <a:extLst>
              <a:ext uri="{FF2B5EF4-FFF2-40B4-BE49-F238E27FC236}">
                <a16:creationId xmlns:a16="http://schemas.microsoft.com/office/drawing/2014/main" id="{085DDDDB-F0C8-8A04-3E01-603281B1A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9" name="Rectangle 40">
            <a:extLst>
              <a:ext uri="{FF2B5EF4-FFF2-40B4-BE49-F238E27FC236}">
                <a16:creationId xmlns:a16="http://schemas.microsoft.com/office/drawing/2014/main" id="{C848386F-E5D6-E467-EEC7-803911F9B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5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" name="Rectangle 41">
            <a:extLst>
              <a:ext uri="{FF2B5EF4-FFF2-40B4-BE49-F238E27FC236}">
                <a16:creationId xmlns:a16="http://schemas.microsoft.com/office/drawing/2014/main" id="{F88B313E-B61F-AE7F-5EC6-0D11C9CB0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050" y="233045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Rectangle 42">
            <a:extLst>
              <a:ext uri="{FF2B5EF4-FFF2-40B4-BE49-F238E27FC236}">
                <a16:creationId xmlns:a16="http://schemas.microsoft.com/office/drawing/2014/main" id="{38A536B8-07FF-2316-2575-7854E4A72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43">
            <a:extLst>
              <a:ext uri="{FF2B5EF4-FFF2-40B4-BE49-F238E27FC236}">
                <a16:creationId xmlns:a16="http://schemas.microsoft.com/office/drawing/2014/main" id="{7BDB0BF2-CAD9-16E4-F735-FC8D2B1E2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3" name="Rectangle 44">
            <a:extLst>
              <a:ext uri="{FF2B5EF4-FFF2-40B4-BE49-F238E27FC236}">
                <a16:creationId xmlns:a16="http://schemas.microsoft.com/office/drawing/2014/main" id="{62B64208-5F8A-0361-54E5-A88737CF3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" name="Rectangle 45">
            <a:extLst>
              <a:ext uri="{FF2B5EF4-FFF2-40B4-BE49-F238E27FC236}">
                <a16:creationId xmlns:a16="http://schemas.microsoft.com/office/drawing/2014/main" id="{0D789E9B-CC75-08EF-951A-4650327ED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5" name="Rectangle 46">
            <a:extLst>
              <a:ext uri="{FF2B5EF4-FFF2-40B4-BE49-F238E27FC236}">
                <a16:creationId xmlns:a16="http://schemas.microsoft.com/office/drawing/2014/main" id="{B48CBF8F-885D-A082-D186-20CA61578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" name="Rectangle 47">
            <a:extLst>
              <a:ext uri="{FF2B5EF4-FFF2-40B4-BE49-F238E27FC236}">
                <a16:creationId xmlns:a16="http://schemas.microsoft.com/office/drawing/2014/main" id="{CC9A34BA-B850-F0A5-471F-0E445BC5B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7" name="Rectangle 48">
            <a:extLst>
              <a:ext uri="{FF2B5EF4-FFF2-40B4-BE49-F238E27FC236}">
                <a16:creationId xmlns:a16="http://schemas.microsoft.com/office/drawing/2014/main" id="{C2E00291-BD1F-DF26-479D-D219A8167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2330450"/>
            <a:ext cx="1127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8" name="Rectangle 49">
            <a:extLst>
              <a:ext uri="{FF2B5EF4-FFF2-40B4-BE49-F238E27FC236}">
                <a16:creationId xmlns:a16="http://schemas.microsoft.com/office/drawing/2014/main" id="{A2F6D908-9FB1-5205-9D0D-7DCFBA1B1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 50">
            <a:extLst>
              <a:ext uri="{FF2B5EF4-FFF2-40B4-BE49-F238E27FC236}">
                <a16:creationId xmlns:a16="http://schemas.microsoft.com/office/drawing/2014/main" id="{919E9D89-947E-B628-8ED6-F6852A184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525" y="2476500"/>
            <a:ext cx="12858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" name="Rectangle 51">
            <a:extLst>
              <a:ext uri="{FF2B5EF4-FFF2-40B4-BE49-F238E27FC236}">
                <a16:creationId xmlns:a16="http://schemas.microsoft.com/office/drawing/2014/main" id="{992E3CF5-BE4A-E9C8-B502-56EE3F8E6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2538413"/>
            <a:ext cx="619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Rectangle 52">
            <a:extLst>
              <a:ext uri="{FF2B5EF4-FFF2-40B4-BE49-F238E27FC236}">
                <a16:creationId xmlns:a16="http://schemas.microsoft.com/office/drawing/2014/main" id="{C0225ED2-5DA1-2990-9BE7-7DA01C4AC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188" y="2538413"/>
            <a:ext cx="762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" name="Rectangle 53">
            <a:extLst>
              <a:ext uri="{FF2B5EF4-FFF2-40B4-BE49-F238E27FC236}">
                <a16:creationId xmlns:a16="http://schemas.microsoft.com/office/drawing/2014/main" id="{0C92D39B-2FB0-9802-AA25-5A2EC29C2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700" y="2538413"/>
            <a:ext cx="666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" name="Rectangle 54">
            <a:extLst>
              <a:ext uri="{FF2B5EF4-FFF2-40B4-BE49-F238E27FC236}">
                <a16:creationId xmlns:a16="http://schemas.microsoft.com/office/drawing/2014/main" id="{7EECE309-F7F4-37BE-C0DE-AD9E43B91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2538413"/>
            <a:ext cx="1047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" name="Rectangle 55">
            <a:extLst>
              <a:ext uri="{FF2B5EF4-FFF2-40B4-BE49-F238E27FC236}">
                <a16:creationId xmlns:a16="http://schemas.microsoft.com/office/drawing/2014/main" id="{1E1D7BEB-11DB-5862-CC21-B319B9E87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247650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" name="Rectangle 56">
            <a:extLst>
              <a:ext uri="{FF2B5EF4-FFF2-40B4-BE49-F238E27FC236}">
                <a16:creationId xmlns:a16="http://schemas.microsoft.com/office/drawing/2014/main" id="{FA5EDC2B-8501-FE32-675B-4A32BA63B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" name="Rectangle 57">
            <a:extLst>
              <a:ext uri="{FF2B5EF4-FFF2-40B4-BE49-F238E27FC236}">
                <a16:creationId xmlns:a16="http://schemas.microsoft.com/office/drawing/2014/main" id="{EB639BF6-08A4-2815-4D24-C33AE5AE4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288" y="24765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" name="Rectangle 58">
            <a:extLst>
              <a:ext uri="{FF2B5EF4-FFF2-40B4-BE49-F238E27FC236}">
                <a16:creationId xmlns:a16="http://schemas.microsoft.com/office/drawing/2014/main" id="{D65E2340-8C68-5D6A-8D2E-79E486DD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59">
            <a:extLst>
              <a:ext uri="{FF2B5EF4-FFF2-40B4-BE49-F238E27FC236}">
                <a16:creationId xmlns:a16="http://schemas.microsoft.com/office/drawing/2014/main" id="{B1446BFE-415B-0F0A-B6BB-7A71109EF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" name="Rectangle 60">
            <a:extLst>
              <a:ext uri="{FF2B5EF4-FFF2-40B4-BE49-F238E27FC236}">
                <a16:creationId xmlns:a16="http://schemas.microsoft.com/office/drawing/2014/main" id="{C19C988B-0232-8321-64CE-2CDA2B67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" name="Rectangle 61">
            <a:extLst>
              <a:ext uri="{FF2B5EF4-FFF2-40B4-BE49-F238E27FC236}">
                <a16:creationId xmlns:a16="http://schemas.microsoft.com/office/drawing/2014/main" id="{C685405D-3361-1E4D-461B-3FA80B8E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1" name="Freeform 62">
            <a:extLst>
              <a:ext uri="{FF2B5EF4-FFF2-40B4-BE49-F238E27FC236}">
                <a16:creationId xmlns:a16="http://schemas.microsoft.com/office/drawing/2014/main" id="{C12D11C3-9036-16DB-E513-CA38166CBA1D}"/>
              </a:ext>
            </a:extLst>
          </p:cNvPr>
          <p:cNvSpPr>
            <a:spLocks noEditPoints="1"/>
          </p:cNvSpPr>
          <p:nvPr/>
        </p:nvSpPr>
        <p:spPr bwMode="auto">
          <a:xfrm>
            <a:off x="487363" y="777875"/>
            <a:ext cx="1304925" cy="452438"/>
          </a:xfrm>
          <a:custGeom>
            <a:avLst/>
            <a:gdLst>
              <a:gd name="T0" fmla="*/ 0 w 1644"/>
              <a:gd name="T1" fmla="*/ 0 h 569"/>
              <a:gd name="T2" fmla="*/ 24 w 1644"/>
              <a:gd name="T3" fmla="*/ 8 h 569"/>
              <a:gd name="T4" fmla="*/ 92 w 1644"/>
              <a:gd name="T5" fmla="*/ 32 h 569"/>
              <a:gd name="T6" fmla="*/ 234 w 1644"/>
              <a:gd name="T7" fmla="*/ 81 h 569"/>
              <a:gd name="T8" fmla="*/ 302 w 1644"/>
              <a:gd name="T9" fmla="*/ 104 h 569"/>
              <a:gd name="T10" fmla="*/ 443 w 1644"/>
              <a:gd name="T11" fmla="*/ 153 h 569"/>
              <a:gd name="T12" fmla="*/ 511 w 1644"/>
              <a:gd name="T13" fmla="*/ 177 h 569"/>
              <a:gd name="T14" fmla="*/ 653 w 1644"/>
              <a:gd name="T15" fmla="*/ 226 h 569"/>
              <a:gd name="T16" fmla="*/ 721 w 1644"/>
              <a:gd name="T17" fmla="*/ 249 h 569"/>
              <a:gd name="T18" fmla="*/ 862 w 1644"/>
              <a:gd name="T19" fmla="*/ 298 h 569"/>
              <a:gd name="T20" fmla="*/ 930 w 1644"/>
              <a:gd name="T21" fmla="*/ 322 h 569"/>
              <a:gd name="T22" fmla="*/ 1072 w 1644"/>
              <a:gd name="T23" fmla="*/ 371 h 569"/>
              <a:gd name="T24" fmla="*/ 1140 w 1644"/>
              <a:gd name="T25" fmla="*/ 394 h 569"/>
              <a:gd name="T26" fmla="*/ 1282 w 1644"/>
              <a:gd name="T27" fmla="*/ 443 h 569"/>
              <a:gd name="T28" fmla="*/ 1350 w 1644"/>
              <a:gd name="T29" fmla="*/ 467 h 569"/>
              <a:gd name="T30" fmla="*/ 1491 w 1644"/>
              <a:gd name="T31" fmla="*/ 516 h 569"/>
              <a:gd name="T32" fmla="*/ 1559 w 1644"/>
              <a:gd name="T33" fmla="*/ 539 h 569"/>
              <a:gd name="T34" fmla="*/ 1644 w 1644"/>
              <a:gd name="T35" fmla="*/ 569 h 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44" h="569">
                <a:moveTo>
                  <a:pt x="0" y="0"/>
                </a:moveTo>
                <a:lnTo>
                  <a:pt x="24" y="8"/>
                </a:lnTo>
                <a:moveTo>
                  <a:pt x="92" y="32"/>
                </a:moveTo>
                <a:lnTo>
                  <a:pt x="234" y="81"/>
                </a:lnTo>
                <a:moveTo>
                  <a:pt x="302" y="104"/>
                </a:moveTo>
                <a:lnTo>
                  <a:pt x="443" y="153"/>
                </a:lnTo>
                <a:moveTo>
                  <a:pt x="511" y="177"/>
                </a:moveTo>
                <a:lnTo>
                  <a:pt x="653" y="226"/>
                </a:lnTo>
                <a:moveTo>
                  <a:pt x="721" y="249"/>
                </a:moveTo>
                <a:lnTo>
                  <a:pt x="862" y="298"/>
                </a:lnTo>
                <a:moveTo>
                  <a:pt x="930" y="322"/>
                </a:moveTo>
                <a:lnTo>
                  <a:pt x="1072" y="371"/>
                </a:lnTo>
                <a:moveTo>
                  <a:pt x="1140" y="394"/>
                </a:moveTo>
                <a:lnTo>
                  <a:pt x="1282" y="443"/>
                </a:lnTo>
                <a:moveTo>
                  <a:pt x="1350" y="467"/>
                </a:moveTo>
                <a:lnTo>
                  <a:pt x="1491" y="516"/>
                </a:lnTo>
                <a:moveTo>
                  <a:pt x="1559" y="539"/>
                </a:moveTo>
                <a:lnTo>
                  <a:pt x="1644" y="569"/>
                </a:lnTo>
              </a:path>
            </a:pathLst>
          </a:cu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Line 63">
            <a:extLst>
              <a:ext uri="{FF2B5EF4-FFF2-40B4-BE49-F238E27FC236}">
                <a16:creationId xmlns:a16="http://schemas.microsoft.com/office/drawing/2014/main" id="{92DB7A15-26F7-32DE-E51D-6EFE08F579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663" y="554038"/>
            <a:ext cx="1365250" cy="1557338"/>
          </a:xfrm>
          <a:prstGeom prst="line">
            <a:avLst/>
          </a:pr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Freeform 64">
            <a:extLst>
              <a:ext uri="{FF2B5EF4-FFF2-40B4-BE49-F238E27FC236}">
                <a16:creationId xmlns:a16="http://schemas.microsoft.com/office/drawing/2014/main" id="{DCF7E2A5-1B6D-6C12-2188-74552CD77071}"/>
              </a:ext>
            </a:extLst>
          </p:cNvPr>
          <p:cNvSpPr>
            <a:spLocks/>
          </p:cNvSpPr>
          <p:nvPr/>
        </p:nvSpPr>
        <p:spPr bwMode="auto">
          <a:xfrm>
            <a:off x="1414463" y="1057275"/>
            <a:ext cx="128588" cy="127000"/>
          </a:xfrm>
          <a:custGeom>
            <a:avLst/>
            <a:gdLst>
              <a:gd name="T0" fmla="*/ 81 w 161"/>
              <a:gd name="T1" fmla="*/ 0 h 161"/>
              <a:gd name="T2" fmla="*/ 138 w 161"/>
              <a:gd name="T3" fmla="*/ 24 h 161"/>
              <a:gd name="T4" fmla="*/ 161 w 161"/>
              <a:gd name="T5" fmla="*/ 81 h 161"/>
              <a:gd name="T6" fmla="*/ 138 w 161"/>
              <a:gd name="T7" fmla="*/ 138 h 161"/>
              <a:gd name="T8" fmla="*/ 81 w 161"/>
              <a:gd name="T9" fmla="*/ 161 h 161"/>
              <a:gd name="T10" fmla="*/ 24 w 161"/>
              <a:gd name="T11" fmla="*/ 138 h 161"/>
              <a:gd name="T12" fmla="*/ 0 w 161"/>
              <a:gd name="T13" fmla="*/ 81 h 161"/>
              <a:gd name="T14" fmla="*/ 24 w 161"/>
              <a:gd name="T15" fmla="*/ 24 h 161"/>
              <a:gd name="T16" fmla="*/ 81 w 161"/>
              <a:gd name="T17" fmla="*/ 0 h 161"/>
              <a:gd name="T18" fmla="*/ 81 w 161"/>
              <a:gd name="T19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1" h="161">
                <a:moveTo>
                  <a:pt x="81" y="0"/>
                </a:moveTo>
                <a:cubicBezTo>
                  <a:pt x="102" y="0"/>
                  <a:pt x="122" y="9"/>
                  <a:pt x="138" y="24"/>
                </a:cubicBezTo>
                <a:cubicBezTo>
                  <a:pt x="153" y="39"/>
                  <a:pt x="161" y="59"/>
                  <a:pt x="161" y="81"/>
                </a:cubicBezTo>
                <a:cubicBezTo>
                  <a:pt x="161" y="102"/>
                  <a:pt x="153" y="123"/>
                  <a:pt x="138" y="138"/>
                </a:cubicBezTo>
                <a:cubicBezTo>
                  <a:pt x="122" y="153"/>
                  <a:pt x="102" y="161"/>
                  <a:pt x="81" y="161"/>
                </a:cubicBezTo>
                <a:cubicBezTo>
                  <a:pt x="59" y="161"/>
                  <a:pt x="39" y="153"/>
                  <a:pt x="24" y="138"/>
                </a:cubicBezTo>
                <a:cubicBezTo>
                  <a:pt x="9" y="123"/>
                  <a:pt x="0" y="102"/>
                  <a:pt x="0" y="81"/>
                </a:cubicBezTo>
                <a:cubicBezTo>
                  <a:pt x="0" y="59"/>
                  <a:pt x="9" y="39"/>
                  <a:pt x="24" y="24"/>
                </a:cubicBezTo>
                <a:cubicBezTo>
                  <a:pt x="39" y="9"/>
                  <a:pt x="59" y="0"/>
                  <a:pt x="81" y="0"/>
                </a:cubicBezTo>
                <a:lnTo>
                  <a:pt x="81" y="0"/>
                </a:ln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" name="Rectangle 65">
            <a:extLst>
              <a:ext uri="{FF2B5EF4-FFF2-40B4-BE49-F238E27FC236}">
                <a16:creationId xmlns:a16="http://schemas.microsoft.com/office/drawing/2014/main" id="{F342DBD0-0D26-16CA-A1E8-97923D689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6" y="130175"/>
            <a:ext cx="19812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Freeform 66">
            <a:extLst>
              <a:ext uri="{FF2B5EF4-FFF2-40B4-BE49-F238E27FC236}">
                <a16:creationId xmlns:a16="http://schemas.microsoft.com/office/drawing/2014/main" id="{DF5C9A32-AF94-4A3F-0374-3EACF416E142}"/>
              </a:ext>
            </a:extLst>
          </p:cNvPr>
          <p:cNvSpPr>
            <a:spLocks noEditPoints="1"/>
          </p:cNvSpPr>
          <p:nvPr/>
        </p:nvSpPr>
        <p:spPr bwMode="auto">
          <a:xfrm>
            <a:off x="3886201" y="1157288"/>
            <a:ext cx="876300" cy="952500"/>
          </a:xfrm>
          <a:custGeom>
            <a:avLst/>
            <a:gdLst>
              <a:gd name="T0" fmla="*/ 12 w 1104"/>
              <a:gd name="T1" fmla="*/ 13 h 1201"/>
              <a:gd name="T2" fmla="*/ 30 w 1104"/>
              <a:gd name="T3" fmla="*/ 33 h 1201"/>
              <a:gd name="T4" fmla="*/ 49 w 1104"/>
              <a:gd name="T5" fmla="*/ 53 h 1201"/>
              <a:gd name="T6" fmla="*/ 67 w 1104"/>
              <a:gd name="T7" fmla="*/ 72 h 1201"/>
              <a:gd name="T8" fmla="*/ 85 w 1104"/>
              <a:gd name="T9" fmla="*/ 92 h 1201"/>
              <a:gd name="T10" fmla="*/ 103 w 1104"/>
              <a:gd name="T11" fmla="*/ 112 h 1201"/>
              <a:gd name="T12" fmla="*/ 121 w 1104"/>
              <a:gd name="T13" fmla="*/ 132 h 1201"/>
              <a:gd name="T14" fmla="*/ 140 w 1104"/>
              <a:gd name="T15" fmla="*/ 152 h 1201"/>
              <a:gd name="T16" fmla="*/ 158 w 1104"/>
              <a:gd name="T17" fmla="*/ 171 h 1201"/>
              <a:gd name="T18" fmla="*/ 176 w 1104"/>
              <a:gd name="T19" fmla="*/ 191 h 1201"/>
              <a:gd name="T20" fmla="*/ 194 w 1104"/>
              <a:gd name="T21" fmla="*/ 211 h 1201"/>
              <a:gd name="T22" fmla="*/ 212 w 1104"/>
              <a:gd name="T23" fmla="*/ 231 h 1201"/>
              <a:gd name="T24" fmla="*/ 230 w 1104"/>
              <a:gd name="T25" fmla="*/ 251 h 1201"/>
              <a:gd name="T26" fmla="*/ 249 w 1104"/>
              <a:gd name="T27" fmla="*/ 270 h 1201"/>
              <a:gd name="T28" fmla="*/ 267 w 1104"/>
              <a:gd name="T29" fmla="*/ 290 h 1201"/>
              <a:gd name="T30" fmla="*/ 285 w 1104"/>
              <a:gd name="T31" fmla="*/ 310 h 1201"/>
              <a:gd name="T32" fmla="*/ 303 w 1104"/>
              <a:gd name="T33" fmla="*/ 330 h 1201"/>
              <a:gd name="T34" fmla="*/ 321 w 1104"/>
              <a:gd name="T35" fmla="*/ 350 h 1201"/>
              <a:gd name="T36" fmla="*/ 340 w 1104"/>
              <a:gd name="T37" fmla="*/ 369 h 1201"/>
              <a:gd name="T38" fmla="*/ 358 w 1104"/>
              <a:gd name="T39" fmla="*/ 389 h 1201"/>
              <a:gd name="T40" fmla="*/ 376 w 1104"/>
              <a:gd name="T41" fmla="*/ 409 h 1201"/>
              <a:gd name="T42" fmla="*/ 394 w 1104"/>
              <a:gd name="T43" fmla="*/ 429 h 1201"/>
              <a:gd name="T44" fmla="*/ 412 w 1104"/>
              <a:gd name="T45" fmla="*/ 449 h 1201"/>
              <a:gd name="T46" fmla="*/ 431 w 1104"/>
              <a:gd name="T47" fmla="*/ 468 h 1201"/>
              <a:gd name="T48" fmla="*/ 449 w 1104"/>
              <a:gd name="T49" fmla="*/ 488 h 1201"/>
              <a:gd name="T50" fmla="*/ 467 w 1104"/>
              <a:gd name="T51" fmla="*/ 508 h 1201"/>
              <a:gd name="T52" fmla="*/ 485 w 1104"/>
              <a:gd name="T53" fmla="*/ 528 h 1201"/>
              <a:gd name="T54" fmla="*/ 503 w 1104"/>
              <a:gd name="T55" fmla="*/ 548 h 1201"/>
              <a:gd name="T56" fmla="*/ 521 w 1104"/>
              <a:gd name="T57" fmla="*/ 567 h 1201"/>
              <a:gd name="T58" fmla="*/ 540 w 1104"/>
              <a:gd name="T59" fmla="*/ 587 h 1201"/>
              <a:gd name="T60" fmla="*/ 558 w 1104"/>
              <a:gd name="T61" fmla="*/ 607 h 1201"/>
              <a:gd name="T62" fmla="*/ 576 w 1104"/>
              <a:gd name="T63" fmla="*/ 627 h 1201"/>
              <a:gd name="T64" fmla="*/ 594 w 1104"/>
              <a:gd name="T65" fmla="*/ 646 h 1201"/>
              <a:gd name="T66" fmla="*/ 612 w 1104"/>
              <a:gd name="T67" fmla="*/ 666 h 1201"/>
              <a:gd name="T68" fmla="*/ 631 w 1104"/>
              <a:gd name="T69" fmla="*/ 686 h 1201"/>
              <a:gd name="T70" fmla="*/ 649 w 1104"/>
              <a:gd name="T71" fmla="*/ 706 h 1201"/>
              <a:gd name="T72" fmla="*/ 667 w 1104"/>
              <a:gd name="T73" fmla="*/ 726 h 1201"/>
              <a:gd name="T74" fmla="*/ 685 w 1104"/>
              <a:gd name="T75" fmla="*/ 745 h 1201"/>
              <a:gd name="T76" fmla="*/ 703 w 1104"/>
              <a:gd name="T77" fmla="*/ 765 h 1201"/>
              <a:gd name="T78" fmla="*/ 722 w 1104"/>
              <a:gd name="T79" fmla="*/ 785 h 1201"/>
              <a:gd name="T80" fmla="*/ 740 w 1104"/>
              <a:gd name="T81" fmla="*/ 805 h 1201"/>
              <a:gd name="T82" fmla="*/ 758 w 1104"/>
              <a:gd name="T83" fmla="*/ 825 h 1201"/>
              <a:gd name="T84" fmla="*/ 776 w 1104"/>
              <a:gd name="T85" fmla="*/ 844 h 1201"/>
              <a:gd name="T86" fmla="*/ 794 w 1104"/>
              <a:gd name="T87" fmla="*/ 864 h 1201"/>
              <a:gd name="T88" fmla="*/ 813 w 1104"/>
              <a:gd name="T89" fmla="*/ 884 h 1201"/>
              <a:gd name="T90" fmla="*/ 831 w 1104"/>
              <a:gd name="T91" fmla="*/ 904 h 1201"/>
              <a:gd name="T92" fmla="*/ 849 w 1104"/>
              <a:gd name="T93" fmla="*/ 924 h 1201"/>
              <a:gd name="T94" fmla="*/ 867 w 1104"/>
              <a:gd name="T95" fmla="*/ 943 h 1201"/>
              <a:gd name="T96" fmla="*/ 885 w 1104"/>
              <a:gd name="T97" fmla="*/ 963 h 1201"/>
              <a:gd name="T98" fmla="*/ 903 w 1104"/>
              <a:gd name="T99" fmla="*/ 983 h 1201"/>
              <a:gd name="T100" fmla="*/ 922 w 1104"/>
              <a:gd name="T101" fmla="*/ 1003 h 1201"/>
              <a:gd name="T102" fmla="*/ 940 w 1104"/>
              <a:gd name="T103" fmla="*/ 1023 h 1201"/>
              <a:gd name="T104" fmla="*/ 958 w 1104"/>
              <a:gd name="T105" fmla="*/ 1042 h 1201"/>
              <a:gd name="T106" fmla="*/ 976 w 1104"/>
              <a:gd name="T107" fmla="*/ 1062 h 1201"/>
              <a:gd name="T108" fmla="*/ 994 w 1104"/>
              <a:gd name="T109" fmla="*/ 1082 h 1201"/>
              <a:gd name="T110" fmla="*/ 1013 w 1104"/>
              <a:gd name="T111" fmla="*/ 1102 h 1201"/>
              <a:gd name="T112" fmla="*/ 1031 w 1104"/>
              <a:gd name="T113" fmla="*/ 1121 h 1201"/>
              <a:gd name="T114" fmla="*/ 1049 w 1104"/>
              <a:gd name="T115" fmla="*/ 1141 h 1201"/>
              <a:gd name="T116" fmla="*/ 1067 w 1104"/>
              <a:gd name="T117" fmla="*/ 1161 h 1201"/>
              <a:gd name="T118" fmla="*/ 1085 w 1104"/>
              <a:gd name="T119" fmla="*/ 1181 h 1201"/>
              <a:gd name="T120" fmla="*/ 1104 w 1104"/>
              <a:gd name="T121" fmla="*/ 1201 h 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104" h="1201">
                <a:moveTo>
                  <a:pt x="0" y="0"/>
                </a:moveTo>
                <a:lnTo>
                  <a:pt x="3" y="3"/>
                </a:lnTo>
                <a:moveTo>
                  <a:pt x="9" y="10"/>
                </a:moveTo>
                <a:lnTo>
                  <a:pt x="12" y="13"/>
                </a:lnTo>
                <a:moveTo>
                  <a:pt x="18" y="20"/>
                </a:moveTo>
                <a:lnTo>
                  <a:pt x="21" y="23"/>
                </a:lnTo>
                <a:moveTo>
                  <a:pt x="27" y="30"/>
                </a:moveTo>
                <a:lnTo>
                  <a:pt x="30" y="33"/>
                </a:lnTo>
                <a:moveTo>
                  <a:pt x="36" y="40"/>
                </a:moveTo>
                <a:lnTo>
                  <a:pt x="39" y="43"/>
                </a:lnTo>
                <a:moveTo>
                  <a:pt x="46" y="49"/>
                </a:moveTo>
                <a:lnTo>
                  <a:pt x="49" y="53"/>
                </a:lnTo>
                <a:moveTo>
                  <a:pt x="55" y="59"/>
                </a:moveTo>
                <a:lnTo>
                  <a:pt x="58" y="63"/>
                </a:lnTo>
                <a:moveTo>
                  <a:pt x="64" y="69"/>
                </a:moveTo>
                <a:lnTo>
                  <a:pt x="67" y="72"/>
                </a:lnTo>
                <a:moveTo>
                  <a:pt x="73" y="79"/>
                </a:moveTo>
                <a:lnTo>
                  <a:pt x="76" y="82"/>
                </a:lnTo>
                <a:moveTo>
                  <a:pt x="82" y="89"/>
                </a:moveTo>
                <a:lnTo>
                  <a:pt x="85" y="92"/>
                </a:lnTo>
                <a:moveTo>
                  <a:pt x="91" y="99"/>
                </a:moveTo>
                <a:lnTo>
                  <a:pt x="94" y="102"/>
                </a:lnTo>
                <a:moveTo>
                  <a:pt x="100" y="109"/>
                </a:moveTo>
                <a:lnTo>
                  <a:pt x="103" y="112"/>
                </a:lnTo>
                <a:moveTo>
                  <a:pt x="109" y="119"/>
                </a:moveTo>
                <a:lnTo>
                  <a:pt x="112" y="122"/>
                </a:lnTo>
                <a:moveTo>
                  <a:pt x="118" y="129"/>
                </a:moveTo>
                <a:lnTo>
                  <a:pt x="121" y="132"/>
                </a:lnTo>
                <a:moveTo>
                  <a:pt x="127" y="138"/>
                </a:moveTo>
                <a:lnTo>
                  <a:pt x="130" y="142"/>
                </a:lnTo>
                <a:moveTo>
                  <a:pt x="137" y="148"/>
                </a:moveTo>
                <a:lnTo>
                  <a:pt x="140" y="152"/>
                </a:lnTo>
                <a:moveTo>
                  <a:pt x="146" y="158"/>
                </a:moveTo>
                <a:lnTo>
                  <a:pt x="149" y="162"/>
                </a:lnTo>
                <a:moveTo>
                  <a:pt x="155" y="168"/>
                </a:moveTo>
                <a:lnTo>
                  <a:pt x="158" y="171"/>
                </a:lnTo>
                <a:moveTo>
                  <a:pt x="164" y="178"/>
                </a:moveTo>
                <a:lnTo>
                  <a:pt x="167" y="181"/>
                </a:lnTo>
                <a:moveTo>
                  <a:pt x="173" y="188"/>
                </a:moveTo>
                <a:lnTo>
                  <a:pt x="176" y="191"/>
                </a:lnTo>
                <a:moveTo>
                  <a:pt x="182" y="198"/>
                </a:moveTo>
                <a:lnTo>
                  <a:pt x="185" y="201"/>
                </a:lnTo>
                <a:moveTo>
                  <a:pt x="191" y="208"/>
                </a:moveTo>
                <a:lnTo>
                  <a:pt x="194" y="211"/>
                </a:lnTo>
                <a:moveTo>
                  <a:pt x="200" y="218"/>
                </a:moveTo>
                <a:lnTo>
                  <a:pt x="203" y="221"/>
                </a:lnTo>
                <a:moveTo>
                  <a:pt x="209" y="228"/>
                </a:moveTo>
                <a:lnTo>
                  <a:pt x="212" y="231"/>
                </a:lnTo>
                <a:moveTo>
                  <a:pt x="218" y="237"/>
                </a:moveTo>
                <a:lnTo>
                  <a:pt x="221" y="241"/>
                </a:lnTo>
                <a:moveTo>
                  <a:pt x="227" y="247"/>
                </a:moveTo>
                <a:lnTo>
                  <a:pt x="230" y="251"/>
                </a:lnTo>
                <a:moveTo>
                  <a:pt x="237" y="257"/>
                </a:moveTo>
                <a:lnTo>
                  <a:pt x="240" y="261"/>
                </a:lnTo>
                <a:moveTo>
                  <a:pt x="246" y="267"/>
                </a:moveTo>
                <a:lnTo>
                  <a:pt x="249" y="270"/>
                </a:lnTo>
                <a:moveTo>
                  <a:pt x="255" y="277"/>
                </a:moveTo>
                <a:lnTo>
                  <a:pt x="258" y="280"/>
                </a:lnTo>
                <a:moveTo>
                  <a:pt x="264" y="287"/>
                </a:moveTo>
                <a:lnTo>
                  <a:pt x="267" y="290"/>
                </a:lnTo>
                <a:moveTo>
                  <a:pt x="273" y="297"/>
                </a:moveTo>
                <a:lnTo>
                  <a:pt x="276" y="300"/>
                </a:lnTo>
                <a:moveTo>
                  <a:pt x="282" y="307"/>
                </a:moveTo>
                <a:lnTo>
                  <a:pt x="285" y="310"/>
                </a:lnTo>
                <a:moveTo>
                  <a:pt x="291" y="317"/>
                </a:moveTo>
                <a:lnTo>
                  <a:pt x="294" y="320"/>
                </a:lnTo>
                <a:moveTo>
                  <a:pt x="300" y="326"/>
                </a:moveTo>
                <a:lnTo>
                  <a:pt x="303" y="330"/>
                </a:lnTo>
                <a:moveTo>
                  <a:pt x="309" y="336"/>
                </a:moveTo>
                <a:lnTo>
                  <a:pt x="312" y="340"/>
                </a:lnTo>
                <a:moveTo>
                  <a:pt x="318" y="346"/>
                </a:moveTo>
                <a:lnTo>
                  <a:pt x="321" y="350"/>
                </a:lnTo>
                <a:moveTo>
                  <a:pt x="327" y="356"/>
                </a:moveTo>
                <a:lnTo>
                  <a:pt x="331" y="359"/>
                </a:lnTo>
                <a:moveTo>
                  <a:pt x="337" y="366"/>
                </a:moveTo>
                <a:lnTo>
                  <a:pt x="340" y="369"/>
                </a:lnTo>
                <a:moveTo>
                  <a:pt x="346" y="376"/>
                </a:moveTo>
                <a:lnTo>
                  <a:pt x="349" y="379"/>
                </a:lnTo>
                <a:moveTo>
                  <a:pt x="355" y="386"/>
                </a:moveTo>
                <a:lnTo>
                  <a:pt x="358" y="389"/>
                </a:lnTo>
                <a:moveTo>
                  <a:pt x="364" y="396"/>
                </a:moveTo>
                <a:lnTo>
                  <a:pt x="367" y="399"/>
                </a:lnTo>
                <a:moveTo>
                  <a:pt x="373" y="406"/>
                </a:moveTo>
                <a:lnTo>
                  <a:pt x="376" y="409"/>
                </a:lnTo>
                <a:moveTo>
                  <a:pt x="382" y="416"/>
                </a:moveTo>
                <a:lnTo>
                  <a:pt x="385" y="419"/>
                </a:lnTo>
                <a:moveTo>
                  <a:pt x="391" y="425"/>
                </a:moveTo>
                <a:lnTo>
                  <a:pt x="394" y="429"/>
                </a:lnTo>
                <a:moveTo>
                  <a:pt x="400" y="435"/>
                </a:moveTo>
                <a:lnTo>
                  <a:pt x="403" y="439"/>
                </a:lnTo>
                <a:moveTo>
                  <a:pt x="409" y="445"/>
                </a:moveTo>
                <a:lnTo>
                  <a:pt x="412" y="449"/>
                </a:lnTo>
                <a:moveTo>
                  <a:pt x="418" y="455"/>
                </a:moveTo>
                <a:lnTo>
                  <a:pt x="421" y="458"/>
                </a:lnTo>
                <a:moveTo>
                  <a:pt x="428" y="465"/>
                </a:moveTo>
                <a:lnTo>
                  <a:pt x="431" y="468"/>
                </a:lnTo>
                <a:moveTo>
                  <a:pt x="437" y="475"/>
                </a:moveTo>
                <a:lnTo>
                  <a:pt x="440" y="478"/>
                </a:lnTo>
                <a:moveTo>
                  <a:pt x="446" y="485"/>
                </a:moveTo>
                <a:lnTo>
                  <a:pt x="449" y="488"/>
                </a:lnTo>
                <a:moveTo>
                  <a:pt x="455" y="495"/>
                </a:moveTo>
                <a:lnTo>
                  <a:pt x="458" y="498"/>
                </a:lnTo>
                <a:moveTo>
                  <a:pt x="464" y="505"/>
                </a:moveTo>
                <a:lnTo>
                  <a:pt x="467" y="508"/>
                </a:lnTo>
                <a:moveTo>
                  <a:pt x="473" y="515"/>
                </a:moveTo>
                <a:lnTo>
                  <a:pt x="476" y="518"/>
                </a:lnTo>
                <a:moveTo>
                  <a:pt x="482" y="524"/>
                </a:moveTo>
                <a:lnTo>
                  <a:pt x="485" y="528"/>
                </a:lnTo>
                <a:moveTo>
                  <a:pt x="491" y="534"/>
                </a:moveTo>
                <a:lnTo>
                  <a:pt x="494" y="538"/>
                </a:lnTo>
                <a:moveTo>
                  <a:pt x="500" y="544"/>
                </a:moveTo>
                <a:lnTo>
                  <a:pt x="503" y="548"/>
                </a:lnTo>
                <a:moveTo>
                  <a:pt x="509" y="554"/>
                </a:moveTo>
                <a:lnTo>
                  <a:pt x="512" y="557"/>
                </a:lnTo>
                <a:moveTo>
                  <a:pt x="518" y="564"/>
                </a:moveTo>
                <a:lnTo>
                  <a:pt x="521" y="567"/>
                </a:lnTo>
                <a:moveTo>
                  <a:pt x="528" y="574"/>
                </a:moveTo>
                <a:lnTo>
                  <a:pt x="531" y="577"/>
                </a:lnTo>
                <a:moveTo>
                  <a:pt x="537" y="584"/>
                </a:moveTo>
                <a:lnTo>
                  <a:pt x="540" y="587"/>
                </a:lnTo>
                <a:moveTo>
                  <a:pt x="546" y="594"/>
                </a:moveTo>
                <a:lnTo>
                  <a:pt x="549" y="597"/>
                </a:lnTo>
                <a:moveTo>
                  <a:pt x="555" y="604"/>
                </a:moveTo>
                <a:lnTo>
                  <a:pt x="558" y="607"/>
                </a:lnTo>
                <a:moveTo>
                  <a:pt x="564" y="613"/>
                </a:moveTo>
                <a:lnTo>
                  <a:pt x="567" y="617"/>
                </a:lnTo>
                <a:moveTo>
                  <a:pt x="573" y="623"/>
                </a:moveTo>
                <a:lnTo>
                  <a:pt x="576" y="627"/>
                </a:lnTo>
                <a:moveTo>
                  <a:pt x="582" y="633"/>
                </a:moveTo>
                <a:lnTo>
                  <a:pt x="585" y="637"/>
                </a:lnTo>
                <a:moveTo>
                  <a:pt x="591" y="643"/>
                </a:moveTo>
                <a:lnTo>
                  <a:pt x="594" y="646"/>
                </a:lnTo>
                <a:moveTo>
                  <a:pt x="600" y="653"/>
                </a:moveTo>
                <a:lnTo>
                  <a:pt x="603" y="656"/>
                </a:lnTo>
                <a:moveTo>
                  <a:pt x="609" y="663"/>
                </a:moveTo>
                <a:lnTo>
                  <a:pt x="612" y="666"/>
                </a:lnTo>
                <a:moveTo>
                  <a:pt x="618" y="673"/>
                </a:moveTo>
                <a:lnTo>
                  <a:pt x="622" y="676"/>
                </a:lnTo>
                <a:moveTo>
                  <a:pt x="628" y="683"/>
                </a:moveTo>
                <a:lnTo>
                  <a:pt x="631" y="686"/>
                </a:lnTo>
                <a:moveTo>
                  <a:pt x="637" y="693"/>
                </a:moveTo>
                <a:lnTo>
                  <a:pt x="640" y="696"/>
                </a:lnTo>
                <a:moveTo>
                  <a:pt x="646" y="703"/>
                </a:moveTo>
                <a:lnTo>
                  <a:pt x="649" y="706"/>
                </a:lnTo>
                <a:moveTo>
                  <a:pt x="655" y="712"/>
                </a:moveTo>
                <a:lnTo>
                  <a:pt x="658" y="716"/>
                </a:lnTo>
                <a:moveTo>
                  <a:pt x="664" y="722"/>
                </a:moveTo>
                <a:lnTo>
                  <a:pt x="667" y="726"/>
                </a:lnTo>
                <a:moveTo>
                  <a:pt x="673" y="732"/>
                </a:moveTo>
                <a:lnTo>
                  <a:pt x="676" y="736"/>
                </a:lnTo>
                <a:moveTo>
                  <a:pt x="682" y="742"/>
                </a:moveTo>
                <a:lnTo>
                  <a:pt x="685" y="745"/>
                </a:lnTo>
                <a:moveTo>
                  <a:pt x="691" y="752"/>
                </a:moveTo>
                <a:lnTo>
                  <a:pt x="694" y="755"/>
                </a:lnTo>
                <a:moveTo>
                  <a:pt x="700" y="762"/>
                </a:moveTo>
                <a:lnTo>
                  <a:pt x="703" y="765"/>
                </a:lnTo>
                <a:moveTo>
                  <a:pt x="709" y="772"/>
                </a:moveTo>
                <a:lnTo>
                  <a:pt x="712" y="775"/>
                </a:lnTo>
                <a:moveTo>
                  <a:pt x="719" y="782"/>
                </a:moveTo>
                <a:lnTo>
                  <a:pt x="722" y="785"/>
                </a:lnTo>
                <a:moveTo>
                  <a:pt x="728" y="792"/>
                </a:moveTo>
                <a:lnTo>
                  <a:pt x="731" y="795"/>
                </a:lnTo>
                <a:moveTo>
                  <a:pt x="737" y="801"/>
                </a:moveTo>
                <a:lnTo>
                  <a:pt x="740" y="805"/>
                </a:lnTo>
                <a:moveTo>
                  <a:pt x="746" y="811"/>
                </a:moveTo>
                <a:lnTo>
                  <a:pt x="749" y="815"/>
                </a:lnTo>
                <a:moveTo>
                  <a:pt x="755" y="821"/>
                </a:moveTo>
                <a:lnTo>
                  <a:pt x="758" y="825"/>
                </a:lnTo>
                <a:moveTo>
                  <a:pt x="764" y="831"/>
                </a:moveTo>
                <a:lnTo>
                  <a:pt x="767" y="834"/>
                </a:lnTo>
                <a:moveTo>
                  <a:pt x="773" y="841"/>
                </a:moveTo>
                <a:lnTo>
                  <a:pt x="776" y="844"/>
                </a:lnTo>
                <a:moveTo>
                  <a:pt x="782" y="851"/>
                </a:moveTo>
                <a:lnTo>
                  <a:pt x="785" y="854"/>
                </a:lnTo>
                <a:moveTo>
                  <a:pt x="791" y="861"/>
                </a:moveTo>
                <a:lnTo>
                  <a:pt x="794" y="864"/>
                </a:lnTo>
                <a:moveTo>
                  <a:pt x="800" y="871"/>
                </a:moveTo>
                <a:lnTo>
                  <a:pt x="803" y="874"/>
                </a:lnTo>
                <a:moveTo>
                  <a:pt x="809" y="881"/>
                </a:moveTo>
                <a:lnTo>
                  <a:pt x="813" y="884"/>
                </a:lnTo>
                <a:moveTo>
                  <a:pt x="819" y="891"/>
                </a:moveTo>
                <a:lnTo>
                  <a:pt x="822" y="894"/>
                </a:lnTo>
                <a:moveTo>
                  <a:pt x="828" y="900"/>
                </a:moveTo>
                <a:lnTo>
                  <a:pt x="831" y="904"/>
                </a:lnTo>
                <a:moveTo>
                  <a:pt x="837" y="910"/>
                </a:moveTo>
                <a:lnTo>
                  <a:pt x="840" y="914"/>
                </a:lnTo>
                <a:moveTo>
                  <a:pt x="846" y="920"/>
                </a:moveTo>
                <a:lnTo>
                  <a:pt x="849" y="924"/>
                </a:lnTo>
                <a:moveTo>
                  <a:pt x="855" y="930"/>
                </a:moveTo>
                <a:lnTo>
                  <a:pt x="858" y="933"/>
                </a:lnTo>
                <a:moveTo>
                  <a:pt x="864" y="940"/>
                </a:moveTo>
                <a:lnTo>
                  <a:pt x="867" y="943"/>
                </a:lnTo>
                <a:moveTo>
                  <a:pt x="873" y="950"/>
                </a:moveTo>
                <a:lnTo>
                  <a:pt x="876" y="953"/>
                </a:lnTo>
                <a:moveTo>
                  <a:pt x="882" y="960"/>
                </a:moveTo>
                <a:lnTo>
                  <a:pt x="885" y="963"/>
                </a:lnTo>
                <a:moveTo>
                  <a:pt x="891" y="970"/>
                </a:moveTo>
                <a:lnTo>
                  <a:pt x="894" y="973"/>
                </a:lnTo>
                <a:moveTo>
                  <a:pt x="900" y="980"/>
                </a:moveTo>
                <a:lnTo>
                  <a:pt x="903" y="983"/>
                </a:lnTo>
                <a:moveTo>
                  <a:pt x="910" y="990"/>
                </a:moveTo>
                <a:lnTo>
                  <a:pt x="913" y="993"/>
                </a:lnTo>
                <a:moveTo>
                  <a:pt x="919" y="999"/>
                </a:moveTo>
                <a:lnTo>
                  <a:pt x="922" y="1003"/>
                </a:lnTo>
                <a:moveTo>
                  <a:pt x="928" y="1009"/>
                </a:moveTo>
                <a:lnTo>
                  <a:pt x="931" y="1013"/>
                </a:lnTo>
                <a:moveTo>
                  <a:pt x="937" y="1019"/>
                </a:moveTo>
                <a:lnTo>
                  <a:pt x="940" y="1023"/>
                </a:lnTo>
                <a:moveTo>
                  <a:pt x="946" y="1029"/>
                </a:moveTo>
                <a:lnTo>
                  <a:pt x="949" y="1032"/>
                </a:lnTo>
                <a:moveTo>
                  <a:pt x="955" y="1039"/>
                </a:moveTo>
                <a:lnTo>
                  <a:pt x="958" y="1042"/>
                </a:lnTo>
                <a:moveTo>
                  <a:pt x="964" y="1049"/>
                </a:moveTo>
                <a:lnTo>
                  <a:pt x="967" y="1052"/>
                </a:lnTo>
                <a:moveTo>
                  <a:pt x="973" y="1059"/>
                </a:moveTo>
                <a:lnTo>
                  <a:pt x="976" y="1062"/>
                </a:lnTo>
                <a:moveTo>
                  <a:pt x="982" y="1069"/>
                </a:moveTo>
                <a:lnTo>
                  <a:pt x="985" y="1072"/>
                </a:lnTo>
                <a:moveTo>
                  <a:pt x="991" y="1079"/>
                </a:moveTo>
                <a:lnTo>
                  <a:pt x="994" y="1082"/>
                </a:lnTo>
                <a:moveTo>
                  <a:pt x="1000" y="1088"/>
                </a:moveTo>
                <a:lnTo>
                  <a:pt x="1003" y="1092"/>
                </a:lnTo>
                <a:moveTo>
                  <a:pt x="1010" y="1098"/>
                </a:moveTo>
                <a:lnTo>
                  <a:pt x="1013" y="1102"/>
                </a:lnTo>
                <a:moveTo>
                  <a:pt x="1019" y="1108"/>
                </a:moveTo>
                <a:lnTo>
                  <a:pt x="1022" y="1112"/>
                </a:lnTo>
                <a:moveTo>
                  <a:pt x="1028" y="1118"/>
                </a:moveTo>
                <a:lnTo>
                  <a:pt x="1031" y="1121"/>
                </a:lnTo>
                <a:moveTo>
                  <a:pt x="1037" y="1128"/>
                </a:moveTo>
                <a:lnTo>
                  <a:pt x="1040" y="1131"/>
                </a:lnTo>
                <a:moveTo>
                  <a:pt x="1046" y="1138"/>
                </a:moveTo>
                <a:lnTo>
                  <a:pt x="1049" y="1141"/>
                </a:lnTo>
                <a:moveTo>
                  <a:pt x="1055" y="1148"/>
                </a:moveTo>
                <a:lnTo>
                  <a:pt x="1058" y="1151"/>
                </a:lnTo>
                <a:moveTo>
                  <a:pt x="1064" y="1158"/>
                </a:moveTo>
                <a:lnTo>
                  <a:pt x="1067" y="1161"/>
                </a:lnTo>
                <a:moveTo>
                  <a:pt x="1073" y="1168"/>
                </a:moveTo>
                <a:lnTo>
                  <a:pt x="1076" y="1171"/>
                </a:lnTo>
                <a:moveTo>
                  <a:pt x="1082" y="1178"/>
                </a:moveTo>
                <a:lnTo>
                  <a:pt x="1085" y="1181"/>
                </a:lnTo>
                <a:moveTo>
                  <a:pt x="1091" y="1187"/>
                </a:moveTo>
                <a:lnTo>
                  <a:pt x="1094" y="1191"/>
                </a:lnTo>
                <a:moveTo>
                  <a:pt x="1100" y="1197"/>
                </a:moveTo>
                <a:lnTo>
                  <a:pt x="1104" y="120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" name="Freeform 67">
            <a:extLst>
              <a:ext uri="{FF2B5EF4-FFF2-40B4-BE49-F238E27FC236}">
                <a16:creationId xmlns:a16="http://schemas.microsoft.com/office/drawing/2014/main" id="{5EEC8FD4-8B09-DCB1-0EAC-AA19C6BFE335}"/>
              </a:ext>
            </a:extLst>
          </p:cNvPr>
          <p:cNvSpPr>
            <a:spLocks noEditPoints="1"/>
          </p:cNvSpPr>
          <p:nvPr/>
        </p:nvSpPr>
        <p:spPr bwMode="auto">
          <a:xfrm>
            <a:off x="3446463" y="1938338"/>
            <a:ext cx="144463" cy="173038"/>
          </a:xfrm>
          <a:custGeom>
            <a:avLst/>
            <a:gdLst>
              <a:gd name="T0" fmla="*/ 0 w 183"/>
              <a:gd name="T1" fmla="*/ 0 h 219"/>
              <a:gd name="T2" fmla="*/ 3 w 183"/>
              <a:gd name="T3" fmla="*/ 3 h 219"/>
              <a:gd name="T4" fmla="*/ 9 w 183"/>
              <a:gd name="T5" fmla="*/ 10 h 219"/>
              <a:gd name="T6" fmla="*/ 12 w 183"/>
              <a:gd name="T7" fmla="*/ 14 h 219"/>
              <a:gd name="T8" fmla="*/ 17 w 183"/>
              <a:gd name="T9" fmla="*/ 21 h 219"/>
              <a:gd name="T10" fmla="*/ 20 w 183"/>
              <a:gd name="T11" fmla="*/ 24 h 219"/>
              <a:gd name="T12" fmla="*/ 26 w 183"/>
              <a:gd name="T13" fmla="*/ 31 h 219"/>
              <a:gd name="T14" fmla="*/ 29 w 183"/>
              <a:gd name="T15" fmla="*/ 34 h 219"/>
              <a:gd name="T16" fmla="*/ 35 w 183"/>
              <a:gd name="T17" fmla="*/ 41 h 219"/>
              <a:gd name="T18" fmla="*/ 38 w 183"/>
              <a:gd name="T19" fmla="*/ 45 h 219"/>
              <a:gd name="T20" fmla="*/ 43 w 183"/>
              <a:gd name="T21" fmla="*/ 52 h 219"/>
              <a:gd name="T22" fmla="*/ 46 w 183"/>
              <a:gd name="T23" fmla="*/ 55 h 219"/>
              <a:gd name="T24" fmla="*/ 52 w 183"/>
              <a:gd name="T25" fmla="*/ 62 h 219"/>
              <a:gd name="T26" fmla="*/ 55 w 183"/>
              <a:gd name="T27" fmla="*/ 65 h 219"/>
              <a:gd name="T28" fmla="*/ 60 w 183"/>
              <a:gd name="T29" fmla="*/ 72 h 219"/>
              <a:gd name="T30" fmla="*/ 63 w 183"/>
              <a:gd name="T31" fmla="*/ 76 h 219"/>
              <a:gd name="T32" fmla="*/ 69 w 183"/>
              <a:gd name="T33" fmla="*/ 83 h 219"/>
              <a:gd name="T34" fmla="*/ 72 w 183"/>
              <a:gd name="T35" fmla="*/ 86 h 219"/>
              <a:gd name="T36" fmla="*/ 78 w 183"/>
              <a:gd name="T37" fmla="*/ 93 h 219"/>
              <a:gd name="T38" fmla="*/ 81 w 183"/>
              <a:gd name="T39" fmla="*/ 96 h 219"/>
              <a:gd name="T40" fmla="*/ 86 w 183"/>
              <a:gd name="T41" fmla="*/ 103 h 219"/>
              <a:gd name="T42" fmla="*/ 89 w 183"/>
              <a:gd name="T43" fmla="*/ 107 h 219"/>
              <a:gd name="T44" fmla="*/ 95 w 183"/>
              <a:gd name="T45" fmla="*/ 114 h 219"/>
              <a:gd name="T46" fmla="*/ 98 w 183"/>
              <a:gd name="T47" fmla="*/ 117 h 219"/>
              <a:gd name="T48" fmla="*/ 103 w 183"/>
              <a:gd name="T49" fmla="*/ 124 h 219"/>
              <a:gd name="T50" fmla="*/ 106 w 183"/>
              <a:gd name="T51" fmla="*/ 127 h 219"/>
              <a:gd name="T52" fmla="*/ 112 w 183"/>
              <a:gd name="T53" fmla="*/ 134 h 219"/>
              <a:gd name="T54" fmla="*/ 115 w 183"/>
              <a:gd name="T55" fmla="*/ 138 h 219"/>
              <a:gd name="T56" fmla="*/ 121 w 183"/>
              <a:gd name="T57" fmla="*/ 144 h 219"/>
              <a:gd name="T58" fmla="*/ 124 w 183"/>
              <a:gd name="T59" fmla="*/ 148 h 219"/>
              <a:gd name="T60" fmla="*/ 129 w 183"/>
              <a:gd name="T61" fmla="*/ 155 h 219"/>
              <a:gd name="T62" fmla="*/ 132 w 183"/>
              <a:gd name="T63" fmla="*/ 158 h 219"/>
              <a:gd name="T64" fmla="*/ 138 w 183"/>
              <a:gd name="T65" fmla="*/ 165 h 219"/>
              <a:gd name="T66" fmla="*/ 141 w 183"/>
              <a:gd name="T67" fmla="*/ 169 h 219"/>
              <a:gd name="T68" fmla="*/ 146 w 183"/>
              <a:gd name="T69" fmla="*/ 175 h 219"/>
              <a:gd name="T70" fmla="*/ 149 w 183"/>
              <a:gd name="T71" fmla="*/ 179 h 219"/>
              <a:gd name="T72" fmla="*/ 155 w 183"/>
              <a:gd name="T73" fmla="*/ 186 h 219"/>
              <a:gd name="T74" fmla="*/ 158 w 183"/>
              <a:gd name="T75" fmla="*/ 189 h 219"/>
              <a:gd name="T76" fmla="*/ 164 w 183"/>
              <a:gd name="T77" fmla="*/ 196 h 219"/>
              <a:gd name="T78" fmla="*/ 166 w 183"/>
              <a:gd name="T79" fmla="*/ 200 h 219"/>
              <a:gd name="T80" fmla="*/ 172 w 183"/>
              <a:gd name="T81" fmla="*/ 206 h 219"/>
              <a:gd name="T82" fmla="*/ 175 w 183"/>
              <a:gd name="T83" fmla="*/ 210 h 219"/>
              <a:gd name="T84" fmla="*/ 181 w 183"/>
              <a:gd name="T85" fmla="*/ 217 h 219"/>
              <a:gd name="T86" fmla="*/ 183 w 183"/>
              <a:gd name="T87" fmla="*/ 219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83" h="219">
                <a:moveTo>
                  <a:pt x="0" y="0"/>
                </a:moveTo>
                <a:lnTo>
                  <a:pt x="3" y="3"/>
                </a:lnTo>
                <a:moveTo>
                  <a:pt x="9" y="10"/>
                </a:moveTo>
                <a:lnTo>
                  <a:pt x="12" y="14"/>
                </a:lnTo>
                <a:moveTo>
                  <a:pt x="17" y="21"/>
                </a:moveTo>
                <a:lnTo>
                  <a:pt x="20" y="24"/>
                </a:lnTo>
                <a:moveTo>
                  <a:pt x="26" y="31"/>
                </a:moveTo>
                <a:lnTo>
                  <a:pt x="29" y="34"/>
                </a:lnTo>
                <a:moveTo>
                  <a:pt x="35" y="41"/>
                </a:moveTo>
                <a:lnTo>
                  <a:pt x="38" y="45"/>
                </a:lnTo>
                <a:moveTo>
                  <a:pt x="43" y="52"/>
                </a:moveTo>
                <a:lnTo>
                  <a:pt x="46" y="55"/>
                </a:lnTo>
                <a:moveTo>
                  <a:pt x="52" y="62"/>
                </a:moveTo>
                <a:lnTo>
                  <a:pt x="55" y="65"/>
                </a:lnTo>
                <a:moveTo>
                  <a:pt x="60" y="72"/>
                </a:moveTo>
                <a:lnTo>
                  <a:pt x="63" y="76"/>
                </a:lnTo>
                <a:moveTo>
                  <a:pt x="69" y="83"/>
                </a:moveTo>
                <a:lnTo>
                  <a:pt x="72" y="86"/>
                </a:lnTo>
                <a:moveTo>
                  <a:pt x="78" y="93"/>
                </a:moveTo>
                <a:lnTo>
                  <a:pt x="81" y="96"/>
                </a:lnTo>
                <a:moveTo>
                  <a:pt x="86" y="103"/>
                </a:moveTo>
                <a:lnTo>
                  <a:pt x="89" y="107"/>
                </a:lnTo>
                <a:moveTo>
                  <a:pt x="95" y="114"/>
                </a:moveTo>
                <a:lnTo>
                  <a:pt x="98" y="117"/>
                </a:lnTo>
                <a:moveTo>
                  <a:pt x="103" y="124"/>
                </a:moveTo>
                <a:lnTo>
                  <a:pt x="106" y="127"/>
                </a:lnTo>
                <a:moveTo>
                  <a:pt x="112" y="134"/>
                </a:moveTo>
                <a:lnTo>
                  <a:pt x="115" y="138"/>
                </a:lnTo>
                <a:moveTo>
                  <a:pt x="121" y="144"/>
                </a:moveTo>
                <a:lnTo>
                  <a:pt x="124" y="148"/>
                </a:lnTo>
                <a:moveTo>
                  <a:pt x="129" y="155"/>
                </a:moveTo>
                <a:lnTo>
                  <a:pt x="132" y="158"/>
                </a:lnTo>
                <a:moveTo>
                  <a:pt x="138" y="165"/>
                </a:moveTo>
                <a:lnTo>
                  <a:pt x="141" y="169"/>
                </a:lnTo>
                <a:moveTo>
                  <a:pt x="146" y="175"/>
                </a:moveTo>
                <a:lnTo>
                  <a:pt x="149" y="179"/>
                </a:lnTo>
                <a:moveTo>
                  <a:pt x="155" y="186"/>
                </a:moveTo>
                <a:lnTo>
                  <a:pt x="158" y="189"/>
                </a:lnTo>
                <a:moveTo>
                  <a:pt x="164" y="196"/>
                </a:moveTo>
                <a:lnTo>
                  <a:pt x="166" y="200"/>
                </a:lnTo>
                <a:moveTo>
                  <a:pt x="172" y="206"/>
                </a:moveTo>
                <a:lnTo>
                  <a:pt x="175" y="210"/>
                </a:lnTo>
                <a:moveTo>
                  <a:pt x="181" y="217"/>
                </a:moveTo>
                <a:lnTo>
                  <a:pt x="183" y="21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" name="Freeform 68">
            <a:extLst>
              <a:ext uri="{FF2B5EF4-FFF2-40B4-BE49-F238E27FC236}">
                <a16:creationId xmlns:a16="http://schemas.microsoft.com/office/drawing/2014/main" id="{20D5CB47-AB50-6E52-04B8-12D5423D8FFB}"/>
              </a:ext>
            </a:extLst>
          </p:cNvPr>
          <p:cNvSpPr>
            <a:spLocks noEditPoints="1"/>
          </p:cNvSpPr>
          <p:nvPr/>
        </p:nvSpPr>
        <p:spPr bwMode="auto">
          <a:xfrm>
            <a:off x="3836988" y="554038"/>
            <a:ext cx="1365250" cy="1557338"/>
          </a:xfrm>
          <a:custGeom>
            <a:avLst/>
            <a:gdLst>
              <a:gd name="T0" fmla="*/ 26 w 1718"/>
              <a:gd name="T1" fmla="*/ 31 h 1963"/>
              <a:gd name="T2" fmla="*/ 56 w 1718"/>
              <a:gd name="T3" fmla="*/ 65 h 1963"/>
              <a:gd name="T4" fmla="*/ 88 w 1718"/>
              <a:gd name="T5" fmla="*/ 102 h 1963"/>
              <a:gd name="T6" fmla="*/ 118 w 1718"/>
              <a:gd name="T7" fmla="*/ 135 h 1963"/>
              <a:gd name="T8" fmla="*/ 150 w 1718"/>
              <a:gd name="T9" fmla="*/ 172 h 1963"/>
              <a:gd name="T10" fmla="*/ 180 w 1718"/>
              <a:gd name="T11" fmla="*/ 206 h 1963"/>
              <a:gd name="T12" fmla="*/ 212 w 1718"/>
              <a:gd name="T13" fmla="*/ 243 h 1963"/>
              <a:gd name="T14" fmla="*/ 242 w 1718"/>
              <a:gd name="T15" fmla="*/ 277 h 1963"/>
              <a:gd name="T16" fmla="*/ 274 w 1718"/>
              <a:gd name="T17" fmla="*/ 314 h 1963"/>
              <a:gd name="T18" fmla="*/ 304 w 1718"/>
              <a:gd name="T19" fmla="*/ 348 h 1963"/>
              <a:gd name="T20" fmla="*/ 336 w 1718"/>
              <a:gd name="T21" fmla="*/ 385 h 1963"/>
              <a:gd name="T22" fmla="*/ 366 w 1718"/>
              <a:gd name="T23" fmla="*/ 418 h 1963"/>
              <a:gd name="T24" fmla="*/ 398 w 1718"/>
              <a:gd name="T25" fmla="*/ 455 h 1963"/>
              <a:gd name="T26" fmla="*/ 428 w 1718"/>
              <a:gd name="T27" fmla="*/ 489 h 1963"/>
              <a:gd name="T28" fmla="*/ 460 w 1718"/>
              <a:gd name="T29" fmla="*/ 526 h 1963"/>
              <a:gd name="T30" fmla="*/ 490 w 1718"/>
              <a:gd name="T31" fmla="*/ 560 h 1963"/>
              <a:gd name="T32" fmla="*/ 522 w 1718"/>
              <a:gd name="T33" fmla="*/ 597 h 1963"/>
              <a:gd name="T34" fmla="*/ 552 w 1718"/>
              <a:gd name="T35" fmla="*/ 631 h 1963"/>
              <a:gd name="T36" fmla="*/ 584 w 1718"/>
              <a:gd name="T37" fmla="*/ 668 h 1963"/>
              <a:gd name="T38" fmla="*/ 614 w 1718"/>
              <a:gd name="T39" fmla="*/ 701 h 1963"/>
              <a:gd name="T40" fmla="*/ 646 w 1718"/>
              <a:gd name="T41" fmla="*/ 739 h 1963"/>
              <a:gd name="T42" fmla="*/ 676 w 1718"/>
              <a:gd name="T43" fmla="*/ 772 h 1963"/>
              <a:gd name="T44" fmla="*/ 708 w 1718"/>
              <a:gd name="T45" fmla="*/ 809 h 1963"/>
              <a:gd name="T46" fmla="*/ 738 w 1718"/>
              <a:gd name="T47" fmla="*/ 843 h 1963"/>
              <a:gd name="T48" fmla="*/ 770 w 1718"/>
              <a:gd name="T49" fmla="*/ 880 h 1963"/>
              <a:gd name="T50" fmla="*/ 800 w 1718"/>
              <a:gd name="T51" fmla="*/ 914 h 1963"/>
              <a:gd name="T52" fmla="*/ 832 w 1718"/>
              <a:gd name="T53" fmla="*/ 951 h 1963"/>
              <a:gd name="T54" fmla="*/ 862 w 1718"/>
              <a:gd name="T55" fmla="*/ 985 h 1963"/>
              <a:gd name="T56" fmla="*/ 894 w 1718"/>
              <a:gd name="T57" fmla="*/ 1022 h 1963"/>
              <a:gd name="T58" fmla="*/ 924 w 1718"/>
              <a:gd name="T59" fmla="*/ 1055 h 1963"/>
              <a:gd name="T60" fmla="*/ 956 w 1718"/>
              <a:gd name="T61" fmla="*/ 1092 h 1963"/>
              <a:gd name="T62" fmla="*/ 985 w 1718"/>
              <a:gd name="T63" fmla="*/ 1126 h 1963"/>
              <a:gd name="T64" fmla="*/ 1018 w 1718"/>
              <a:gd name="T65" fmla="*/ 1163 h 1963"/>
              <a:gd name="T66" fmla="*/ 1047 w 1718"/>
              <a:gd name="T67" fmla="*/ 1197 h 1963"/>
              <a:gd name="T68" fmla="*/ 1080 w 1718"/>
              <a:gd name="T69" fmla="*/ 1234 h 1963"/>
              <a:gd name="T70" fmla="*/ 1109 w 1718"/>
              <a:gd name="T71" fmla="*/ 1268 h 1963"/>
              <a:gd name="T72" fmla="*/ 1142 w 1718"/>
              <a:gd name="T73" fmla="*/ 1305 h 1963"/>
              <a:gd name="T74" fmla="*/ 1171 w 1718"/>
              <a:gd name="T75" fmla="*/ 1338 h 1963"/>
              <a:gd name="T76" fmla="*/ 1204 w 1718"/>
              <a:gd name="T77" fmla="*/ 1376 h 1963"/>
              <a:gd name="T78" fmla="*/ 1233 w 1718"/>
              <a:gd name="T79" fmla="*/ 1409 h 1963"/>
              <a:gd name="T80" fmla="*/ 1266 w 1718"/>
              <a:gd name="T81" fmla="*/ 1446 h 1963"/>
              <a:gd name="T82" fmla="*/ 1295 w 1718"/>
              <a:gd name="T83" fmla="*/ 1480 h 1963"/>
              <a:gd name="T84" fmla="*/ 1328 w 1718"/>
              <a:gd name="T85" fmla="*/ 1517 h 1963"/>
              <a:gd name="T86" fmla="*/ 1357 w 1718"/>
              <a:gd name="T87" fmla="*/ 1551 h 1963"/>
              <a:gd name="T88" fmla="*/ 1390 w 1718"/>
              <a:gd name="T89" fmla="*/ 1588 h 1963"/>
              <a:gd name="T90" fmla="*/ 1419 w 1718"/>
              <a:gd name="T91" fmla="*/ 1622 h 1963"/>
              <a:gd name="T92" fmla="*/ 1452 w 1718"/>
              <a:gd name="T93" fmla="*/ 1659 h 1963"/>
              <a:gd name="T94" fmla="*/ 1481 w 1718"/>
              <a:gd name="T95" fmla="*/ 1692 h 1963"/>
              <a:gd name="T96" fmla="*/ 1514 w 1718"/>
              <a:gd name="T97" fmla="*/ 1729 h 1963"/>
              <a:gd name="T98" fmla="*/ 1543 w 1718"/>
              <a:gd name="T99" fmla="*/ 1763 h 1963"/>
              <a:gd name="T100" fmla="*/ 1576 w 1718"/>
              <a:gd name="T101" fmla="*/ 1800 h 1963"/>
              <a:gd name="T102" fmla="*/ 1605 w 1718"/>
              <a:gd name="T103" fmla="*/ 1834 h 1963"/>
              <a:gd name="T104" fmla="*/ 1638 w 1718"/>
              <a:gd name="T105" fmla="*/ 1871 h 1963"/>
              <a:gd name="T106" fmla="*/ 1667 w 1718"/>
              <a:gd name="T107" fmla="*/ 1905 h 1963"/>
              <a:gd name="T108" fmla="*/ 1700 w 1718"/>
              <a:gd name="T109" fmla="*/ 1942 h 1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18" h="1963">
                <a:moveTo>
                  <a:pt x="0" y="0"/>
                </a:moveTo>
                <a:lnTo>
                  <a:pt x="3" y="4"/>
                </a:lnTo>
                <a:moveTo>
                  <a:pt x="9" y="11"/>
                </a:moveTo>
                <a:lnTo>
                  <a:pt x="11" y="14"/>
                </a:lnTo>
                <a:moveTo>
                  <a:pt x="17" y="21"/>
                </a:moveTo>
                <a:lnTo>
                  <a:pt x="20" y="24"/>
                </a:lnTo>
                <a:moveTo>
                  <a:pt x="26" y="31"/>
                </a:moveTo>
                <a:lnTo>
                  <a:pt x="29" y="34"/>
                </a:lnTo>
                <a:moveTo>
                  <a:pt x="35" y="41"/>
                </a:moveTo>
                <a:lnTo>
                  <a:pt x="38" y="44"/>
                </a:lnTo>
                <a:moveTo>
                  <a:pt x="44" y="51"/>
                </a:moveTo>
                <a:lnTo>
                  <a:pt x="47" y="54"/>
                </a:lnTo>
                <a:moveTo>
                  <a:pt x="53" y="61"/>
                </a:moveTo>
                <a:lnTo>
                  <a:pt x="56" y="65"/>
                </a:lnTo>
                <a:moveTo>
                  <a:pt x="62" y="71"/>
                </a:moveTo>
                <a:lnTo>
                  <a:pt x="65" y="75"/>
                </a:lnTo>
                <a:moveTo>
                  <a:pt x="71" y="81"/>
                </a:moveTo>
                <a:lnTo>
                  <a:pt x="73" y="85"/>
                </a:lnTo>
                <a:moveTo>
                  <a:pt x="79" y="91"/>
                </a:moveTo>
                <a:lnTo>
                  <a:pt x="82" y="95"/>
                </a:lnTo>
                <a:moveTo>
                  <a:pt x="88" y="102"/>
                </a:moveTo>
                <a:lnTo>
                  <a:pt x="91" y="105"/>
                </a:lnTo>
                <a:moveTo>
                  <a:pt x="97" y="112"/>
                </a:moveTo>
                <a:lnTo>
                  <a:pt x="100" y="115"/>
                </a:lnTo>
                <a:moveTo>
                  <a:pt x="106" y="122"/>
                </a:moveTo>
                <a:lnTo>
                  <a:pt x="109" y="125"/>
                </a:lnTo>
                <a:moveTo>
                  <a:pt x="115" y="132"/>
                </a:moveTo>
                <a:lnTo>
                  <a:pt x="118" y="135"/>
                </a:lnTo>
                <a:moveTo>
                  <a:pt x="124" y="142"/>
                </a:moveTo>
                <a:lnTo>
                  <a:pt x="127" y="145"/>
                </a:lnTo>
                <a:moveTo>
                  <a:pt x="132" y="152"/>
                </a:moveTo>
                <a:lnTo>
                  <a:pt x="135" y="156"/>
                </a:lnTo>
                <a:moveTo>
                  <a:pt x="141" y="162"/>
                </a:moveTo>
                <a:lnTo>
                  <a:pt x="144" y="166"/>
                </a:lnTo>
                <a:moveTo>
                  <a:pt x="150" y="172"/>
                </a:moveTo>
                <a:lnTo>
                  <a:pt x="153" y="176"/>
                </a:lnTo>
                <a:moveTo>
                  <a:pt x="159" y="182"/>
                </a:moveTo>
                <a:lnTo>
                  <a:pt x="162" y="186"/>
                </a:lnTo>
                <a:moveTo>
                  <a:pt x="168" y="193"/>
                </a:moveTo>
                <a:lnTo>
                  <a:pt x="171" y="196"/>
                </a:lnTo>
                <a:moveTo>
                  <a:pt x="177" y="203"/>
                </a:moveTo>
                <a:lnTo>
                  <a:pt x="180" y="206"/>
                </a:lnTo>
                <a:moveTo>
                  <a:pt x="186" y="213"/>
                </a:moveTo>
                <a:lnTo>
                  <a:pt x="189" y="216"/>
                </a:lnTo>
                <a:moveTo>
                  <a:pt x="194" y="223"/>
                </a:moveTo>
                <a:lnTo>
                  <a:pt x="197" y="226"/>
                </a:lnTo>
                <a:moveTo>
                  <a:pt x="203" y="233"/>
                </a:moveTo>
                <a:lnTo>
                  <a:pt x="206" y="236"/>
                </a:lnTo>
                <a:moveTo>
                  <a:pt x="212" y="243"/>
                </a:moveTo>
                <a:lnTo>
                  <a:pt x="215" y="247"/>
                </a:lnTo>
                <a:moveTo>
                  <a:pt x="221" y="253"/>
                </a:moveTo>
                <a:lnTo>
                  <a:pt x="224" y="257"/>
                </a:lnTo>
                <a:moveTo>
                  <a:pt x="230" y="263"/>
                </a:moveTo>
                <a:lnTo>
                  <a:pt x="233" y="267"/>
                </a:lnTo>
                <a:moveTo>
                  <a:pt x="239" y="273"/>
                </a:moveTo>
                <a:lnTo>
                  <a:pt x="242" y="277"/>
                </a:lnTo>
                <a:moveTo>
                  <a:pt x="248" y="284"/>
                </a:moveTo>
                <a:lnTo>
                  <a:pt x="251" y="287"/>
                </a:lnTo>
                <a:moveTo>
                  <a:pt x="256" y="294"/>
                </a:moveTo>
                <a:lnTo>
                  <a:pt x="259" y="297"/>
                </a:lnTo>
                <a:moveTo>
                  <a:pt x="265" y="304"/>
                </a:moveTo>
                <a:lnTo>
                  <a:pt x="268" y="307"/>
                </a:lnTo>
                <a:moveTo>
                  <a:pt x="274" y="314"/>
                </a:moveTo>
                <a:lnTo>
                  <a:pt x="277" y="317"/>
                </a:lnTo>
                <a:moveTo>
                  <a:pt x="283" y="324"/>
                </a:moveTo>
                <a:lnTo>
                  <a:pt x="286" y="327"/>
                </a:lnTo>
                <a:moveTo>
                  <a:pt x="292" y="334"/>
                </a:moveTo>
                <a:lnTo>
                  <a:pt x="295" y="338"/>
                </a:lnTo>
                <a:moveTo>
                  <a:pt x="301" y="344"/>
                </a:moveTo>
                <a:lnTo>
                  <a:pt x="304" y="348"/>
                </a:lnTo>
                <a:moveTo>
                  <a:pt x="310" y="354"/>
                </a:moveTo>
                <a:lnTo>
                  <a:pt x="313" y="358"/>
                </a:lnTo>
                <a:moveTo>
                  <a:pt x="318" y="364"/>
                </a:moveTo>
                <a:lnTo>
                  <a:pt x="321" y="368"/>
                </a:lnTo>
                <a:moveTo>
                  <a:pt x="327" y="375"/>
                </a:moveTo>
                <a:lnTo>
                  <a:pt x="330" y="378"/>
                </a:lnTo>
                <a:moveTo>
                  <a:pt x="336" y="385"/>
                </a:moveTo>
                <a:lnTo>
                  <a:pt x="339" y="388"/>
                </a:lnTo>
                <a:moveTo>
                  <a:pt x="345" y="395"/>
                </a:moveTo>
                <a:lnTo>
                  <a:pt x="348" y="398"/>
                </a:lnTo>
                <a:moveTo>
                  <a:pt x="354" y="405"/>
                </a:moveTo>
                <a:lnTo>
                  <a:pt x="357" y="408"/>
                </a:lnTo>
                <a:moveTo>
                  <a:pt x="363" y="415"/>
                </a:moveTo>
                <a:lnTo>
                  <a:pt x="366" y="418"/>
                </a:lnTo>
                <a:moveTo>
                  <a:pt x="372" y="425"/>
                </a:moveTo>
                <a:lnTo>
                  <a:pt x="375" y="428"/>
                </a:lnTo>
                <a:moveTo>
                  <a:pt x="380" y="435"/>
                </a:moveTo>
                <a:lnTo>
                  <a:pt x="383" y="439"/>
                </a:lnTo>
                <a:moveTo>
                  <a:pt x="389" y="445"/>
                </a:moveTo>
                <a:lnTo>
                  <a:pt x="392" y="449"/>
                </a:lnTo>
                <a:moveTo>
                  <a:pt x="398" y="455"/>
                </a:moveTo>
                <a:lnTo>
                  <a:pt x="401" y="459"/>
                </a:lnTo>
                <a:moveTo>
                  <a:pt x="407" y="466"/>
                </a:moveTo>
                <a:lnTo>
                  <a:pt x="410" y="469"/>
                </a:lnTo>
                <a:moveTo>
                  <a:pt x="416" y="476"/>
                </a:moveTo>
                <a:lnTo>
                  <a:pt x="419" y="479"/>
                </a:lnTo>
                <a:moveTo>
                  <a:pt x="425" y="486"/>
                </a:moveTo>
                <a:lnTo>
                  <a:pt x="428" y="489"/>
                </a:lnTo>
                <a:moveTo>
                  <a:pt x="434" y="496"/>
                </a:moveTo>
                <a:lnTo>
                  <a:pt x="436" y="499"/>
                </a:lnTo>
                <a:moveTo>
                  <a:pt x="442" y="506"/>
                </a:moveTo>
                <a:lnTo>
                  <a:pt x="445" y="509"/>
                </a:lnTo>
                <a:moveTo>
                  <a:pt x="451" y="516"/>
                </a:moveTo>
                <a:lnTo>
                  <a:pt x="454" y="519"/>
                </a:lnTo>
                <a:moveTo>
                  <a:pt x="460" y="526"/>
                </a:moveTo>
                <a:lnTo>
                  <a:pt x="463" y="530"/>
                </a:lnTo>
                <a:moveTo>
                  <a:pt x="469" y="536"/>
                </a:moveTo>
                <a:lnTo>
                  <a:pt x="472" y="540"/>
                </a:lnTo>
                <a:moveTo>
                  <a:pt x="478" y="546"/>
                </a:moveTo>
                <a:lnTo>
                  <a:pt x="481" y="550"/>
                </a:lnTo>
                <a:moveTo>
                  <a:pt x="487" y="557"/>
                </a:moveTo>
                <a:lnTo>
                  <a:pt x="490" y="560"/>
                </a:lnTo>
                <a:moveTo>
                  <a:pt x="496" y="567"/>
                </a:moveTo>
                <a:lnTo>
                  <a:pt x="498" y="570"/>
                </a:lnTo>
                <a:moveTo>
                  <a:pt x="504" y="577"/>
                </a:moveTo>
                <a:lnTo>
                  <a:pt x="507" y="580"/>
                </a:lnTo>
                <a:moveTo>
                  <a:pt x="513" y="587"/>
                </a:moveTo>
                <a:lnTo>
                  <a:pt x="516" y="590"/>
                </a:lnTo>
                <a:moveTo>
                  <a:pt x="522" y="597"/>
                </a:moveTo>
                <a:lnTo>
                  <a:pt x="525" y="600"/>
                </a:lnTo>
                <a:moveTo>
                  <a:pt x="531" y="607"/>
                </a:moveTo>
                <a:lnTo>
                  <a:pt x="534" y="610"/>
                </a:lnTo>
                <a:moveTo>
                  <a:pt x="540" y="617"/>
                </a:moveTo>
                <a:lnTo>
                  <a:pt x="543" y="621"/>
                </a:lnTo>
                <a:moveTo>
                  <a:pt x="549" y="627"/>
                </a:moveTo>
                <a:lnTo>
                  <a:pt x="552" y="631"/>
                </a:lnTo>
                <a:moveTo>
                  <a:pt x="558" y="637"/>
                </a:moveTo>
                <a:lnTo>
                  <a:pt x="560" y="641"/>
                </a:lnTo>
                <a:moveTo>
                  <a:pt x="566" y="648"/>
                </a:moveTo>
                <a:lnTo>
                  <a:pt x="569" y="651"/>
                </a:lnTo>
                <a:moveTo>
                  <a:pt x="575" y="658"/>
                </a:moveTo>
                <a:lnTo>
                  <a:pt x="578" y="661"/>
                </a:lnTo>
                <a:moveTo>
                  <a:pt x="584" y="668"/>
                </a:moveTo>
                <a:lnTo>
                  <a:pt x="587" y="671"/>
                </a:lnTo>
                <a:moveTo>
                  <a:pt x="593" y="678"/>
                </a:moveTo>
                <a:lnTo>
                  <a:pt x="596" y="681"/>
                </a:lnTo>
                <a:moveTo>
                  <a:pt x="602" y="688"/>
                </a:moveTo>
                <a:lnTo>
                  <a:pt x="605" y="691"/>
                </a:lnTo>
                <a:moveTo>
                  <a:pt x="611" y="698"/>
                </a:moveTo>
                <a:lnTo>
                  <a:pt x="614" y="701"/>
                </a:lnTo>
                <a:moveTo>
                  <a:pt x="619" y="708"/>
                </a:moveTo>
                <a:lnTo>
                  <a:pt x="622" y="712"/>
                </a:lnTo>
                <a:moveTo>
                  <a:pt x="628" y="718"/>
                </a:moveTo>
                <a:lnTo>
                  <a:pt x="631" y="722"/>
                </a:lnTo>
                <a:moveTo>
                  <a:pt x="637" y="728"/>
                </a:moveTo>
                <a:lnTo>
                  <a:pt x="640" y="732"/>
                </a:lnTo>
                <a:moveTo>
                  <a:pt x="646" y="739"/>
                </a:moveTo>
                <a:lnTo>
                  <a:pt x="649" y="742"/>
                </a:lnTo>
                <a:moveTo>
                  <a:pt x="655" y="749"/>
                </a:moveTo>
                <a:lnTo>
                  <a:pt x="658" y="752"/>
                </a:lnTo>
                <a:moveTo>
                  <a:pt x="664" y="759"/>
                </a:moveTo>
                <a:lnTo>
                  <a:pt x="667" y="762"/>
                </a:lnTo>
                <a:moveTo>
                  <a:pt x="673" y="769"/>
                </a:moveTo>
                <a:lnTo>
                  <a:pt x="676" y="772"/>
                </a:lnTo>
                <a:moveTo>
                  <a:pt x="681" y="779"/>
                </a:moveTo>
                <a:lnTo>
                  <a:pt x="684" y="782"/>
                </a:lnTo>
                <a:moveTo>
                  <a:pt x="690" y="789"/>
                </a:moveTo>
                <a:lnTo>
                  <a:pt x="693" y="792"/>
                </a:lnTo>
                <a:moveTo>
                  <a:pt x="699" y="799"/>
                </a:moveTo>
                <a:lnTo>
                  <a:pt x="702" y="803"/>
                </a:lnTo>
                <a:moveTo>
                  <a:pt x="708" y="809"/>
                </a:moveTo>
                <a:lnTo>
                  <a:pt x="711" y="813"/>
                </a:lnTo>
                <a:moveTo>
                  <a:pt x="717" y="819"/>
                </a:moveTo>
                <a:lnTo>
                  <a:pt x="720" y="823"/>
                </a:lnTo>
                <a:moveTo>
                  <a:pt x="726" y="830"/>
                </a:moveTo>
                <a:lnTo>
                  <a:pt x="729" y="833"/>
                </a:lnTo>
                <a:moveTo>
                  <a:pt x="735" y="840"/>
                </a:moveTo>
                <a:lnTo>
                  <a:pt x="738" y="843"/>
                </a:lnTo>
                <a:moveTo>
                  <a:pt x="743" y="850"/>
                </a:moveTo>
                <a:lnTo>
                  <a:pt x="746" y="853"/>
                </a:lnTo>
                <a:moveTo>
                  <a:pt x="752" y="860"/>
                </a:moveTo>
                <a:lnTo>
                  <a:pt x="755" y="863"/>
                </a:lnTo>
                <a:moveTo>
                  <a:pt x="761" y="870"/>
                </a:moveTo>
                <a:lnTo>
                  <a:pt x="764" y="873"/>
                </a:lnTo>
                <a:moveTo>
                  <a:pt x="770" y="880"/>
                </a:moveTo>
                <a:lnTo>
                  <a:pt x="773" y="883"/>
                </a:lnTo>
                <a:moveTo>
                  <a:pt x="779" y="890"/>
                </a:moveTo>
                <a:lnTo>
                  <a:pt x="782" y="894"/>
                </a:lnTo>
                <a:moveTo>
                  <a:pt x="788" y="900"/>
                </a:moveTo>
                <a:lnTo>
                  <a:pt x="791" y="904"/>
                </a:lnTo>
                <a:moveTo>
                  <a:pt x="797" y="910"/>
                </a:moveTo>
                <a:lnTo>
                  <a:pt x="800" y="914"/>
                </a:lnTo>
                <a:moveTo>
                  <a:pt x="805" y="921"/>
                </a:moveTo>
                <a:lnTo>
                  <a:pt x="808" y="924"/>
                </a:lnTo>
                <a:moveTo>
                  <a:pt x="814" y="931"/>
                </a:moveTo>
                <a:lnTo>
                  <a:pt x="817" y="934"/>
                </a:lnTo>
                <a:moveTo>
                  <a:pt x="823" y="941"/>
                </a:moveTo>
                <a:lnTo>
                  <a:pt x="826" y="944"/>
                </a:lnTo>
                <a:moveTo>
                  <a:pt x="832" y="951"/>
                </a:moveTo>
                <a:lnTo>
                  <a:pt x="835" y="954"/>
                </a:lnTo>
                <a:moveTo>
                  <a:pt x="841" y="961"/>
                </a:moveTo>
                <a:lnTo>
                  <a:pt x="844" y="964"/>
                </a:lnTo>
                <a:moveTo>
                  <a:pt x="850" y="971"/>
                </a:moveTo>
                <a:lnTo>
                  <a:pt x="853" y="974"/>
                </a:lnTo>
                <a:moveTo>
                  <a:pt x="859" y="981"/>
                </a:moveTo>
                <a:lnTo>
                  <a:pt x="862" y="985"/>
                </a:lnTo>
                <a:moveTo>
                  <a:pt x="867" y="991"/>
                </a:moveTo>
                <a:lnTo>
                  <a:pt x="870" y="995"/>
                </a:lnTo>
                <a:moveTo>
                  <a:pt x="876" y="1001"/>
                </a:moveTo>
                <a:lnTo>
                  <a:pt x="879" y="1005"/>
                </a:lnTo>
                <a:moveTo>
                  <a:pt x="885" y="1012"/>
                </a:moveTo>
                <a:lnTo>
                  <a:pt x="888" y="1015"/>
                </a:lnTo>
                <a:moveTo>
                  <a:pt x="894" y="1022"/>
                </a:moveTo>
                <a:lnTo>
                  <a:pt x="897" y="1025"/>
                </a:lnTo>
                <a:moveTo>
                  <a:pt x="903" y="1032"/>
                </a:moveTo>
                <a:lnTo>
                  <a:pt x="906" y="1035"/>
                </a:lnTo>
                <a:moveTo>
                  <a:pt x="912" y="1042"/>
                </a:moveTo>
                <a:lnTo>
                  <a:pt x="915" y="1045"/>
                </a:lnTo>
                <a:moveTo>
                  <a:pt x="921" y="1052"/>
                </a:moveTo>
                <a:lnTo>
                  <a:pt x="924" y="1055"/>
                </a:lnTo>
                <a:moveTo>
                  <a:pt x="929" y="1062"/>
                </a:moveTo>
                <a:lnTo>
                  <a:pt x="932" y="1065"/>
                </a:lnTo>
                <a:moveTo>
                  <a:pt x="938" y="1072"/>
                </a:moveTo>
                <a:lnTo>
                  <a:pt x="941" y="1076"/>
                </a:lnTo>
                <a:moveTo>
                  <a:pt x="947" y="1082"/>
                </a:moveTo>
                <a:lnTo>
                  <a:pt x="950" y="1086"/>
                </a:lnTo>
                <a:moveTo>
                  <a:pt x="956" y="1092"/>
                </a:moveTo>
                <a:lnTo>
                  <a:pt x="959" y="1096"/>
                </a:lnTo>
                <a:moveTo>
                  <a:pt x="965" y="1103"/>
                </a:moveTo>
                <a:lnTo>
                  <a:pt x="968" y="1106"/>
                </a:lnTo>
                <a:moveTo>
                  <a:pt x="974" y="1113"/>
                </a:moveTo>
                <a:lnTo>
                  <a:pt x="977" y="1116"/>
                </a:lnTo>
                <a:moveTo>
                  <a:pt x="983" y="1123"/>
                </a:moveTo>
                <a:lnTo>
                  <a:pt x="985" y="1126"/>
                </a:lnTo>
                <a:moveTo>
                  <a:pt x="991" y="1133"/>
                </a:moveTo>
                <a:lnTo>
                  <a:pt x="994" y="1136"/>
                </a:lnTo>
                <a:moveTo>
                  <a:pt x="1000" y="1143"/>
                </a:moveTo>
                <a:lnTo>
                  <a:pt x="1003" y="1146"/>
                </a:lnTo>
                <a:moveTo>
                  <a:pt x="1009" y="1153"/>
                </a:moveTo>
                <a:lnTo>
                  <a:pt x="1012" y="1156"/>
                </a:lnTo>
                <a:moveTo>
                  <a:pt x="1018" y="1163"/>
                </a:moveTo>
                <a:lnTo>
                  <a:pt x="1021" y="1167"/>
                </a:lnTo>
                <a:moveTo>
                  <a:pt x="1027" y="1173"/>
                </a:moveTo>
                <a:lnTo>
                  <a:pt x="1030" y="1177"/>
                </a:lnTo>
                <a:moveTo>
                  <a:pt x="1036" y="1183"/>
                </a:moveTo>
                <a:lnTo>
                  <a:pt x="1039" y="1187"/>
                </a:lnTo>
                <a:moveTo>
                  <a:pt x="1045" y="1194"/>
                </a:moveTo>
                <a:lnTo>
                  <a:pt x="1047" y="1197"/>
                </a:lnTo>
                <a:moveTo>
                  <a:pt x="1053" y="1204"/>
                </a:moveTo>
                <a:lnTo>
                  <a:pt x="1056" y="1207"/>
                </a:lnTo>
                <a:moveTo>
                  <a:pt x="1062" y="1214"/>
                </a:moveTo>
                <a:lnTo>
                  <a:pt x="1065" y="1217"/>
                </a:lnTo>
                <a:moveTo>
                  <a:pt x="1071" y="1224"/>
                </a:moveTo>
                <a:lnTo>
                  <a:pt x="1074" y="1227"/>
                </a:lnTo>
                <a:moveTo>
                  <a:pt x="1080" y="1234"/>
                </a:moveTo>
                <a:lnTo>
                  <a:pt x="1083" y="1237"/>
                </a:lnTo>
                <a:moveTo>
                  <a:pt x="1089" y="1244"/>
                </a:moveTo>
                <a:lnTo>
                  <a:pt x="1092" y="1247"/>
                </a:lnTo>
                <a:moveTo>
                  <a:pt x="1098" y="1254"/>
                </a:moveTo>
                <a:lnTo>
                  <a:pt x="1101" y="1258"/>
                </a:lnTo>
                <a:moveTo>
                  <a:pt x="1107" y="1264"/>
                </a:moveTo>
                <a:lnTo>
                  <a:pt x="1109" y="1268"/>
                </a:lnTo>
                <a:moveTo>
                  <a:pt x="1115" y="1274"/>
                </a:moveTo>
                <a:lnTo>
                  <a:pt x="1118" y="1278"/>
                </a:lnTo>
                <a:moveTo>
                  <a:pt x="1124" y="1285"/>
                </a:moveTo>
                <a:lnTo>
                  <a:pt x="1127" y="1288"/>
                </a:lnTo>
                <a:moveTo>
                  <a:pt x="1133" y="1295"/>
                </a:moveTo>
                <a:lnTo>
                  <a:pt x="1136" y="1298"/>
                </a:lnTo>
                <a:moveTo>
                  <a:pt x="1142" y="1305"/>
                </a:moveTo>
                <a:lnTo>
                  <a:pt x="1145" y="1308"/>
                </a:lnTo>
                <a:moveTo>
                  <a:pt x="1151" y="1315"/>
                </a:moveTo>
                <a:lnTo>
                  <a:pt x="1154" y="1318"/>
                </a:lnTo>
                <a:moveTo>
                  <a:pt x="1160" y="1325"/>
                </a:moveTo>
                <a:lnTo>
                  <a:pt x="1163" y="1328"/>
                </a:lnTo>
                <a:moveTo>
                  <a:pt x="1168" y="1335"/>
                </a:moveTo>
                <a:lnTo>
                  <a:pt x="1171" y="1338"/>
                </a:lnTo>
                <a:moveTo>
                  <a:pt x="1177" y="1345"/>
                </a:moveTo>
                <a:lnTo>
                  <a:pt x="1180" y="1349"/>
                </a:lnTo>
                <a:moveTo>
                  <a:pt x="1186" y="1355"/>
                </a:moveTo>
                <a:lnTo>
                  <a:pt x="1189" y="1359"/>
                </a:lnTo>
                <a:moveTo>
                  <a:pt x="1195" y="1365"/>
                </a:moveTo>
                <a:lnTo>
                  <a:pt x="1198" y="1369"/>
                </a:lnTo>
                <a:moveTo>
                  <a:pt x="1204" y="1376"/>
                </a:moveTo>
                <a:lnTo>
                  <a:pt x="1207" y="1379"/>
                </a:lnTo>
                <a:moveTo>
                  <a:pt x="1213" y="1386"/>
                </a:moveTo>
                <a:lnTo>
                  <a:pt x="1216" y="1389"/>
                </a:lnTo>
                <a:moveTo>
                  <a:pt x="1222" y="1396"/>
                </a:moveTo>
                <a:lnTo>
                  <a:pt x="1225" y="1399"/>
                </a:lnTo>
                <a:moveTo>
                  <a:pt x="1230" y="1406"/>
                </a:moveTo>
                <a:lnTo>
                  <a:pt x="1233" y="1409"/>
                </a:lnTo>
                <a:moveTo>
                  <a:pt x="1239" y="1416"/>
                </a:moveTo>
                <a:lnTo>
                  <a:pt x="1242" y="1419"/>
                </a:lnTo>
                <a:moveTo>
                  <a:pt x="1248" y="1426"/>
                </a:moveTo>
                <a:lnTo>
                  <a:pt x="1251" y="1429"/>
                </a:lnTo>
                <a:moveTo>
                  <a:pt x="1257" y="1436"/>
                </a:moveTo>
                <a:lnTo>
                  <a:pt x="1260" y="1440"/>
                </a:lnTo>
                <a:moveTo>
                  <a:pt x="1266" y="1446"/>
                </a:moveTo>
                <a:lnTo>
                  <a:pt x="1269" y="1450"/>
                </a:lnTo>
                <a:moveTo>
                  <a:pt x="1275" y="1456"/>
                </a:moveTo>
                <a:lnTo>
                  <a:pt x="1278" y="1460"/>
                </a:lnTo>
                <a:moveTo>
                  <a:pt x="1284" y="1467"/>
                </a:moveTo>
                <a:lnTo>
                  <a:pt x="1287" y="1470"/>
                </a:lnTo>
                <a:moveTo>
                  <a:pt x="1292" y="1477"/>
                </a:moveTo>
                <a:lnTo>
                  <a:pt x="1295" y="1480"/>
                </a:lnTo>
                <a:moveTo>
                  <a:pt x="1301" y="1487"/>
                </a:moveTo>
                <a:lnTo>
                  <a:pt x="1304" y="1490"/>
                </a:lnTo>
                <a:moveTo>
                  <a:pt x="1310" y="1497"/>
                </a:moveTo>
                <a:lnTo>
                  <a:pt x="1313" y="1500"/>
                </a:lnTo>
                <a:moveTo>
                  <a:pt x="1319" y="1507"/>
                </a:moveTo>
                <a:lnTo>
                  <a:pt x="1322" y="1510"/>
                </a:lnTo>
                <a:moveTo>
                  <a:pt x="1328" y="1517"/>
                </a:moveTo>
                <a:lnTo>
                  <a:pt x="1331" y="1520"/>
                </a:lnTo>
                <a:moveTo>
                  <a:pt x="1337" y="1527"/>
                </a:moveTo>
                <a:lnTo>
                  <a:pt x="1340" y="1531"/>
                </a:lnTo>
                <a:moveTo>
                  <a:pt x="1346" y="1537"/>
                </a:moveTo>
                <a:lnTo>
                  <a:pt x="1349" y="1541"/>
                </a:lnTo>
                <a:moveTo>
                  <a:pt x="1354" y="1547"/>
                </a:moveTo>
                <a:lnTo>
                  <a:pt x="1357" y="1551"/>
                </a:lnTo>
                <a:moveTo>
                  <a:pt x="1363" y="1558"/>
                </a:moveTo>
                <a:lnTo>
                  <a:pt x="1366" y="1561"/>
                </a:lnTo>
                <a:moveTo>
                  <a:pt x="1372" y="1568"/>
                </a:moveTo>
                <a:lnTo>
                  <a:pt x="1375" y="1571"/>
                </a:lnTo>
                <a:moveTo>
                  <a:pt x="1381" y="1578"/>
                </a:moveTo>
                <a:lnTo>
                  <a:pt x="1384" y="1581"/>
                </a:lnTo>
                <a:moveTo>
                  <a:pt x="1390" y="1588"/>
                </a:moveTo>
                <a:lnTo>
                  <a:pt x="1393" y="1591"/>
                </a:lnTo>
                <a:moveTo>
                  <a:pt x="1399" y="1598"/>
                </a:moveTo>
                <a:lnTo>
                  <a:pt x="1402" y="1601"/>
                </a:lnTo>
                <a:moveTo>
                  <a:pt x="1408" y="1608"/>
                </a:moveTo>
                <a:lnTo>
                  <a:pt x="1411" y="1611"/>
                </a:lnTo>
                <a:moveTo>
                  <a:pt x="1416" y="1618"/>
                </a:moveTo>
                <a:lnTo>
                  <a:pt x="1419" y="1622"/>
                </a:lnTo>
                <a:moveTo>
                  <a:pt x="1425" y="1628"/>
                </a:moveTo>
                <a:lnTo>
                  <a:pt x="1428" y="1632"/>
                </a:lnTo>
                <a:moveTo>
                  <a:pt x="1434" y="1638"/>
                </a:moveTo>
                <a:lnTo>
                  <a:pt x="1437" y="1642"/>
                </a:lnTo>
                <a:moveTo>
                  <a:pt x="1443" y="1649"/>
                </a:moveTo>
                <a:lnTo>
                  <a:pt x="1446" y="1652"/>
                </a:lnTo>
                <a:moveTo>
                  <a:pt x="1452" y="1659"/>
                </a:moveTo>
                <a:lnTo>
                  <a:pt x="1455" y="1662"/>
                </a:lnTo>
                <a:moveTo>
                  <a:pt x="1461" y="1669"/>
                </a:moveTo>
                <a:lnTo>
                  <a:pt x="1464" y="1672"/>
                </a:lnTo>
                <a:moveTo>
                  <a:pt x="1470" y="1679"/>
                </a:moveTo>
                <a:lnTo>
                  <a:pt x="1472" y="1682"/>
                </a:lnTo>
                <a:moveTo>
                  <a:pt x="1478" y="1689"/>
                </a:moveTo>
                <a:lnTo>
                  <a:pt x="1481" y="1692"/>
                </a:lnTo>
                <a:moveTo>
                  <a:pt x="1487" y="1699"/>
                </a:moveTo>
                <a:lnTo>
                  <a:pt x="1490" y="1702"/>
                </a:lnTo>
                <a:moveTo>
                  <a:pt x="1496" y="1709"/>
                </a:moveTo>
                <a:lnTo>
                  <a:pt x="1499" y="1713"/>
                </a:lnTo>
                <a:moveTo>
                  <a:pt x="1505" y="1719"/>
                </a:moveTo>
                <a:lnTo>
                  <a:pt x="1508" y="1723"/>
                </a:lnTo>
                <a:moveTo>
                  <a:pt x="1514" y="1729"/>
                </a:moveTo>
                <a:lnTo>
                  <a:pt x="1517" y="1733"/>
                </a:lnTo>
                <a:moveTo>
                  <a:pt x="1523" y="1740"/>
                </a:moveTo>
                <a:lnTo>
                  <a:pt x="1526" y="1743"/>
                </a:lnTo>
                <a:moveTo>
                  <a:pt x="1532" y="1750"/>
                </a:moveTo>
                <a:lnTo>
                  <a:pt x="1534" y="1753"/>
                </a:lnTo>
                <a:moveTo>
                  <a:pt x="1540" y="1760"/>
                </a:moveTo>
                <a:lnTo>
                  <a:pt x="1543" y="1763"/>
                </a:lnTo>
                <a:moveTo>
                  <a:pt x="1549" y="1770"/>
                </a:moveTo>
                <a:lnTo>
                  <a:pt x="1552" y="1773"/>
                </a:lnTo>
                <a:moveTo>
                  <a:pt x="1558" y="1780"/>
                </a:moveTo>
                <a:lnTo>
                  <a:pt x="1561" y="1783"/>
                </a:lnTo>
                <a:moveTo>
                  <a:pt x="1567" y="1790"/>
                </a:moveTo>
                <a:lnTo>
                  <a:pt x="1570" y="1793"/>
                </a:lnTo>
                <a:moveTo>
                  <a:pt x="1576" y="1800"/>
                </a:moveTo>
                <a:lnTo>
                  <a:pt x="1579" y="1804"/>
                </a:lnTo>
                <a:moveTo>
                  <a:pt x="1585" y="1810"/>
                </a:moveTo>
                <a:lnTo>
                  <a:pt x="1588" y="1814"/>
                </a:lnTo>
                <a:moveTo>
                  <a:pt x="1594" y="1820"/>
                </a:moveTo>
                <a:lnTo>
                  <a:pt x="1596" y="1824"/>
                </a:lnTo>
                <a:moveTo>
                  <a:pt x="1602" y="1831"/>
                </a:moveTo>
                <a:lnTo>
                  <a:pt x="1605" y="1834"/>
                </a:lnTo>
                <a:moveTo>
                  <a:pt x="1611" y="1841"/>
                </a:moveTo>
                <a:lnTo>
                  <a:pt x="1614" y="1844"/>
                </a:lnTo>
                <a:moveTo>
                  <a:pt x="1620" y="1851"/>
                </a:moveTo>
                <a:lnTo>
                  <a:pt x="1623" y="1854"/>
                </a:lnTo>
                <a:moveTo>
                  <a:pt x="1629" y="1861"/>
                </a:moveTo>
                <a:lnTo>
                  <a:pt x="1632" y="1864"/>
                </a:lnTo>
                <a:moveTo>
                  <a:pt x="1638" y="1871"/>
                </a:moveTo>
                <a:lnTo>
                  <a:pt x="1641" y="1874"/>
                </a:lnTo>
                <a:moveTo>
                  <a:pt x="1647" y="1881"/>
                </a:moveTo>
                <a:lnTo>
                  <a:pt x="1650" y="1884"/>
                </a:lnTo>
                <a:moveTo>
                  <a:pt x="1655" y="1891"/>
                </a:moveTo>
                <a:lnTo>
                  <a:pt x="1658" y="1895"/>
                </a:lnTo>
                <a:moveTo>
                  <a:pt x="1664" y="1901"/>
                </a:moveTo>
                <a:lnTo>
                  <a:pt x="1667" y="1905"/>
                </a:lnTo>
                <a:moveTo>
                  <a:pt x="1673" y="1911"/>
                </a:moveTo>
                <a:lnTo>
                  <a:pt x="1676" y="1915"/>
                </a:lnTo>
                <a:moveTo>
                  <a:pt x="1682" y="1922"/>
                </a:moveTo>
                <a:lnTo>
                  <a:pt x="1685" y="1925"/>
                </a:lnTo>
                <a:moveTo>
                  <a:pt x="1691" y="1932"/>
                </a:moveTo>
                <a:lnTo>
                  <a:pt x="1694" y="1935"/>
                </a:lnTo>
                <a:moveTo>
                  <a:pt x="1700" y="1942"/>
                </a:moveTo>
                <a:lnTo>
                  <a:pt x="1703" y="1945"/>
                </a:lnTo>
                <a:moveTo>
                  <a:pt x="1709" y="1952"/>
                </a:moveTo>
                <a:lnTo>
                  <a:pt x="1712" y="1955"/>
                </a:lnTo>
                <a:moveTo>
                  <a:pt x="1717" y="1962"/>
                </a:moveTo>
                <a:lnTo>
                  <a:pt x="1718" y="196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" name="Freeform 69">
            <a:extLst>
              <a:ext uri="{FF2B5EF4-FFF2-40B4-BE49-F238E27FC236}">
                <a16:creationId xmlns:a16="http://schemas.microsoft.com/office/drawing/2014/main" id="{78C2BB7D-F1D3-0DCC-5D47-D23BA5357C04}"/>
              </a:ext>
            </a:extLst>
          </p:cNvPr>
          <p:cNvSpPr>
            <a:spLocks noEditPoints="1"/>
          </p:cNvSpPr>
          <p:nvPr/>
        </p:nvSpPr>
        <p:spPr bwMode="auto">
          <a:xfrm>
            <a:off x="3962401" y="131763"/>
            <a:ext cx="935038" cy="1497013"/>
          </a:xfrm>
          <a:custGeom>
            <a:avLst/>
            <a:gdLst>
              <a:gd name="T0" fmla="*/ 16 w 1177"/>
              <a:gd name="T1" fmla="*/ 27 h 1885"/>
              <a:gd name="T2" fmla="*/ 38 w 1177"/>
              <a:gd name="T3" fmla="*/ 61 h 1885"/>
              <a:gd name="T4" fmla="*/ 59 w 1177"/>
              <a:gd name="T5" fmla="*/ 95 h 1885"/>
              <a:gd name="T6" fmla="*/ 80 w 1177"/>
              <a:gd name="T7" fmla="*/ 130 h 1885"/>
              <a:gd name="T8" fmla="*/ 102 w 1177"/>
              <a:gd name="T9" fmla="*/ 164 h 1885"/>
              <a:gd name="T10" fmla="*/ 123 w 1177"/>
              <a:gd name="T11" fmla="*/ 198 h 1885"/>
              <a:gd name="T12" fmla="*/ 144 w 1177"/>
              <a:gd name="T13" fmla="*/ 232 h 1885"/>
              <a:gd name="T14" fmla="*/ 166 w 1177"/>
              <a:gd name="T15" fmla="*/ 266 h 1885"/>
              <a:gd name="T16" fmla="*/ 187 w 1177"/>
              <a:gd name="T17" fmla="*/ 300 h 1885"/>
              <a:gd name="T18" fmla="*/ 209 w 1177"/>
              <a:gd name="T19" fmla="*/ 335 h 1885"/>
              <a:gd name="T20" fmla="*/ 230 w 1177"/>
              <a:gd name="T21" fmla="*/ 369 h 1885"/>
              <a:gd name="T22" fmla="*/ 251 w 1177"/>
              <a:gd name="T23" fmla="*/ 403 h 1885"/>
              <a:gd name="T24" fmla="*/ 273 w 1177"/>
              <a:gd name="T25" fmla="*/ 437 h 1885"/>
              <a:gd name="T26" fmla="*/ 294 w 1177"/>
              <a:gd name="T27" fmla="*/ 471 h 1885"/>
              <a:gd name="T28" fmla="*/ 315 w 1177"/>
              <a:gd name="T29" fmla="*/ 506 h 1885"/>
              <a:gd name="T30" fmla="*/ 337 w 1177"/>
              <a:gd name="T31" fmla="*/ 540 h 1885"/>
              <a:gd name="T32" fmla="*/ 358 w 1177"/>
              <a:gd name="T33" fmla="*/ 574 h 1885"/>
              <a:gd name="T34" fmla="*/ 380 w 1177"/>
              <a:gd name="T35" fmla="*/ 608 h 1885"/>
              <a:gd name="T36" fmla="*/ 401 w 1177"/>
              <a:gd name="T37" fmla="*/ 642 h 1885"/>
              <a:gd name="T38" fmla="*/ 422 w 1177"/>
              <a:gd name="T39" fmla="*/ 677 h 1885"/>
              <a:gd name="T40" fmla="*/ 444 w 1177"/>
              <a:gd name="T41" fmla="*/ 711 h 1885"/>
              <a:gd name="T42" fmla="*/ 465 w 1177"/>
              <a:gd name="T43" fmla="*/ 745 h 1885"/>
              <a:gd name="T44" fmla="*/ 486 w 1177"/>
              <a:gd name="T45" fmla="*/ 779 h 1885"/>
              <a:gd name="T46" fmla="*/ 508 w 1177"/>
              <a:gd name="T47" fmla="*/ 813 h 1885"/>
              <a:gd name="T48" fmla="*/ 529 w 1177"/>
              <a:gd name="T49" fmla="*/ 848 h 1885"/>
              <a:gd name="T50" fmla="*/ 551 w 1177"/>
              <a:gd name="T51" fmla="*/ 882 h 1885"/>
              <a:gd name="T52" fmla="*/ 572 w 1177"/>
              <a:gd name="T53" fmla="*/ 916 h 1885"/>
              <a:gd name="T54" fmla="*/ 593 w 1177"/>
              <a:gd name="T55" fmla="*/ 950 h 1885"/>
              <a:gd name="T56" fmla="*/ 615 w 1177"/>
              <a:gd name="T57" fmla="*/ 984 h 1885"/>
              <a:gd name="T58" fmla="*/ 636 w 1177"/>
              <a:gd name="T59" fmla="*/ 1019 h 1885"/>
              <a:gd name="T60" fmla="*/ 657 w 1177"/>
              <a:gd name="T61" fmla="*/ 1053 h 1885"/>
              <a:gd name="T62" fmla="*/ 679 w 1177"/>
              <a:gd name="T63" fmla="*/ 1087 h 1885"/>
              <a:gd name="T64" fmla="*/ 700 w 1177"/>
              <a:gd name="T65" fmla="*/ 1121 h 1885"/>
              <a:gd name="T66" fmla="*/ 721 w 1177"/>
              <a:gd name="T67" fmla="*/ 1155 h 1885"/>
              <a:gd name="T68" fmla="*/ 743 w 1177"/>
              <a:gd name="T69" fmla="*/ 1189 h 1885"/>
              <a:gd name="T70" fmla="*/ 764 w 1177"/>
              <a:gd name="T71" fmla="*/ 1224 h 1885"/>
              <a:gd name="T72" fmla="*/ 786 w 1177"/>
              <a:gd name="T73" fmla="*/ 1258 h 1885"/>
              <a:gd name="T74" fmla="*/ 807 w 1177"/>
              <a:gd name="T75" fmla="*/ 1292 h 1885"/>
              <a:gd name="T76" fmla="*/ 828 w 1177"/>
              <a:gd name="T77" fmla="*/ 1326 h 1885"/>
              <a:gd name="T78" fmla="*/ 850 w 1177"/>
              <a:gd name="T79" fmla="*/ 1360 h 1885"/>
              <a:gd name="T80" fmla="*/ 871 w 1177"/>
              <a:gd name="T81" fmla="*/ 1395 h 1885"/>
              <a:gd name="T82" fmla="*/ 892 w 1177"/>
              <a:gd name="T83" fmla="*/ 1429 h 1885"/>
              <a:gd name="T84" fmla="*/ 914 w 1177"/>
              <a:gd name="T85" fmla="*/ 1463 h 1885"/>
              <a:gd name="T86" fmla="*/ 935 w 1177"/>
              <a:gd name="T87" fmla="*/ 1497 h 1885"/>
              <a:gd name="T88" fmla="*/ 957 w 1177"/>
              <a:gd name="T89" fmla="*/ 1531 h 1885"/>
              <a:gd name="T90" fmla="*/ 978 w 1177"/>
              <a:gd name="T91" fmla="*/ 1566 h 1885"/>
              <a:gd name="T92" fmla="*/ 999 w 1177"/>
              <a:gd name="T93" fmla="*/ 1600 h 1885"/>
              <a:gd name="T94" fmla="*/ 1021 w 1177"/>
              <a:gd name="T95" fmla="*/ 1634 h 1885"/>
              <a:gd name="T96" fmla="*/ 1042 w 1177"/>
              <a:gd name="T97" fmla="*/ 1668 h 1885"/>
              <a:gd name="T98" fmla="*/ 1063 w 1177"/>
              <a:gd name="T99" fmla="*/ 1702 h 1885"/>
              <a:gd name="T100" fmla="*/ 1085 w 1177"/>
              <a:gd name="T101" fmla="*/ 1737 h 1885"/>
              <a:gd name="T102" fmla="*/ 1106 w 1177"/>
              <a:gd name="T103" fmla="*/ 1771 h 1885"/>
              <a:gd name="T104" fmla="*/ 1127 w 1177"/>
              <a:gd name="T105" fmla="*/ 1805 h 1885"/>
              <a:gd name="T106" fmla="*/ 1149 w 1177"/>
              <a:gd name="T107" fmla="*/ 1839 h 1885"/>
              <a:gd name="T108" fmla="*/ 1170 w 1177"/>
              <a:gd name="T109" fmla="*/ 1873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77" h="1885">
                <a:moveTo>
                  <a:pt x="0" y="0"/>
                </a:moveTo>
                <a:lnTo>
                  <a:pt x="2" y="4"/>
                </a:lnTo>
                <a:moveTo>
                  <a:pt x="7" y="12"/>
                </a:moveTo>
                <a:lnTo>
                  <a:pt x="9" y="16"/>
                </a:lnTo>
                <a:moveTo>
                  <a:pt x="14" y="23"/>
                </a:moveTo>
                <a:lnTo>
                  <a:pt x="16" y="27"/>
                </a:lnTo>
                <a:moveTo>
                  <a:pt x="21" y="35"/>
                </a:moveTo>
                <a:lnTo>
                  <a:pt x="23" y="38"/>
                </a:lnTo>
                <a:moveTo>
                  <a:pt x="28" y="46"/>
                </a:moveTo>
                <a:lnTo>
                  <a:pt x="31" y="50"/>
                </a:lnTo>
                <a:moveTo>
                  <a:pt x="35" y="57"/>
                </a:moveTo>
                <a:lnTo>
                  <a:pt x="38" y="61"/>
                </a:lnTo>
                <a:moveTo>
                  <a:pt x="42" y="69"/>
                </a:moveTo>
                <a:lnTo>
                  <a:pt x="45" y="73"/>
                </a:lnTo>
                <a:moveTo>
                  <a:pt x="50" y="80"/>
                </a:moveTo>
                <a:lnTo>
                  <a:pt x="52" y="84"/>
                </a:lnTo>
                <a:moveTo>
                  <a:pt x="57" y="92"/>
                </a:moveTo>
                <a:lnTo>
                  <a:pt x="59" y="95"/>
                </a:lnTo>
                <a:moveTo>
                  <a:pt x="64" y="103"/>
                </a:moveTo>
                <a:lnTo>
                  <a:pt x="66" y="107"/>
                </a:lnTo>
                <a:moveTo>
                  <a:pt x="71" y="114"/>
                </a:moveTo>
                <a:lnTo>
                  <a:pt x="73" y="118"/>
                </a:lnTo>
                <a:moveTo>
                  <a:pt x="78" y="126"/>
                </a:moveTo>
                <a:lnTo>
                  <a:pt x="80" y="130"/>
                </a:lnTo>
                <a:moveTo>
                  <a:pt x="85" y="137"/>
                </a:moveTo>
                <a:lnTo>
                  <a:pt x="88" y="141"/>
                </a:lnTo>
                <a:moveTo>
                  <a:pt x="92" y="149"/>
                </a:moveTo>
                <a:lnTo>
                  <a:pt x="95" y="152"/>
                </a:lnTo>
                <a:moveTo>
                  <a:pt x="99" y="160"/>
                </a:moveTo>
                <a:lnTo>
                  <a:pt x="102" y="164"/>
                </a:lnTo>
                <a:moveTo>
                  <a:pt x="107" y="171"/>
                </a:moveTo>
                <a:lnTo>
                  <a:pt x="109" y="175"/>
                </a:lnTo>
                <a:moveTo>
                  <a:pt x="114" y="183"/>
                </a:moveTo>
                <a:lnTo>
                  <a:pt x="116" y="187"/>
                </a:lnTo>
                <a:moveTo>
                  <a:pt x="121" y="194"/>
                </a:moveTo>
                <a:lnTo>
                  <a:pt x="123" y="198"/>
                </a:lnTo>
                <a:moveTo>
                  <a:pt x="128" y="206"/>
                </a:moveTo>
                <a:lnTo>
                  <a:pt x="130" y="209"/>
                </a:lnTo>
                <a:moveTo>
                  <a:pt x="135" y="217"/>
                </a:moveTo>
                <a:lnTo>
                  <a:pt x="137" y="221"/>
                </a:lnTo>
                <a:moveTo>
                  <a:pt x="142" y="228"/>
                </a:moveTo>
                <a:lnTo>
                  <a:pt x="144" y="232"/>
                </a:lnTo>
                <a:moveTo>
                  <a:pt x="149" y="240"/>
                </a:moveTo>
                <a:lnTo>
                  <a:pt x="152" y="243"/>
                </a:lnTo>
                <a:moveTo>
                  <a:pt x="156" y="251"/>
                </a:moveTo>
                <a:lnTo>
                  <a:pt x="159" y="255"/>
                </a:lnTo>
                <a:moveTo>
                  <a:pt x="163" y="262"/>
                </a:moveTo>
                <a:lnTo>
                  <a:pt x="166" y="266"/>
                </a:lnTo>
                <a:moveTo>
                  <a:pt x="171" y="274"/>
                </a:moveTo>
                <a:lnTo>
                  <a:pt x="173" y="278"/>
                </a:lnTo>
                <a:moveTo>
                  <a:pt x="178" y="285"/>
                </a:moveTo>
                <a:lnTo>
                  <a:pt x="180" y="289"/>
                </a:lnTo>
                <a:moveTo>
                  <a:pt x="185" y="297"/>
                </a:moveTo>
                <a:lnTo>
                  <a:pt x="187" y="300"/>
                </a:lnTo>
                <a:moveTo>
                  <a:pt x="192" y="308"/>
                </a:moveTo>
                <a:lnTo>
                  <a:pt x="194" y="312"/>
                </a:lnTo>
                <a:moveTo>
                  <a:pt x="199" y="319"/>
                </a:moveTo>
                <a:lnTo>
                  <a:pt x="201" y="323"/>
                </a:lnTo>
                <a:moveTo>
                  <a:pt x="206" y="331"/>
                </a:moveTo>
                <a:lnTo>
                  <a:pt x="209" y="335"/>
                </a:lnTo>
                <a:moveTo>
                  <a:pt x="213" y="342"/>
                </a:moveTo>
                <a:lnTo>
                  <a:pt x="216" y="346"/>
                </a:lnTo>
                <a:moveTo>
                  <a:pt x="220" y="354"/>
                </a:moveTo>
                <a:lnTo>
                  <a:pt x="223" y="357"/>
                </a:lnTo>
                <a:moveTo>
                  <a:pt x="228" y="365"/>
                </a:moveTo>
                <a:lnTo>
                  <a:pt x="230" y="369"/>
                </a:lnTo>
                <a:moveTo>
                  <a:pt x="235" y="376"/>
                </a:moveTo>
                <a:lnTo>
                  <a:pt x="237" y="380"/>
                </a:lnTo>
                <a:moveTo>
                  <a:pt x="242" y="388"/>
                </a:moveTo>
                <a:lnTo>
                  <a:pt x="244" y="392"/>
                </a:lnTo>
                <a:moveTo>
                  <a:pt x="249" y="399"/>
                </a:moveTo>
                <a:lnTo>
                  <a:pt x="251" y="403"/>
                </a:lnTo>
                <a:moveTo>
                  <a:pt x="256" y="411"/>
                </a:moveTo>
                <a:lnTo>
                  <a:pt x="258" y="414"/>
                </a:lnTo>
                <a:moveTo>
                  <a:pt x="263" y="422"/>
                </a:moveTo>
                <a:lnTo>
                  <a:pt x="266" y="426"/>
                </a:lnTo>
                <a:moveTo>
                  <a:pt x="270" y="433"/>
                </a:moveTo>
                <a:lnTo>
                  <a:pt x="273" y="437"/>
                </a:lnTo>
                <a:moveTo>
                  <a:pt x="277" y="445"/>
                </a:moveTo>
                <a:lnTo>
                  <a:pt x="280" y="449"/>
                </a:lnTo>
                <a:moveTo>
                  <a:pt x="285" y="456"/>
                </a:moveTo>
                <a:lnTo>
                  <a:pt x="287" y="460"/>
                </a:lnTo>
                <a:moveTo>
                  <a:pt x="292" y="468"/>
                </a:moveTo>
                <a:lnTo>
                  <a:pt x="294" y="471"/>
                </a:lnTo>
                <a:moveTo>
                  <a:pt x="299" y="479"/>
                </a:moveTo>
                <a:lnTo>
                  <a:pt x="301" y="483"/>
                </a:lnTo>
                <a:moveTo>
                  <a:pt x="306" y="490"/>
                </a:moveTo>
                <a:lnTo>
                  <a:pt x="308" y="494"/>
                </a:lnTo>
                <a:moveTo>
                  <a:pt x="313" y="502"/>
                </a:moveTo>
                <a:lnTo>
                  <a:pt x="315" y="506"/>
                </a:lnTo>
                <a:moveTo>
                  <a:pt x="320" y="513"/>
                </a:moveTo>
                <a:lnTo>
                  <a:pt x="323" y="517"/>
                </a:lnTo>
                <a:moveTo>
                  <a:pt x="327" y="525"/>
                </a:moveTo>
                <a:lnTo>
                  <a:pt x="330" y="528"/>
                </a:lnTo>
                <a:moveTo>
                  <a:pt x="334" y="536"/>
                </a:moveTo>
                <a:lnTo>
                  <a:pt x="337" y="540"/>
                </a:lnTo>
                <a:moveTo>
                  <a:pt x="342" y="547"/>
                </a:moveTo>
                <a:lnTo>
                  <a:pt x="344" y="551"/>
                </a:lnTo>
                <a:moveTo>
                  <a:pt x="349" y="559"/>
                </a:moveTo>
                <a:lnTo>
                  <a:pt x="351" y="563"/>
                </a:lnTo>
                <a:moveTo>
                  <a:pt x="356" y="570"/>
                </a:moveTo>
                <a:lnTo>
                  <a:pt x="358" y="574"/>
                </a:lnTo>
                <a:moveTo>
                  <a:pt x="363" y="582"/>
                </a:moveTo>
                <a:lnTo>
                  <a:pt x="365" y="585"/>
                </a:lnTo>
                <a:moveTo>
                  <a:pt x="370" y="593"/>
                </a:moveTo>
                <a:lnTo>
                  <a:pt x="372" y="597"/>
                </a:lnTo>
                <a:moveTo>
                  <a:pt x="377" y="604"/>
                </a:moveTo>
                <a:lnTo>
                  <a:pt x="380" y="608"/>
                </a:lnTo>
                <a:moveTo>
                  <a:pt x="384" y="616"/>
                </a:moveTo>
                <a:lnTo>
                  <a:pt x="387" y="620"/>
                </a:lnTo>
                <a:moveTo>
                  <a:pt x="391" y="627"/>
                </a:moveTo>
                <a:lnTo>
                  <a:pt x="394" y="631"/>
                </a:lnTo>
                <a:moveTo>
                  <a:pt x="399" y="639"/>
                </a:moveTo>
                <a:lnTo>
                  <a:pt x="401" y="642"/>
                </a:lnTo>
                <a:moveTo>
                  <a:pt x="406" y="650"/>
                </a:moveTo>
                <a:lnTo>
                  <a:pt x="408" y="654"/>
                </a:lnTo>
                <a:moveTo>
                  <a:pt x="413" y="661"/>
                </a:moveTo>
                <a:lnTo>
                  <a:pt x="415" y="665"/>
                </a:lnTo>
                <a:moveTo>
                  <a:pt x="420" y="673"/>
                </a:moveTo>
                <a:lnTo>
                  <a:pt x="422" y="677"/>
                </a:lnTo>
                <a:moveTo>
                  <a:pt x="427" y="684"/>
                </a:moveTo>
                <a:lnTo>
                  <a:pt x="429" y="688"/>
                </a:lnTo>
                <a:moveTo>
                  <a:pt x="434" y="696"/>
                </a:moveTo>
                <a:lnTo>
                  <a:pt x="437" y="699"/>
                </a:lnTo>
                <a:moveTo>
                  <a:pt x="441" y="707"/>
                </a:moveTo>
                <a:lnTo>
                  <a:pt x="444" y="711"/>
                </a:lnTo>
                <a:moveTo>
                  <a:pt x="448" y="718"/>
                </a:moveTo>
                <a:lnTo>
                  <a:pt x="451" y="722"/>
                </a:lnTo>
                <a:moveTo>
                  <a:pt x="456" y="730"/>
                </a:moveTo>
                <a:lnTo>
                  <a:pt x="458" y="734"/>
                </a:lnTo>
                <a:moveTo>
                  <a:pt x="463" y="741"/>
                </a:moveTo>
                <a:lnTo>
                  <a:pt x="465" y="745"/>
                </a:lnTo>
                <a:moveTo>
                  <a:pt x="470" y="753"/>
                </a:moveTo>
                <a:lnTo>
                  <a:pt x="472" y="756"/>
                </a:lnTo>
                <a:moveTo>
                  <a:pt x="477" y="764"/>
                </a:moveTo>
                <a:lnTo>
                  <a:pt x="479" y="768"/>
                </a:lnTo>
                <a:moveTo>
                  <a:pt x="484" y="775"/>
                </a:moveTo>
                <a:lnTo>
                  <a:pt x="486" y="779"/>
                </a:lnTo>
                <a:moveTo>
                  <a:pt x="491" y="787"/>
                </a:moveTo>
                <a:lnTo>
                  <a:pt x="494" y="791"/>
                </a:lnTo>
                <a:moveTo>
                  <a:pt x="498" y="798"/>
                </a:moveTo>
                <a:lnTo>
                  <a:pt x="501" y="802"/>
                </a:lnTo>
                <a:moveTo>
                  <a:pt x="505" y="810"/>
                </a:moveTo>
                <a:lnTo>
                  <a:pt x="508" y="813"/>
                </a:lnTo>
                <a:moveTo>
                  <a:pt x="513" y="821"/>
                </a:moveTo>
                <a:lnTo>
                  <a:pt x="515" y="825"/>
                </a:lnTo>
                <a:moveTo>
                  <a:pt x="520" y="832"/>
                </a:moveTo>
                <a:lnTo>
                  <a:pt x="522" y="836"/>
                </a:lnTo>
                <a:moveTo>
                  <a:pt x="527" y="844"/>
                </a:moveTo>
                <a:lnTo>
                  <a:pt x="529" y="848"/>
                </a:lnTo>
                <a:moveTo>
                  <a:pt x="534" y="855"/>
                </a:moveTo>
                <a:lnTo>
                  <a:pt x="536" y="859"/>
                </a:lnTo>
                <a:moveTo>
                  <a:pt x="541" y="867"/>
                </a:moveTo>
                <a:lnTo>
                  <a:pt x="543" y="870"/>
                </a:lnTo>
                <a:moveTo>
                  <a:pt x="548" y="878"/>
                </a:moveTo>
                <a:lnTo>
                  <a:pt x="551" y="882"/>
                </a:lnTo>
                <a:moveTo>
                  <a:pt x="555" y="889"/>
                </a:moveTo>
                <a:lnTo>
                  <a:pt x="558" y="893"/>
                </a:lnTo>
                <a:moveTo>
                  <a:pt x="562" y="901"/>
                </a:moveTo>
                <a:lnTo>
                  <a:pt x="565" y="905"/>
                </a:lnTo>
                <a:moveTo>
                  <a:pt x="570" y="912"/>
                </a:moveTo>
                <a:lnTo>
                  <a:pt x="572" y="916"/>
                </a:lnTo>
                <a:moveTo>
                  <a:pt x="577" y="924"/>
                </a:moveTo>
                <a:lnTo>
                  <a:pt x="579" y="927"/>
                </a:lnTo>
                <a:moveTo>
                  <a:pt x="584" y="935"/>
                </a:moveTo>
                <a:lnTo>
                  <a:pt x="586" y="939"/>
                </a:lnTo>
                <a:moveTo>
                  <a:pt x="591" y="946"/>
                </a:moveTo>
                <a:lnTo>
                  <a:pt x="593" y="950"/>
                </a:lnTo>
                <a:moveTo>
                  <a:pt x="598" y="958"/>
                </a:moveTo>
                <a:lnTo>
                  <a:pt x="600" y="962"/>
                </a:lnTo>
                <a:moveTo>
                  <a:pt x="605" y="969"/>
                </a:moveTo>
                <a:lnTo>
                  <a:pt x="607" y="973"/>
                </a:lnTo>
                <a:moveTo>
                  <a:pt x="612" y="981"/>
                </a:moveTo>
                <a:lnTo>
                  <a:pt x="615" y="984"/>
                </a:lnTo>
                <a:moveTo>
                  <a:pt x="619" y="992"/>
                </a:moveTo>
                <a:lnTo>
                  <a:pt x="622" y="996"/>
                </a:lnTo>
                <a:moveTo>
                  <a:pt x="626" y="1003"/>
                </a:moveTo>
                <a:lnTo>
                  <a:pt x="629" y="1007"/>
                </a:lnTo>
                <a:moveTo>
                  <a:pt x="634" y="1015"/>
                </a:moveTo>
                <a:lnTo>
                  <a:pt x="636" y="1019"/>
                </a:lnTo>
                <a:moveTo>
                  <a:pt x="641" y="1026"/>
                </a:moveTo>
                <a:lnTo>
                  <a:pt x="643" y="1030"/>
                </a:lnTo>
                <a:moveTo>
                  <a:pt x="648" y="1037"/>
                </a:moveTo>
                <a:lnTo>
                  <a:pt x="650" y="1041"/>
                </a:lnTo>
                <a:moveTo>
                  <a:pt x="655" y="1049"/>
                </a:moveTo>
                <a:lnTo>
                  <a:pt x="657" y="1053"/>
                </a:lnTo>
                <a:moveTo>
                  <a:pt x="662" y="1060"/>
                </a:moveTo>
                <a:lnTo>
                  <a:pt x="664" y="1064"/>
                </a:lnTo>
                <a:moveTo>
                  <a:pt x="669" y="1072"/>
                </a:moveTo>
                <a:lnTo>
                  <a:pt x="672" y="1075"/>
                </a:lnTo>
                <a:moveTo>
                  <a:pt x="676" y="1083"/>
                </a:moveTo>
                <a:lnTo>
                  <a:pt x="679" y="1087"/>
                </a:lnTo>
                <a:moveTo>
                  <a:pt x="683" y="1094"/>
                </a:moveTo>
                <a:lnTo>
                  <a:pt x="686" y="1098"/>
                </a:lnTo>
                <a:moveTo>
                  <a:pt x="691" y="1106"/>
                </a:moveTo>
                <a:lnTo>
                  <a:pt x="693" y="1110"/>
                </a:lnTo>
                <a:moveTo>
                  <a:pt x="698" y="1117"/>
                </a:moveTo>
                <a:lnTo>
                  <a:pt x="700" y="1121"/>
                </a:lnTo>
                <a:moveTo>
                  <a:pt x="705" y="1129"/>
                </a:moveTo>
                <a:lnTo>
                  <a:pt x="707" y="1132"/>
                </a:lnTo>
                <a:moveTo>
                  <a:pt x="712" y="1140"/>
                </a:moveTo>
                <a:lnTo>
                  <a:pt x="714" y="1144"/>
                </a:lnTo>
                <a:moveTo>
                  <a:pt x="719" y="1151"/>
                </a:moveTo>
                <a:lnTo>
                  <a:pt x="721" y="1155"/>
                </a:lnTo>
                <a:moveTo>
                  <a:pt x="726" y="1163"/>
                </a:moveTo>
                <a:lnTo>
                  <a:pt x="729" y="1167"/>
                </a:lnTo>
                <a:moveTo>
                  <a:pt x="733" y="1174"/>
                </a:moveTo>
                <a:lnTo>
                  <a:pt x="736" y="1178"/>
                </a:lnTo>
                <a:moveTo>
                  <a:pt x="740" y="1186"/>
                </a:moveTo>
                <a:lnTo>
                  <a:pt x="743" y="1189"/>
                </a:lnTo>
                <a:moveTo>
                  <a:pt x="748" y="1197"/>
                </a:moveTo>
                <a:lnTo>
                  <a:pt x="750" y="1201"/>
                </a:lnTo>
                <a:moveTo>
                  <a:pt x="755" y="1208"/>
                </a:moveTo>
                <a:lnTo>
                  <a:pt x="757" y="1212"/>
                </a:lnTo>
                <a:moveTo>
                  <a:pt x="762" y="1220"/>
                </a:moveTo>
                <a:lnTo>
                  <a:pt x="764" y="1224"/>
                </a:lnTo>
                <a:moveTo>
                  <a:pt x="769" y="1231"/>
                </a:moveTo>
                <a:lnTo>
                  <a:pt x="771" y="1235"/>
                </a:lnTo>
                <a:moveTo>
                  <a:pt x="776" y="1243"/>
                </a:moveTo>
                <a:lnTo>
                  <a:pt x="778" y="1246"/>
                </a:lnTo>
                <a:moveTo>
                  <a:pt x="783" y="1254"/>
                </a:moveTo>
                <a:lnTo>
                  <a:pt x="786" y="1258"/>
                </a:lnTo>
                <a:moveTo>
                  <a:pt x="790" y="1265"/>
                </a:moveTo>
                <a:lnTo>
                  <a:pt x="793" y="1269"/>
                </a:lnTo>
                <a:moveTo>
                  <a:pt x="797" y="1277"/>
                </a:moveTo>
                <a:lnTo>
                  <a:pt x="800" y="1281"/>
                </a:lnTo>
                <a:moveTo>
                  <a:pt x="805" y="1288"/>
                </a:moveTo>
                <a:lnTo>
                  <a:pt x="807" y="1292"/>
                </a:lnTo>
                <a:moveTo>
                  <a:pt x="812" y="1300"/>
                </a:moveTo>
                <a:lnTo>
                  <a:pt x="814" y="1303"/>
                </a:lnTo>
                <a:moveTo>
                  <a:pt x="819" y="1311"/>
                </a:moveTo>
                <a:lnTo>
                  <a:pt x="821" y="1315"/>
                </a:lnTo>
                <a:moveTo>
                  <a:pt x="826" y="1322"/>
                </a:moveTo>
                <a:lnTo>
                  <a:pt x="828" y="1326"/>
                </a:lnTo>
                <a:moveTo>
                  <a:pt x="833" y="1334"/>
                </a:moveTo>
                <a:lnTo>
                  <a:pt x="835" y="1338"/>
                </a:lnTo>
                <a:moveTo>
                  <a:pt x="840" y="1345"/>
                </a:moveTo>
                <a:lnTo>
                  <a:pt x="843" y="1349"/>
                </a:lnTo>
                <a:moveTo>
                  <a:pt x="847" y="1357"/>
                </a:moveTo>
                <a:lnTo>
                  <a:pt x="850" y="1360"/>
                </a:lnTo>
                <a:moveTo>
                  <a:pt x="854" y="1368"/>
                </a:moveTo>
                <a:lnTo>
                  <a:pt x="857" y="1372"/>
                </a:lnTo>
                <a:moveTo>
                  <a:pt x="862" y="1379"/>
                </a:moveTo>
                <a:lnTo>
                  <a:pt x="864" y="1383"/>
                </a:lnTo>
                <a:moveTo>
                  <a:pt x="869" y="1391"/>
                </a:moveTo>
                <a:lnTo>
                  <a:pt x="871" y="1395"/>
                </a:lnTo>
                <a:moveTo>
                  <a:pt x="876" y="1402"/>
                </a:moveTo>
                <a:lnTo>
                  <a:pt x="878" y="1406"/>
                </a:lnTo>
                <a:moveTo>
                  <a:pt x="883" y="1414"/>
                </a:moveTo>
                <a:lnTo>
                  <a:pt x="885" y="1417"/>
                </a:lnTo>
                <a:moveTo>
                  <a:pt x="890" y="1425"/>
                </a:moveTo>
                <a:lnTo>
                  <a:pt x="892" y="1429"/>
                </a:lnTo>
                <a:moveTo>
                  <a:pt x="897" y="1436"/>
                </a:moveTo>
                <a:lnTo>
                  <a:pt x="900" y="1440"/>
                </a:lnTo>
                <a:moveTo>
                  <a:pt x="904" y="1448"/>
                </a:moveTo>
                <a:lnTo>
                  <a:pt x="907" y="1452"/>
                </a:lnTo>
                <a:moveTo>
                  <a:pt x="911" y="1459"/>
                </a:moveTo>
                <a:lnTo>
                  <a:pt x="914" y="1463"/>
                </a:lnTo>
                <a:moveTo>
                  <a:pt x="919" y="1471"/>
                </a:moveTo>
                <a:lnTo>
                  <a:pt x="921" y="1474"/>
                </a:lnTo>
                <a:moveTo>
                  <a:pt x="926" y="1482"/>
                </a:moveTo>
                <a:lnTo>
                  <a:pt x="928" y="1486"/>
                </a:lnTo>
                <a:moveTo>
                  <a:pt x="933" y="1493"/>
                </a:moveTo>
                <a:lnTo>
                  <a:pt x="935" y="1497"/>
                </a:lnTo>
                <a:moveTo>
                  <a:pt x="940" y="1505"/>
                </a:moveTo>
                <a:lnTo>
                  <a:pt x="942" y="1509"/>
                </a:lnTo>
                <a:moveTo>
                  <a:pt x="947" y="1516"/>
                </a:moveTo>
                <a:lnTo>
                  <a:pt x="949" y="1520"/>
                </a:lnTo>
                <a:moveTo>
                  <a:pt x="954" y="1528"/>
                </a:moveTo>
                <a:lnTo>
                  <a:pt x="957" y="1531"/>
                </a:lnTo>
                <a:moveTo>
                  <a:pt x="961" y="1539"/>
                </a:moveTo>
                <a:lnTo>
                  <a:pt x="964" y="1543"/>
                </a:lnTo>
                <a:moveTo>
                  <a:pt x="968" y="1550"/>
                </a:moveTo>
                <a:lnTo>
                  <a:pt x="971" y="1554"/>
                </a:lnTo>
                <a:moveTo>
                  <a:pt x="976" y="1562"/>
                </a:moveTo>
                <a:lnTo>
                  <a:pt x="978" y="1566"/>
                </a:lnTo>
                <a:moveTo>
                  <a:pt x="983" y="1573"/>
                </a:moveTo>
                <a:lnTo>
                  <a:pt x="985" y="1577"/>
                </a:lnTo>
                <a:moveTo>
                  <a:pt x="990" y="1585"/>
                </a:moveTo>
                <a:lnTo>
                  <a:pt x="992" y="1588"/>
                </a:lnTo>
                <a:moveTo>
                  <a:pt x="997" y="1596"/>
                </a:moveTo>
                <a:lnTo>
                  <a:pt x="999" y="1600"/>
                </a:lnTo>
                <a:moveTo>
                  <a:pt x="1004" y="1607"/>
                </a:moveTo>
                <a:lnTo>
                  <a:pt x="1006" y="1611"/>
                </a:lnTo>
                <a:moveTo>
                  <a:pt x="1011" y="1619"/>
                </a:moveTo>
                <a:lnTo>
                  <a:pt x="1014" y="1623"/>
                </a:lnTo>
                <a:moveTo>
                  <a:pt x="1018" y="1630"/>
                </a:moveTo>
                <a:lnTo>
                  <a:pt x="1021" y="1634"/>
                </a:lnTo>
                <a:moveTo>
                  <a:pt x="1025" y="1642"/>
                </a:moveTo>
                <a:lnTo>
                  <a:pt x="1028" y="1645"/>
                </a:lnTo>
                <a:moveTo>
                  <a:pt x="1032" y="1653"/>
                </a:moveTo>
                <a:lnTo>
                  <a:pt x="1035" y="1657"/>
                </a:lnTo>
                <a:moveTo>
                  <a:pt x="1040" y="1664"/>
                </a:moveTo>
                <a:lnTo>
                  <a:pt x="1042" y="1668"/>
                </a:lnTo>
                <a:moveTo>
                  <a:pt x="1047" y="1676"/>
                </a:moveTo>
                <a:lnTo>
                  <a:pt x="1049" y="1680"/>
                </a:lnTo>
                <a:moveTo>
                  <a:pt x="1054" y="1687"/>
                </a:moveTo>
                <a:lnTo>
                  <a:pt x="1056" y="1691"/>
                </a:lnTo>
                <a:moveTo>
                  <a:pt x="1061" y="1699"/>
                </a:moveTo>
                <a:lnTo>
                  <a:pt x="1063" y="1702"/>
                </a:lnTo>
                <a:moveTo>
                  <a:pt x="1068" y="1710"/>
                </a:moveTo>
                <a:lnTo>
                  <a:pt x="1070" y="1714"/>
                </a:lnTo>
                <a:moveTo>
                  <a:pt x="1075" y="1721"/>
                </a:moveTo>
                <a:lnTo>
                  <a:pt x="1078" y="1725"/>
                </a:lnTo>
                <a:moveTo>
                  <a:pt x="1082" y="1733"/>
                </a:moveTo>
                <a:lnTo>
                  <a:pt x="1085" y="1737"/>
                </a:lnTo>
                <a:moveTo>
                  <a:pt x="1089" y="1744"/>
                </a:moveTo>
                <a:lnTo>
                  <a:pt x="1092" y="1748"/>
                </a:lnTo>
                <a:moveTo>
                  <a:pt x="1097" y="1756"/>
                </a:moveTo>
                <a:lnTo>
                  <a:pt x="1099" y="1759"/>
                </a:lnTo>
                <a:moveTo>
                  <a:pt x="1104" y="1767"/>
                </a:moveTo>
                <a:lnTo>
                  <a:pt x="1106" y="1771"/>
                </a:lnTo>
                <a:moveTo>
                  <a:pt x="1111" y="1778"/>
                </a:moveTo>
                <a:lnTo>
                  <a:pt x="1113" y="1782"/>
                </a:lnTo>
                <a:moveTo>
                  <a:pt x="1118" y="1790"/>
                </a:moveTo>
                <a:lnTo>
                  <a:pt x="1120" y="1794"/>
                </a:lnTo>
                <a:moveTo>
                  <a:pt x="1125" y="1801"/>
                </a:moveTo>
                <a:lnTo>
                  <a:pt x="1127" y="1805"/>
                </a:lnTo>
                <a:moveTo>
                  <a:pt x="1132" y="1813"/>
                </a:moveTo>
                <a:lnTo>
                  <a:pt x="1135" y="1816"/>
                </a:lnTo>
                <a:moveTo>
                  <a:pt x="1139" y="1824"/>
                </a:moveTo>
                <a:lnTo>
                  <a:pt x="1142" y="1828"/>
                </a:lnTo>
                <a:moveTo>
                  <a:pt x="1146" y="1835"/>
                </a:moveTo>
                <a:lnTo>
                  <a:pt x="1149" y="1839"/>
                </a:lnTo>
                <a:moveTo>
                  <a:pt x="1154" y="1847"/>
                </a:moveTo>
                <a:lnTo>
                  <a:pt x="1156" y="1850"/>
                </a:lnTo>
                <a:moveTo>
                  <a:pt x="1161" y="1858"/>
                </a:moveTo>
                <a:lnTo>
                  <a:pt x="1163" y="1862"/>
                </a:lnTo>
                <a:moveTo>
                  <a:pt x="1168" y="1869"/>
                </a:moveTo>
                <a:lnTo>
                  <a:pt x="1170" y="1873"/>
                </a:lnTo>
                <a:moveTo>
                  <a:pt x="1175" y="1881"/>
                </a:moveTo>
                <a:lnTo>
                  <a:pt x="1177" y="1885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" name="Freeform 70">
            <a:extLst>
              <a:ext uri="{FF2B5EF4-FFF2-40B4-BE49-F238E27FC236}">
                <a16:creationId xmlns:a16="http://schemas.microsoft.com/office/drawing/2014/main" id="{4D3488A5-1ACE-FA4D-60C0-AF4324EF51C0}"/>
              </a:ext>
            </a:extLst>
          </p:cNvPr>
          <p:cNvSpPr>
            <a:spLocks noEditPoints="1"/>
          </p:cNvSpPr>
          <p:nvPr/>
        </p:nvSpPr>
        <p:spPr bwMode="auto">
          <a:xfrm>
            <a:off x="4276726" y="133350"/>
            <a:ext cx="90488" cy="363538"/>
          </a:xfrm>
          <a:custGeom>
            <a:avLst/>
            <a:gdLst>
              <a:gd name="T0" fmla="*/ 1 w 115"/>
              <a:gd name="T1" fmla="*/ 4 h 458"/>
              <a:gd name="T2" fmla="*/ 5 w 115"/>
              <a:gd name="T3" fmla="*/ 17 h 458"/>
              <a:gd name="T4" fmla="*/ 8 w 115"/>
              <a:gd name="T5" fmla="*/ 30 h 458"/>
              <a:gd name="T6" fmla="*/ 11 w 115"/>
              <a:gd name="T7" fmla="*/ 43 h 458"/>
              <a:gd name="T8" fmla="*/ 14 w 115"/>
              <a:gd name="T9" fmla="*/ 56 h 458"/>
              <a:gd name="T10" fmla="*/ 18 w 115"/>
              <a:gd name="T11" fmla="*/ 69 h 458"/>
              <a:gd name="T12" fmla="*/ 21 w 115"/>
              <a:gd name="T13" fmla="*/ 82 h 458"/>
              <a:gd name="T14" fmla="*/ 24 w 115"/>
              <a:gd name="T15" fmla="*/ 95 h 458"/>
              <a:gd name="T16" fmla="*/ 27 w 115"/>
              <a:gd name="T17" fmla="*/ 108 h 458"/>
              <a:gd name="T18" fmla="*/ 31 w 115"/>
              <a:gd name="T19" fmla="*/ 121 h 458"/>
              <a:gd name="T20" fmla="*/ 34 w 115"/>
              <a:gd name="T21" fmla="*/ 134 h 458"/>
              <a:gd name="T22" fmla="*/ 37 w 115"/>
              <a:gd name="T23" fmla="*/ 147 h 458"/>
              <a:gd name="T24" fmla="*/ 40 w 115"/>
              <a:gd name="T25" fmla="*/ 160 h 458"/>
              <a:gd name="T26" fmla="*/ 44 w 115"/>
              <a:gd name="T27" fmla="*/ 173 h 458"/>
              <a:gd name="T28" fmla="*/ 47 w 115"/>
              <a:gd name="T29" fmla="*/ 186 h 458"/>
              <a:gd name="T30" fmla="*/ 50 w 115"/>
              <a:gd name="T31" fmla="*/ 199 h 458"/>
              <a:gd name="T32" fmla="*/ 53 w 115"/>
              <a:gd name="T33" fmla="*/ 213 h 458"/>
              <a:gd name="T34" fmla="*/ 57 w 115"/>
              <a:gd name="T35" fmla="*/ 226 h 458"/>
              <a:gd name="T36" fmla="*/ 60 w 115"/>
              <a:gd name="T37" fmla="*/ 239 h 458"/>
              <a:gd name="T38" fmla="*/ 63 w 115"/>
              <a:gd name="T39" fmla="*/ 252 h 458"/>
              <a:gd name="T40" fmla="*/ 67 w 115"/>
              <a:gd name="T41" fmla="*/ 265 h 458"/>
              <a:gd name="T42" fmla="*/ 70 w 115"/>
              <a:gd name="T43" fmla="*/ 278 h 458"/>
              <a:gd name="T44" fmla="*/ 73 w 115"/>
              <a:gd name="T45" fmla="*/ 291 h 458"/>
              <a:gd name="T46" fmla="*/ 76 w 115"/>
              <a:gd name="T47" fmla="*/ 304 h 458"/>
              <a:gd name="T48" fmla="*/ 80 w 115"/>
              <a:gd name="T49" fmla="*/ 317 h 458"/>
              <a:gd name="T50" fmla="*/ 83 w 115"/>
              <a:gd name="T51" fmla="*/ 330 h 458"/>
              <a:gd name="T52" fmla="*/ 86 w 115"/>
              <a:gd name="T53" fmla="*/ 343 h 458"/>
              <a:gd name="T54" fmla="*/ 89 w 115"/>
              <a:gd name="T55" fmla="*/ 356 h 458"/>
              <a:gd name="T56" fmla="*/ 93 w 115"/>
              <a:gd name="T57" fmla="*/ 369 h 458"/>
              <a:gd name="T58" fmla="*/ 96 w 115"/>
              <a:gd name="T59" fmla="*/ 382 h 458"/>
              <a:gd name="T60" fmla="*/ 99 w 115"/>
              <a:gd name="T61" fmla="*/ 395 h 458"/>
              <a:gd name="T62" fmla="*/ 102 w 115"/>
              <a:gd name="T63" fmla="*/ 408 h 458"/>
              <a:gd name="T64" fmla="*/ 106 w 115"/>
              <a:gd name="T65" fmla="*/ 421 h 458"/>
              <a:gd name="T66" fmla="*/ 109 w 115"/>
              <a:gd name="T67" fmla="*/ 434 h 458"/>
              <a:gd name="T68" fmla="*/ 112 w 115"/>
              <a:gd name="T69" fmla="*/ 447 h 458"/>
              <a:gd name="T70" fmla="*/ 115 w 115"/>
              <a:gd name="T71" fmla="*/ 458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5" h="458">
                <a:moveTo>
                  <a:pt x="0" y="0"/>
                </a:moveTo>
                <a:lnTo>
                  <a:pt x="1" y="4"/>
                </a:lnTo>
                <a:moveTo>
                  <a:pt x="4" y="13"/>
                </a:moveTo>
                <a:lnTo>
                  <a:pt x="5" y="17"/>
                </a:lnTo>
                <a:moveTo>
                  <a:pt x="7" y="26"/>
                </a:moveTo>
                <a:lnTo>
                  <a:pt x="8" y="30"/>
                </a:lnTo>
                <a:moveTo>
                  <a:pt x="10" y="39"/>
                </a:moveTo>
                <a:lnTo>
                  <a:pt x="11" y="43"/>
                </a:lnTo>
                <a:moveTo>
                  <a:pt x="13" y="52"/>
                </a:moveTo>
                <a:lnTo>
                  <a:pt x="14" y="56"/>
                </a:lnTo>
                <a:moveTo>
                  <a:pt x="17" y="65"/>
                </a:moveTo>
                <a:lnTo>
                  <a:pt x="18" y="69"/>
                </a:lnTo>
                <a:moveTo>
                  <a:pt x="20" y="78"/>
                </a:moveTo>
                <a:lnTo>
                  <a:pt x="21" y="82"/>
                </a:lnTo>
                <a:moveTo>
                  <a:pt x="23" y="91"/>
                </a:moveTo>
                <a:lnTo>
                  <a:pt x="24" y="95"/>
                </a:lnTo>
                <a:moveTo>
                  <a:pt x="26" y="104"/>
                </a:moveTo>
                <a:lnTo>
                  <a:pt x="27" y="108"/>
                </a:lnTo>
                <a:moveTo>
                  <a:pt x="30" y="117"/>
                </a:moveTo>
                <a:lnTo>
                  <a:pt x="31" y="121"/>
                </a:lnTo>
                <a:moveTo>
                  <a:pt x="33" y="130"/>
                </a:moveTo>
                <a:lnTo>
                  <a:pt x="34" y="134"/>
                </a:lnTo>
                <a:moveTo>
                  <a:pt x="36" y="143"/>
                </a:moveTo>
                <a:lnTo>
                  <a:pt x="37" y="147"/>
                </a:lnTo>
                <a:moveTo>
                  <a:pt x="39" y="156"/>
                </a:moveTo>
                <a:lnTo>
                  <a:pt x="40" y="160"/>
                </a:lnTo>
                <a:moveTo>
                  <a:pt x="43" y="169"/>
                </a:moveTo>
                <a:lnTo>
                  <a:pt x="44" y="173"/>
                </a:lnTo>
                <a:moveTo>
                  <a:pt x="46" y="182"/>
                </a:moveTo>
                <a:lnTo>
                  <a:pt x="47" y="186"/>
                </a:lnTo>
                <a:moveTo>
                  <a:pt x="49" y="195"/>
                </a:moveTo>
                <a:lnTo>
                  <a:pt x="50" y="199"/>
                </a:lnTo>
                <a:moveTo>
                  <a:pt x="52" y="208"/>
                </a:moveTo>
                <a:lnTo>
                  <a:pt x="53" y="213"/>
                </a:lnTo>
                <a:moveTo>
                  <a:pt x="56" y="221"/>
                </a:moveTo>
                <a:lnTo>
                  <a:pt x="57" y="226"/>
                </a:lnTo>
                <a:moveTo>
                  <a:pt x="59" y="234"/>
                </a:moveTo>
                <a:lnTo>
                  <a:pt x="60" y="239"/>
                </a:lnTo>
                <a:moveTo>
                  <a:pt x="62" y="247"/>
                </a:moveTo>
                <a:lnTo>
                  <a:pt x="63" y="252"/>
                </a:lnTo>
                <a:moveTo>
                  <a:pt x="65" y="260"/>
                </a:moveTo>
                <a:lnTo>
                  <a:pt x="67" y="265"/>
                </a:lnTo>
                <a:moveTo>
                  <a:pt x="69" y="273"/>
                </a:moveTo>
                <a:lnTo>
                  <a:pt x="70" y="278"/>
                </a:lnTo>
                <a:moveTo>
                  <a:pt x="72" y="286"/>
                </a:moveTo>
                <a:lnTo>
                  <a:pt x="73" y="291"/>
                </a:lnTo>
                <a:moveTo>
                  <a:pt x="75" y="299"/>
                </a:moveTo>
                <a:lnTo>
                  <a:pt x="76" y="304"/>
                </a:lnTo>
                <a:moveTo>
                  <a:pt x="78" y="312"/>
                </a:moveTo>
                <a:lnTo>
                  <a:pt x="80" y="317"/>
                </a:lnTo>
                <a:moveTo>
                  <a:pt x="82" y="326"/>
                </a:moveTo>
                <a:lnTo>
                  <a:pt x="83" y="330"/>
                </a:lnTo>
                <a:moveTo>
                  <a:pt x="85" y="339"/>
                </a:moveTo>
                <a:lnTo>
                  <a:pt x="86" y="343"/>
                </a:lnTo>
                <a:moveTo>
                  <a:pt x="88" y="352"/>
                </a:moveTo>
                <a:lnTo>
                  <a:pt x="89" y="356"/>
                </a:lnTo>
                <a:moveTo>
                  <a:pt x="92" y="365"/>
                </a:moveTo>
                <a:lnTo>
                  <a:pt x="93" y="369"/>
                </a:lnTo>
                <a:moveTo>
                  <a:pt x="95" y="378"/>
                </a:moveTo>
                <a:lnTo>
                  <a:pt x="96" y="382"/>
                </a:lnTo>
                <a:moveTo>
                  <a:pt x="98" y="391"/>
                </a:moveTo>
                <a:lnTo>
                  <a:pt x="99" y="395"/>
                </a:lnTo>
                <a:moveTo>
                  <a:pt x="101" y="404"/>
                </a:moveTo>
                <a:lnTo>
                  <a:pt x="102" y="408"/>
                </a:lnTo>
                <a:moveTo>
                  <a:pt x="105" y="417"/>
                </a:moveTo>
                <a:lnTo>
                  <a:pt x="106" y="421"/>
                </a:lnTo>
                <a:moveTo>
                  <a:pt x="108" y="430"/>
                </a:moveTo>
                <a:lnTo>
                  <a:pt x="109" y="434"/>
                </a:lnTo>
                <a:moveTo>
                  <a:pt x="111" y="443"/>
                </a:moveTo>
                <a:lnTo>
                  <a:pt x="112" y="447"/>
                </a:lnTo>
                <a:moveTo>
                  <a:pt x="114" y="456"/>
                </a:moveTo>
                <a:lnTo>
                  <a:pt x="115" y="458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" name="Freeform 71">
            <a:extLst>
              <a:ext uri="{FF2B5EF4-FFF2-40B4-BE49-F238E27FC236}">
                <a16:creationId xmlns:a16="http://schemas.microsoft.com/office/drawing/2014/main" id="{389D0F1C-8CEE-E2AB-31DB-BD671C7657A1}"/>
              </a:ext>
            </a:extLst>
          </p:cNvPr>
          <p:cNvSpPr>
            <a:spLocks noEditPoints="1"/>
          </p:cNvSpPr>
          <p:nvPr/>
        </p:nvSpPr>
        <p:spPr bwMode="auto">
          <a:xfrm>
            <a:off x="3344863" y="1847850"/>
            <a:ext cx="312738" cy="263525"/>
          </a:xfrm>
          <a:custGeom>
            <a:avLst/>
            <a:gdLst>
              <a:gd name="T0" fmla="*/ 4 w 393"/>
              <a:gd name="T1" fmla="*/ 3 h 333"/>
              <a:gd name="T2" fmla="*/ 14 w 393"/>
              <a:gd name="T3" fmla="*/ 11 h 333"/>
              <a:gd name="T4" fmla="*/ 24 w 393"/>
              <a:gd name="T5" fmla="*/ 20 h 333"/>
              <a:gd name="T6" fmla="*/ 34 w 393"/>
              <a:gd name="T7" fmla="*/ 29 h 333"/>
              <a:gd name="T8" fmla="*/ 45 w 393"/>
              <a:gd name="T9" fmla="*/ 37 h 333"/>
              <a:gd name="T10" fmla="*/ 55 w 393"/>
              <a:gd name="T11" fmla="*/ 46 h 333"/>
              <a:gd name="T12" fmla="*/ 65 w 393"/>
              <a:gd name="T13" fmla="*/ 55 h 333"/>
              <a:gd name="T14" fmla="*/ 75 w 393"/>
              <a:gd name="T15" fmla="*/ 63 h 333"/>
              <a:gd name="T16" fmla="*/ 86 w 393"/>
              <a:gd name="T17" fmla="*/ 72 h 333"/>
              <a:gd name="T18" fmla="*/ 96 w 393"/>
              <a:gd name="T19" fmla="*/ 81 h 333"/>
              <a:gd name="T20" fmla="*/ 106 w 393"/>
              <a:gd name="T21" fmla="*/ 89 h 333"/>
              <a:gd name="T22" fmla="*/ 116 w 393"/>
              <a:gd name="T23" fmla="*/ 98 h 333"/>
              <a:gd name="T24" fmla="*/ 127 w 393"/>
              <a:gd name="T25" fmla="*/ 107 h 333"/>
              <a:gd name="T26" fmla="*/ 137 w 393"/>
              <a:gd name="T27" fmla="*/ 115 h 333"/>
              <a:gd name="T28" fmla="*/ 147 w 393"/>
              <a:gd name="T29" fmla="*/ 124 h 333"/>
              <a:gd name="T30" fmla="*/ 157 w 393"/>
              <a:gd name="T31" fmla="*/ 133 h 333"/>
              <a:gd name="T32" fmla="*/ 168 w 393"/>
              <a:gd name="T33" fmla="*/ 142 h 333"/>
              <a:gd name="T34" fmla="*/ 178 w 393"/>
              <a:gd name="T35" fmla="*/ 150 h 333"/>
              <a:gd name="T36" fmla="*/ 188 w 393"/>
              <a:gd name="T37" fmla="*/ 159 h 333"/>
              <a:gd name="T38" fmla="*/ 198 w 393"/>
              <a:gd name="T39" fmla="*/ 168 h 333"/>
              <a:gd name="T40" fmla="*/ 209 w 393"/>
              <a:gd name="T41" fmla="*/ 176 h 333"/>
              <a:gd name="T42" fmla="*/ 219 w 393"/>
              <a:gd name="T43" fmla="*/ 185 h 333"/>
              <a:gd name="T44" fmla="*/ 229 w 393"/>
              <a:gd name="T45" fmla="*/ 194 h 333"/>
              <a:gd name="T46" fmla="*/ 239 w 393"/>
              <a:gd name="T47" fmla="*/ 202 h 333"/>
              <a:gd name="T48" fmla="*/ 250 w 393"/>
              <a:gd name="T49" fmla="*/ 211 h 333"/>
              <a:gd name="T50" fmla="*/ 260 w 393"/>
              <a:gd name="T51" fmla="*/ 220 h 333"/>
              <a:gd name="T52" fmla="*/ 270 w 393"/>
              <a:gd name="T53" fmla="*/ 228 h 333"/>
              <a:gd name="T54" fmla="*/ 280 w 393"/>
              <a:gd name="T55" fmla="*/ 237 h 333"/>
              <a:gd name="T56" fmla="*/ 291 w 393"/>
              <a:gd name="T57" fmla="*/ 246 h 333"/>
              <a:gd name="T58" fmla="*/ 301 w 393"/>
              <a:gd name="T59" fmla="*/ 255 h 333"/>
              <a:gd name="T60" fmla="*/ 311 w 393"/>
              <a:gd name="T61" fmla="*/ 263 h 333"/>
              <a:gd name="T62" fmla="*/ 321 w 393"/>
              <a:gd name="T63" fmla="*/ 272 h 333"/>
              <a:gd name="T64" fmla="*/ 332 w 393"/>
              <a:gd name="T65" fmla="*/ 281 h 333"/>
              <a:gd name="T66" fmla="*/ 342 w 393"/>
              <a:gd name="T67" fmla="*/ 289 h 333"/>
              <a:gd name="T68" fmla="*/ 352 w 393"/>
              <a:gd name="T69" fmla="*/ 298 h 333"/>
              <a:gd name="T70" fmla="*/ 362 w 393"/>
              <a:gd name="T71" fmla="*/ 307 h 333"/>
              <a:gd name="T72" fmla="*/ 373 w 393"/>
              <a:gd name="T73" fmla="*/ 315 h 333"/>
              <a:gd name="T74" fmla="*/ 383 w 393"/>
              <a:gd name="T75" fmla="*/ 324 h 333"/>
              <a:gd name="T76" fmla="*/ 393 w 393"/>
              <a:gd name="T77" fmla="*/ 333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3" h="333">
                <a:moveTo>
                  <a:pt x="0" y="0"/>
                </a:moveTo>
                <a:lnTo>
                  <a:pt x="4" y="3"/>
                </a:lnTo>
                <a:moveTo>
                  <a:pt x="10" y="8"/>
                </a:moveTo>
                <a:lnTo>
                  <a:pt x="14" y="11"/>
                </a:lnTo>
                <a:moveTo>
                  <a:pt x="21" y="17"/>
                </a:moveTo>
                <a:lnTo>
                  <a:pt x="24" y="20"/>
                </a:lnTo>
                <a:moveTo>
                  <a:pt x="31" y="26"/>
                </a:moveTo>
                <a:lnTo>
                  <a:pt x="34" y="29"/>
                </a:lnTo>
                <a:moveTo>
                  <a:pt x="41" y="34"/>
                </a:moveTo>
                <a:lnTo>
                  <a:pt x="45" y="37"/>
                </a:lnTo>
                <a:moveTo>
                  <a:pt x="51" y="43"/>
                </a:moveTo>
                <a:lnTo>
                  <a:pt x="55" y="46"/>
                </a:lnTo>
                <a:moveTo>
                  <a:pt x="62" y="52"/>
                </a:moveTo>
                <a:lnTo>
                  <a:pt x="65" y="55"/>
                </a:lnTo>
                <a:moveTo>
                  <a:pt x="72" y="60"/>
                </a:moveTo>
                <a:lnTo>
                  <a:pt x="75" y="63"/>
                </a:lnTo>
                <a:moveTo>
                  <a:pt x="82" y="69"/>
                </a:moveTo>
                <a:lnTo>
                  <a:pt x="86" y="72"/>
                </a:lnTo>
                <a:moveTo>
                  <a:pt x="92" y="78"/>
                </a:moveTo>
                <a:lnTo>
                  <a:pt x="96" y="81"/>
                </a:lnTo>
                <a:moveTo>
                  <a:pt x="103" y="87"/>
                </a:moveTo>
                <a:lnTo>
                  <a:pt x="106" y="89"/>
                </a:lnTo>
                <a:moveTo>
                  <a:pt x="113" y="95"/>
                </a:moveTo>
                <a:lnTo>
                  <a:pt x="116" y="98"/>
                </a:lnTo>
                <a:moveTo>
                  <a:pt x="123" y="104"/>
                </a:moveTo>
                <a:lnTo>
                  <a:pt x="127" y="107"/>
                </a:lnTo>
                <a:moveTo>
                  <a:pt x="133" y="113"/>
                </a:moveTo>
                <a:lnTo>
                  <a:pt x="137" y="115"/>
                </a:lnTo>
                <a:moveTo>
                  <a:pt x="144" y="121"/>
                </a:moveTo>
                <a:lnTo>
                  <a:pt x="147" y="124"/>
                </a:lnTo>
                <a:moveTo>
                  <a:pt x="154" y="130"/>
                </a:moveTo>
                <a:lnTo>
                  <a:pt x="157" y="133"/>
                </a:lnTo>
                <a:moveTo>
                  <a:pt x="164" y="139"/>
                </a:moveTo>
                <a:lnTo>
                  <a:pt x="168" y="142"/>
                </a:lnTo>
                <a:moveTo>
                  <a:pt x="174" y="147"/>
                </a:moveTo>
                <a:lnTo>
                  <a:pt x="178" y="150"/>
                </a:lnTo>
                <a:moveTo>
                  <a:pt x="185" y="156"/>
                </a:moveTo>
                <a:lnTo>
                  <a:pt x="188" y="159"/>
                </a:lnTo>
                <a:moveTo>
                  <a:pt x="195" y="165"/>
                </a:moveTo>
                <a:lnTo>
                  <a:pt x="198" y="168"/>
                </a:lnTo>
                <a:moveTo>
                  <a:pt x="205" y="173"/>
                </a:moveTo>
                <a:lnTo>
                  <a:pt x="209" y="176"/>
                </a:lnTo>
                <a:moveTo>
                  <a:pt x="215" y="182"/>
                </a:moveTo>
                <a:lnTo>
                  <a:pt x="219" y="185"/>
                </a:lnTo>
                <a:moveTo>
                  <a:pt x="226" y="191"/>
                </a:moveTo>
                <a:lnTo>
                  <a:pt x="229" y="194"/>
                </a:lnTo>
                <a:moveTo>
                  <a:pt x="236" y="200"/>
                </a:moveTo>
                <a:lnTo>
                  <a:pt x="239" y="202"/>
                </a:lnTo>
                <a:moveTo>
                  <a:pt x="246" y="208"/>
                </a:moveTo>
                <a:lnTo>
                  <a:pt x="250" y="211"/>
                </a:lnTo>
                <a:moveTo>
                  <a:pt x="256" y="217"/>
                </a:moveTo>
                <a:lnTo>
                  <a:pt x="260" y="220"/>
                </a:lnTo>
                <a:moveTo>
                  <a:pt x="267" y="226"/>
                </a:moveTo>
                <a:lnTo>
                  <a:pt x="270" y="228"/>
                </a:lnTo>
                <a:moveTo>
                  <a:pt x="277" y="234"/>
                </a:moveTo>
                <a:lnTo>
                  <a:pt x="280" y="237"/>
                </a:lnTo>
                <a:moveTo>
                  <a:pt x="287" y="243"/>
                </a:moveTo>
                <a:lnTo>
                  <a:pt x="291" y="246"/>
                </a:lnTo>
                <a:moveTo>
                  <a:pt x="298" y="252"/>
                </a:moveTo>
                <a:lnTo>
                  <a:pt x="301" y="255"/>
                </a:lnTo>
                <a:moveTo>
                  <a:pt x="308" y="260"/>
                </a:moveTo>
                <a:lnTo>
                  <a:pt x="311" y="263"/>
                </a:lnTo>
                <a:moveTo>
                  <a:pt x="318" y="269"/>
                </a:moveTo>
                <a:lnTo>
                  <a:pt x="321" y="272"/>
                </a:lnTo>
                <a:moveTo>
                  <a:pt x="328" y="278"/>
                </a:moveTo>
                <a:lnTo>
                  <a:pt x="332" y="281"/>
                </a:lnTo>
                <a:moveTo>
                  <a:pt x="339" y="286"/>
                </a:moveTo>
                <a:lnTo>
                  <a:pt x="342" y="289"/>
                </a:lnTo>
                <a:moveTo>
                  <a:pt x="349" y="295"/>
                </a:moveTo>
                <a:lnTo>
                  <a:pt x="352" y="298"/>
                </a:lnTo>
                <a:moveTo>
                  <a:pt x="359" y="304"/>
                </a:moveTo>
                <a:lnTo>
                  <a:pt x="362" y="307"/>
                </a:lnTo>
                <a:moveTo>
                  <a:pt x="369" y="312"/>
                </a:moveTo>
                <a:lnTo>
                  <a:pt x="373" y="315"/>
                </a:lnTo>
                <a:moveTo>
                  <a:pt x="380" y="321"/>
                </a:moveTo>
                <a:lnTo>
                  <a:pt x="383" y="324"/>
                </a:lnTo>
                <a:moveTo>
                  <a:pt x="390" y="330"/>
                </a:moveTo>
                <a:lnTo>
                  <a:pt x="393" y="33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" name="Freeform 72">
            <a:extLst>
              <a:ext uri="{FF2B5EF4-FFF2-40B4-BE49-F238E27FC236}">
                <a16:creationId xmlns:a16="http://schemas.microsoft.com/office/drawing/2014/main" id="{488FF978-7F63-0728-4D51-1DB8D2E2AE36}"/>
              </a:ext>
            </a:extLst>
          </p:cNvPr>
          <p:cNvSpPr>
            <a:spLocks noEditPoints="1"/>
          </p:cNvSpPr>
          <p:nvPr/>
        </p:nvSpPr>
        <p:spPr bwMode="auto">
          <a:xfrm>
            <a:off x="3344863" y="2008188"/>
            <a:ext cx="93663" cy="103188"/>
          </a:xfrm>
          <a:custGeom>
            <a:avLst/>
            <a:gdLst>
              <a:gd name="T0" fmla="*/ 0 w 118"/>
              <a:gd name="T1" fmla="*/ 0 h 131"/>
              <a:gd name="T2" fmla="*/ 3 w 118"/>
              <a:gd name="T3" fmla="*/ 3 h 131"/>
              <a:gd name="T4" fmla="*/ 9 w 118"/>
              <a:gd name="T5" fmla="*/ 10 h 131"/>
              <a:gd name="T6" fmla="*/ 12 w 118"/>
              <a:gd name="T7" fmla="*/ 13 h 131"/>
              <a:gd name="T8" fmla="*/ 18 w 118"/>
              <a:gd name="T9" fmla="*/ 20 h 131"/>
              <a:gd name="T10" fmla="*/ 21 w 118"/>
              <a:gd name="T11" fmla="*/ 23 h 131"/>
              <a:gd name="T12" fmla="*/ 27 w 118"/>
              <a:gd name="T13" fmla="*/ 30 h 131"/>
              <a:gd name="T14" fmla="*/ 30 w 118"/>
              <a:gd name="T15" fmla="*/ 33 h 131"/>
              <a:gd name="T16" fmla="*/ 36 w 118"/>
              <a:gd name="T17" fmla="*/ 40 h 131"/>
              <a:gd name="T18" fmla="*/ 39 w 118"/>
              <a:gd name="T19" fmla="*/ 43 h 131"/>
              <a:gd name="T20" fmla="*/ 45 w 118"/>
              <a:gd name="T21" fmla="*/ 50 h 131"/>
              <a:gd name="T22" fmla="*/ 48 w 118"/>
              <a:gd name="T23" fmla="*/ 53 h 131"/>
              <a:gd name="T24" fmla="*/ 54 w 118"/>
              <a:gd name="T25" fmla="*/ 60 h 131"/>
              <a:gd name="T26" fmla="*/ 57 w 118"/>
              <a:gd name="T27" fmla="*/ 63 h 131"/>
              <a:gd name="T28" fmla="*/ 63 w 118"/>
              <a:gd name="T29" fmla="*/ 70 h 131"/>
              <a:gd name="T30" fmla="*/ 66 w 118"/>
              <a:gd name="T31" fmla="*/ 73 h 131"/>
              <a:gd name="T32" fmla="*/ 72 w 118"/>
              <a:gd name="T33" fmla="*/ 80 h 131"/>
              <a:gd name="T34" fmla="*/ 75 w 118"/>
              <a:gd name="T35" fmla="*/ 83 h 131"/>
              <a:gd name="T36" fmla="*/ 81 w 118"/>
              <a:gd name="T37" fmla="*/ 90 h 131"/>
              <a:gd name="T38" fmla="*/ 84 w 118"/>
              <a:gd name="T39" fmla="*/ 93 h 131"/>
              <a:gd name="T40" fmla="*/ 90 w 118"/>
              <a:gd name="T41" fmla="*/ 100 h 131"/>
              <a:gd name="T42" fmla="*/ 93 w 118"/>
              <a:gd name="T43" fmla="*/ 103 h 131"/>
              <a:gd name="T44" fmla="*/ 99 w 118"/>
              <a:gd name="T45" fmla="*/ 110 h 131"/>
              <a:gd name="T46" fmla="*/ 102 w 118"/>
              <a:gd name="T47" fmla="*/ 113 h 131"/>
              <a:gd name="T48" fmla="*/ 108 w 118"/>
              <a:gd name="T49" fmla="*/ 120 h 131"/>
              <a:gd name="T50" fmla="*/ 111 w 118"/>
              <a:gd name="T51" fmla="*/ 123 h 131"/>
              <a:gd name="T52" fmla="*/ 117 w 118"/>
              <a:gd name="T53" fmla="*/ 130 h 131"/>
              <a:gd name="T54" fmla="*/ 118 w 118"/>
              <a:gd name="T55" fmla="*/ 131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8" h="131">
                <a:moveTo>
                  <a:pt x="0" y="0"/>
                </a:moveTo>
                <a:lnTo>
                  <a:pt x="3" y="3"/>
                </a:lnTo>
                <a:moveTo>
                  <a:pt x="9" y="10"/>
                </a:moveTo>
                <a:lnTo>
                  <a:pt x="12" y="13"/>
                </a:lnTo>
                <a:moveTo>
                  <a:pt x="18" y="20"/>
                </a:moveTo>
                <a:lnTo>
                  <a:pt x="21" y="23"/>
                </a:lnTo>
                <a:moveTo>
                  <a:pt x="27" y="30"/>
                </a:moveTo>
                <a:lnTo>
                  <a:pt x="30" y="33"/>
                </a:lnTo>
                <a:moveTo>
                  <a:pt x="36" y="40"/>
                </a:moveTo>
                <a:lnTo>
                  <a:pt x="39" y="43"/>
                </a:lnTo>
                <a:moveTo>
                  <a:pt x="45" y="50"/>
                </a:moveTo>
                <a:lnTo>
                  <a:pt x="48" y="53"/>
                </a:lnTo>
                <a:moveTo>
                  <a:pt x="54" y="60"/>
                </a:moveTo>
                <a:lnTo>
                  <a:pt x="57" y="63"/>
                </a:lnTo>
                <a:moveTo>
                  <a:pt x="63" y="70"/>
                </a:moveTo>
                <a:lnTo>
                  <a:pt x="66" y="73"/>
                </a:lnTo>
                <a:moveTo>
                  <a:pt x="72" y="80"/>
                </a:moveTo>
                <a:lnTo>
                  <a:pt x="75" y="83"/>
                </a:lnTo>
                <a:moveTo>
                  <a:pt x="81" y="90"/>
                </a:moveTo>
                <a:lnTo>
                  <a:pt x="84" y="93"/>
                </a:lnTo>
                <a:moveTo>
                  <a:pt x="90" y="100"/>
                </a:moveTo>
                <a:lnTo>
                  <a:pt x="93" y="103"/>
                </a:lnTo>
                <a:moveTo>
                  <a:pt x="99" y="110"/>
                </a:moveTo>
                <a:lnTo>
                  <a:pt x="102" y="113"/>
                </a:lnTo>
                <a:moveTo>
                  <a:pt x="108" y="120"/>
                </a:moveTo>
                <a:lnTo>
                  <a:pt x="111" y="123"/>
                </a:lnTo>
                <a:moveTo>
                  <a:pt x="117" y="130"/>
                </a:moveTo>
                <a:lnTo>
                  <a:pt x="118" y="13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" name="Freeform 73">
            <a:extLst>
              <a:ext uri="{FF2B5EF4-FFF2-40B4-BE49-F238E27FC236}">
                <a16:creationId xmlns:a16="http://schemas.microsoft.com/office/drawing/2014/main" id="{41AAA2FC-6163-DE78-EAC4-4DF47F5CB62B}"/>
              </a:ext>
            </a:extLst>
          </p:cNvPr>
          <p:cNvSpPr>
            <a:spLocks noEditPoints="1"/>
          </p:cNvSpPr>
          <p:nvPr/>
        </p:nvSpPr>
        <p:spPr bwMode="auto">
          <a:xfrm>
            <a:off x="3929063" y="130175"/>
            <a:ext cx="466725" cy="500063"/>
          </a:xfrm>
          <a:custGeom>
            <a:avLst/>
            <a:gdLst>
              <a:gd name="T0" fmla="*/ 7 w 587"/>
              <a:gd name="T1" fmla="*/ 7 h 629"/>
              <a:gd name="T2" fmla="*/ 19 w 587"/>
              <a:gd name="T3" fmla="*/ 20 h 629"/>
              <a:gd name="T4" fmla="*/ 34 w 587"/>
              <a:gd name="T5" fmla="*/ 36 h 629"/>
              <a:gd name="T6" fmla="*/ 47 w 587"/>
              <a:gd name="T7" fmla="*/ 49 h 629"/>
              <a:gd name="T8" fmla="*/ 62 w 587"/>
              <a:gd name="T9" fmla="*/ 66 h 629"/>
              <a:gd name="T10" fmla="*/ 74 w 587"/>
              <a:gd name="T11" fmla="*/ 79 h 629"/>
              <a:gd name="T12" fmla="*/ 89 w 587"/>
              <a:gd name="T13" fmla="*/ 95 h 629"/>
              <a:gd name="T14" fmla="*/ 102 w 587"/>
              <a:gd name="T15" fmla="*/ 108 h 629"/>
              <a:gd name="T16" fmla="*/ 117 w 587"/>
              <a:gd name="T17" fmla="*/ 125 h 629"/>
              <a:gd name="T18" fmla="*/ 129 w 587"/>
              <a:gd name="T19" fmla="*/ 138 h 629"/>
              <a:gd name="T20" fmla="*/ 144 w 587"/>
              <a:gd name="T21" fmla="*/ 154 h 629"/>
              <a:gd name="T22" fmla="*/ 157 w 587"/>
              <a:gd name="T23" fmla="*/ 167 h 629"/>
              <a:gd name="T24" fmla="*/ 172 w 587"/>
              <a:gd name="T25" fmla="*/ 184 h 629"/>
              <a:gd name="T26" fmla="*/ 184 w 587"/>
              <a:gd name="T27" fmla="*/ 197 h 629"/>
              <a:gd name="T28" fmla="*/ 199 w 587"/>
              <a:gd name="T29" fmla="*/ 213 h 629"/>
              <a:gd name="T30" fmla="*/ 212 w 587"/>
              <a:gd name="T31" fmla="*/ 226 h 629"/>
              <a:gd name="T32" fmla="*/ 227 w 587"/>
              <a:gd name="T33" fmla="*/ 243 h 629"/>
              <a:gd name="T34" fmla="*/ 239 w 587"/>
              <a:gd name="T35" fmla="*/ 256 h 629"/>
              <a:gd name="T36" fmla="*/ 254 w 587"/>
              <a:gd name="T37" fmla="*/ 272 h 629"/>
              <a:gd name="T38" fmla="*/ 267 w 587"/>
              <a:gd name="T39" fmla="*/ 285 h 629"/>
              <a:gd name="T40" fmla="*/ 282 w 587"/>
              <a:gd name="T41" fmla="*/ 302 h 629"/>
              <a:gd name="T42" fmla="*/ 294 w 587"/>
              <a:gd name="T43" fmla="*/ 315 h 629"/>
              <a:gd name="T44" fmla="*/ 309 w 587"/>
              <a:gd name="T45" fmla="*/ 331 h 629"/>
              <a:gd name="T46" fmla="*/ 322 w 587"/>
              <a:gd name="T47" fmla="*/ 344 h 629"/>
              <a:gd name="T48" fmla="*/ 337 w 587"/>
              <a:gd name="T49" fmla="*/ 361 h 629"/>
              <a:gd name="T50" fmla="*/ 349 w 587"/>
              <a:gd name="T51" fmla="*/ 374 h 629"/>
              <a:gd name="T52" fmla="*/ 364 w 587"/>
              <a:gd name="T53" fmla="*/ 390 h 629"/>
              <a:gd name="T54" fmla="*/ 377 w 587"/>
              <a:gd name="T55" fmla="*/ 403 h 629"/>
              <a:gd name="T56" fmla="*/ 392 w 587"/>
              <a:gd name="T57" fmla="*/ 420 h 629"/>
              <a:gd name="T58" fmla="*/ 404 w 587"/>
              <a:gd name="T59" fmla="*/ 433 h 629"/>
              <a:gd name="T60" fmla="*/ 419 w 587"/>
              <a:gd name="T61" fmla="*/ 449 h 629"/>
              <a:gd name="T62" fmla="*/ 432 w 587"/>
              <a:gd name="T63" fmla="*/ 462 h 629"/>
              <a:gd name="T64" fmla="*/ 447 w 587"/>
              <a:gd name="T65" fmla="*/ 479 h 629"/>
              <a:gd name="T66" fmla="*/ 459 w 587"/>
              <a:gd name="T67" fmla="*/ 492 h 629"/>
              <a:gd name="T68" fmla="*/ 474 w 587"/>
              <a:gd name="T69" fmla="*/ 508 h 629"/>
              <a:gd name="T70" fmla="*/ 487 w 587"/>
              <a:gd name="T71" fmla="*/ 521 h 629"/>
              <a:gd name="T72" fmla="*/ 502 w 587"/>
              <a:gd name="T73" fmla="*/ 538 h 629"/>
              <a:gd name="T74" fmla="*/ 514 w 587"/>
              <a:gd name="T75" fmla="*/ 551 h 629"/>
              <a:gd name="T76" fmla="*/ 529 w 587"/>
              <a:gd name="T77" fmla="*/ 567 h 629"/>
              <a:gd name="T78" fmla="*/ 542 w 587"/>
              <a:gd name="T79" fmla="*/ 580 h 629"/>
              <a:gd name="T80" fmla="*/ 557 w 587"/>
              <a:gd name="T81" fmla="*/ 597 h 629"/>
              <a:gd name="T82" fmla="*/ 569 w 587"/>
              <a:gd name="T83" fmla="*/ 610 h 629"/>
              <a:gd name="T84" fmla="*/ 584 w 587"/>
              <a:gd name="T85" fmla="*/ 626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87" h="629">
                <a:moveTo>
                  <a:pt x="0" y="0"/>
                </a:moveTo>
                <a:lnTo>
                  <a:pt x="1" y="0"/>
                </a:lnTo>
                <a:moveTo>
                  <a:pt x="7" y="7"/>
                </a:moveTo>
                <a:lnTo>
                  <a:pt x="10" y="10"/>
                </a:lnTo>
                <a:moveTo>
                  <a:pt x="16" y="17"/>
                </a:moveTo>
                <a:lnTo>
                  <a:pt x="19" y="20"/>
                </a:lnTo>
                <a:moveTo>
                  <a:pt x="25" y="26"/>
                </a:moveTo>
                <a:lnTo>
                  <a:pt x="28" y="30"/>
                </a:lnTo>
                <a:moveTo>
                  <a:pt x="34" y="36"/>
                </a:moveTo>
                <a:lnTo>
                  <a:pt x="37" y="40"/>
                </a:lnTo>
                <a:moveTo>
                  <a:pt x="44" y="46"/>
                </a:moveTo>
                <a:lnTo>
                  <a:pt x="47" y="49"/>
                </a:lnTo>
                <a:moveTo>
                  <a:pt x="53" y="56"/>
                </a:moveTo>
                <a:lnTo>
                  <a:pt x="56" y="59"/>
                </a:lnTo>
                <a:moveTo>
                  <a:pt x="62" y="66"/>
                </a:moveTo>
                <a:lnTo>
                  <a:pt x="65" y="69"/>
                </a:lnTo>
                <a:moveTo>
                  <a:pt x="71" y="76"/>
                </a:moveTo>
                <a:lnTo>
                  <a:pt x="74" y="79"/>
                </a:lnTo>
                <a:moveTo>
                  <a:pt x="80" y="85"/>
                </a:moveTo>
                <a:lnTo>
                  <a:pt x="83" y="89"/>
                </a:lnTo>
                <a:moveTo>
                  <a:pt x="89" y="95"/>
                </a:moveTo>
                <a:lnTo>
                  <a:pt x="92" y="99"/>
                </a:lnTo>
                <a:moveTo>
                  <a:pt x="99" y="105"/>
                </a:moveTo>
                <a:lnTo>
                  <a:pt x="102" y="108"/>
                </a:lnTo>
                <a:moveTo>
                  <a:pt x="108" y="115"/>
                </a:moveTo>
                <a:lnTo>
                  <a:pt x="111" y="118"/>
                </a:lnTo>
                <a:moveTo>
                  <a:pt x="117" y="125"/>
                </a:moveTo>
                <a:lnTo>
                  <a:pt x="120" y="128"/>
                </a:lnTo>
                <a:moveTo>
                  <a:pt x="126" y="135"/>
                </a:moveTo>
                <a:lnTo>
                  <a:pt x="129" y="138"/>
                </a:lnTo>
                <a:moveTo>
                  <a:pt x="135" y="144"/>
                </a:moveTo>
                <a:lnTo>
                  <a:pt x="138" y="148"/>
                </a:lnTo>
                <a:moveTo>
                  <a:pt x="144" y="154"/>
                </a:moveTo>
                <a:lnTo>
                  <a:pt x="147" y="158"/>
                </a:lnTo>
                <a:moveTo>
                  <a:pt x="154" y="164"/>
                </a:moveTo>
                <a:lnTo>
                  <a:pt x="157" y="167"/>
                </a:lnTo>
                <a:moveTo>
                  <a:pt x="163" y="174"/>
                </a:moveTo>
                <a:lnTo>
                  <a:pt x="166" y="177"/>
                </a:lnTo>
                <a:moveTo>
                  <a:pt x="172" y="184"/>
                </a:moveTo>
                <a:lnTo>
                  <a:pt x="175" y="187"/>
                </a:lnTo>
                <a:moveTo>
                  <a:pt x="181" y="194"/>
                </a:moveTo>
                <a:lnTo>
                  <a:pt x="184" y="197"/>
                </a:lnTo>
                <a:moveTo>
                  <a:pt x="190" y="203"/>
                </a:moveTo>
                <a:lnTo>
                  <a:pt x="193" y="207"/>
                </a:lnTo>
                <a:moveTo>
                  <a:pt x="199" y="213"/>
                </a:moveTo>
                <a:lnTo>
                  <a:pt x="202" y="217"/>
                </a:lnTo>
                <a:moveTo>
                  <a:pt x="209" y="223"/>
                </a:moveTo>
                <a:lnTo>
                  <a:pt x="212" y="226"/>
                </a:lnTo>
                <a:moveTo>
                  <a:pt x="218" y="233"/>
                </a:moveTo>
                <a:lnTo>
                  <a:pt x="221" y="236"/>
                </a:lnTo>
                <a:moveTo>
                  <a:pt x="227" y="243"/>
                </a:moveTo>
                <a:lnTo>
                  <a:pt x="230" y="246"/>
                </a:lnTo>
                <a:moveTo>
                  <a:pt x="236" y="253"/>
                </a:moveTo>
                <a:lnTo>
                  <a:pt x="239" y="256"/>
                </a:lnTo>
                <a:moveTo>
                  <a:pt x="245" y="262"/>
                </a:moveTo>
                <a:lnTo>
                  <a:pt x="248" y="266"/>
                </a:lnTo>
                <a:moveTo>
                  <a:pt x="254" y="272"/>
                </a:moveTo>
                <a:lnTo>
                  <a:pt x="257" y="276"/>
                </a:lnTo>
                <a:moveTo>
                  <a:pt x="264" y="282"/>
                </a:moveTo>
                <a:lnTo>
                  <a:pt x="267" y="285"/>
                </a:lnTo>
                <a:moveTo>
                  <a:pt x="273" y="292"/>
                </a:moveTo>
                <a:lnTo>
                  <a:pt x="276" y="295"/>
                </a:lnTo>
                <a:moveTo>
                  <a:pt x="282" y="302"/>
                </a:moveTo>
                <a:lnTo>
                  <a:pt x="285" y="305"/>
                </a:lnTo>
                <a:moveTo>
                  <a:pt x="291" y="312"/>
                </a:moveTo>
                <a:lnTo>
                  <a:pt x="294" y="315"/>
                </a:lnTo>
                <a:moveTo>
                  <a:pt x="300" y="321"/>
                </a:moveTo>
                <a:lnTo>
                  <a:pt x="303" y="325"/>
                </a:lnTo>
                <a:moveTo>
                  <a:pt x="309" y="331"/>
                </a:moveTo>
                <a:lnTo>
                  <a:pt x="312" y="334"/>
                </a:lnTo>
                <a:moveTo>
                  <a:pt x="319" y="341"/>
                </a:moveTo>
                <a:lnTo>
                  <a:pt x="322" y="344"/>
                </a:lnTo>
                <a:moveTo>
                  <a:pt x="328" y="351"/>
                </a:moveTo>
                <a:lnTo>
                  <a:pt x="331" y="354"/>
                </a:lnTo>
                <a:moveTo>
                  <a:pt x="337" y="361"/>
                </a:moveTo>
                <a:lnTo>
                  <a:pt x="340" y="364"/>
                </a:lnTo>
                <a:moveTo>
                  <a:pt x="346" y="371"/>
                </a:moveTo>
                <a:lnTo>
                  <a:pt x="349" y="374"/>
                </a:lnTo>
                <a:moveTo>
                  <a:pt x="355" y="380"/>
                </a:moveTo>
                <a:lnTo>
                  <a:pt x="358" y="384"/>
                </a:lnTo>
                <a:moveTo>
                  <a:pt x="364" y="390"/>
                </a:moveTo>
                <a:lnTo>
                  <a:pt x="367" y="393"/>
                </a:lnTo>
                <a:moveTo>
                  <a:pt x="374" y="400"/>
                </a:moveTo>
                <a:lnTo>
                  <a:pt x="377" y="403"/>
                </a:lnTo>
                <a:moveTo>
                  <a:pt x="383" y="410"/>
                </a:moveTo>
                <a:lnTo>
                  <a:pt x="386" y="413"/>
                </a:lnTo>
                <a:moveTo>
                  <a:pt x="392" y="420"/>
                </a:moveTo>
                <a:lnTo>
                  <a:pt x="395" y="423"/>
                </a:lnTo>
                <a:moveTo>
                  <a:pt x="401" y="430"/>
                </a:moveTo>
                <a:lnTo>
                  <a:pt x="404" y="433"/>
                </a:lnTo>
                <a:moveTo>
                  <a:pt x="410" y="439"/>
                </a:moveTo>
                <a:lnTo>
                  <a:pt x="413" y="443"/>
                </a:lnTo>
                <a:moveTo>
                  <a:pt x="419" y="449"/>
                </a:moveTo>
                <a:lnTo>
                  <a:pt x="422" y="452"/>
                </a:lnTo>
                <a:moveTo>
                  <a:pt x="429" y="459"/>
                </a:moveTo>
                <a:lnTo>
                  <a:pt x="432" y="462"/>
                </a:lnTo>
                <a:moveTo>
                  <a:pt x="438" y="469"/>
                </a:moveTo>
                <a:lnTo>
                  <a:pt x="441" y="472"/>
                </a:lnTo>
                <a:moveTo>
                  <a:pt x="447" y="479"/>
                </a:moveTo>
                <a:lnTo>
                  <a:pt x="450" y="482"/>
                </a:lnTo>
                <a:moveTo>
                  <a:pt x="456" y="489"/>
                </a:moveTo>
                <a:lnTo>
                  <a:pt x="459" y="492"/>
                </a:lnTo>
                <a:moveTo>
                  <a:pt x="465" y="498"/>
                </a:moveTo>
                <a:lnTo>
                  <a:pt x="468" y="502"/>
                </a:lnTo>
                <a:moveTo>
                  <a:pt x="474" y="508"/>
                </a:moveTo>
                <a:lnTo>
                  <a:pt x="477" y="511"/>
                </a:lnTo>
                <a:moveTo>
                  <a:pt x="483" y="518"/>
                </a:moveTo>
                <a:lnTo>
                  <a:pt x="487" y="521"/>
                </a:lnTo>
                <a:moveTo>
                  <a:pt x="493" y="528"/>
                </a:moveTo>
                <a:lnTo>
                  <a:pt x="496" y="531"/>
                </a:lnTo>
                <a:moveTo>
                  <a:pt x="502" y="538"/>
                </a:moveTo>
                <a:lnTo>
                  <a:pt x="505" y="541"/>
                </a:lnTo>
                <a:moveTo>
                  <a:pt x="511" y="547"/>
                </a:moveTo>
                <a:lnTo>
                  <a:pt x="514" y="551"/>
                </a:lnTo>
                <a:moveTo>
                  <a:pt x="520" y="557"/>
                </a:moveTo>
                <a:lnTo>
                  <a:pt x="523" y="561"/>
                </a:lnTo>
                <a:moveTo>
                  <a:pt x="529" y="567"/>
                </a:moveTo>
                <a:lnTo>
                  <a:pt x="532" y="570"/>
                </a:lnTo>
                <a:moveTo>
                  <a:pt x="538" y="577"/>
                </a:moveTo>
                <a:lnTo>
                  <a:pt x="542" y="580"/>
                </a:lnTo>
                <a:moveTo>
                  <a:pt x="548" y="587"/>
                </a:moveTo>
                <a:lnTo>
                  <a:pt x="551" y="590"/>
                </a:lnTo>
                <a:moveTo>
                  <a:pt x="557" y="597"/>
                </a:moveTo>
                <a:lnTo>
                  <a:pt x="560" y="600"/>
                </a:lnTo>
                <a:moveTo>
                  <a:pt x="566" y="606"/>
                </a:moveTo>
                <a:lnTo>
                  <a:pt x="569" y="610"/>
                </a:lnTo>
                <a:moveTo>
                  <a:pt x="575" y="616"/>
                </a:moveTo>
                <a:lnTo>
                  <a:pt x="578" y="620"/>
                </a:lnTo>
                <a:moveTo>
                  <a:pt x="584" y="626"/>
                </a:moveTo>
                <a:lnTo>
                  <a:pt x="587" y="62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" name="Freeform 74">
            <a:extLst>
              <a:ext uri="{FF2B5EF4-FFF2-40B4-BE49-F238E27FC236}">
                <a16:creationId xmlns:a16="http://schemas.microsoft.com/office/drawing/2014/main" id="{B017CCC2-CEA2-AEBC-FD68-C8ADD328AEB6}"/>
              </a:ext>
            </a:extLst>
          </p:cNvPr>
          <p:cNvSpPr>
            <a:spLocks noEditPoints="1"/>
          </p:cNvSpPr>
          <p:nvPr/>
        </p:nvSpPr>
        <p:spPr bwMode="auto">
          <a:xfrm>
            <a:off x="3690938" y="1303338"/>
            <a:ext cx="903288" cy="804863"/>
          </a:xfrm>
          <a:custGeom>
            <a:avLst/>
            <a:gdLst>
              <a:gd name="T0" fmla="*/ 13 w 1137"/>
              <a:gd name="T1" fmla="*/ 12 h 1014"/>
              <a:gd name="T2" fmla="*/ 33 w 1137"/>
              <a:gd name="T3" fmla="*/ 30 h 1014"/>
              <a:gd name="T4" fmla="*/ 53 w 1137"/>
              <a:gd name="T5" fmla="*/ 48 h 1014"/>
              <a:gd name="T6" fmla="*/ 73 w 1137"/>
              <a:gd name="T7" fmla="*/ 66 h 1014"/>
              <a:gd name="T8" fmla="*/ 93 w 1137"/>
              <a:gd name="T9" fmla="*/ 84 h 1014"/>
              <a:gd name="T10" fmla="*/ 113 w 1137"/>
              <a:gd name="T11" fmla="*/ 101 h 1014"/>
              <a:gd name="T12" fmla="*/ 134 w 1137"/>
              <a:gd name="T13" fmla="*/ 119 h 1014"/>
              <a:gd name="T14" fmla="*/ 154 w 1137"/>
              <a:gd name="T15" fmla="*/ 137 h 1014"/>
              <a:gd name="T16" fmla="*/ 174 w 1137"/>
              <a:gd name="T17" fmla="*/ 155 h 1014"/>
              <a:gd name="T18" fmla="*/ 194 w 1137"/>
              <a:gd name="T19" fmla="*/ 173 h 1014"/>
              <a:gd name="T20" fmla="*/ 214 w 1137"/>
              <a:gd name="T21" fmla="*/ 191 h 1014"/>
              <a:gd name="T22" fmla="*/ 234 w 1137"/>
              <a:gd name="T23" fmla="*/ 209 h 1014"/>
              <a:gd name="T24" fmla="*/ 254 w 1137"/>
              <a:gd name="T25" fmla="*/ 227 h 1014"/>
              <a:gd name="T26" fmla="*/ 274 w 1137"/>
              <a:gd name="T27" fmla="*/ 245 h 1014"/>
              <a:gd name="T28" fmla="*/ 294 w 1137"/>
              <a:gd name="T29" fmla="*/ 262 h 1014"/>
              <a:gd name="T30" fmla="*/ 314 w 1137"/>
              <a:gd name="T31" fmla="*/ 280 h 1014"/>
              <a:gd name="T32" fmla="*/ 334 w 1137"/>
              <a:gd name="T33" fmla="*/ 298 h 1014"/>
              <a:gd name="T34" fmla="*/ 354 w 1137"/>
              <a:gd name="T35" fmla="*/ 316 h 1014"/>
              <a:gd name="T36" fmla="*/ 374 w 1137"/>
              <a:gd name="T37" fmla="*/ 334 h 1014"/>
              <a:gd name="T38" fmla="*/ 394 w 1137"/>
              <a:gd name="T39" fmla="*/ 352 h 1014"/>
              <a:gd name="T40" fmla="*/ 414 w 1137"/>
              <a:gd name="T41" fmla="*/ 370 h 1014"/>
              <a:gd name="T42" fmla="*/ 434 w 1137"/>
              <a:gd name="T43" fmla="*/ 388 h 1014"/>
              <a:gd name="T44" fmla="*/ 455 w 1137"/>
              <a:gd name="T45" fmla="*/ 406 h 1014"/>
              <a:gd name="T46" fmla="*/ 475 w 1137"/>
              <a:gd name="T47" fmla="*/ 423 h 1014"/>
              <a:gd name="T48" fmla="*/ 495 w 1137"/>
              <a:gd name="T49" fmla="*/ 441 h 1014"/>
              <a:gd name="T50" fmla="*/ 515 w 1137"/>
              <a:gd name="T51" fmla="*/ 459 h 1014"/>
              <a:gd name="T52" fmla="*/ 535 w 1137"/>
              <a:gd name="T53" fmla="*/ 477 h 1014"/>
              <a:gd name="T54" fmla="*/ 555 w 1137"/>
              <a:gd name="T55" fmla="*/ 495 h 1014"/>
              <a:gd name="T56" fmla="*/ 575 w 1137"/>
              <a:gd name="T57" fmla="*/ 513 h 1014"/>
              <a:gd name="T58" fmla="*/ 595 w 1137"/>
              <a:gd name="T59" fmla="*/ 531 h 1014"/>
              <a:gd name="T60" fmla="*/ 615 w 1137"/>
              <a:gd name="T61" fmla="*/ 549 h 1014"/>
              <a:gd name="T62" fmla="*/ 635 w 1137"/>
              <a:gd name="T63" fmla="*/ 567 h 1014"/>
              <a:gd name="T64" fmla="*/ 655 w 1137"/>
              <a:gd name="T65" fmla="*/ 584 h 1014"/>
              <a:gd name="T66" fmla="*/ 675 w 1137"/>
              <a:gd name="T67" fmla="*/ 602 h 1014"/>
              <a:gd name="T68" fmla="*/ 695 w 1137"/>
              <a:gd name="T69" fmla="*/ 620 h 1014"/>
              <a:gd name="T70" fmla="*/ 715 w 1137"/>
              <a:gd name="T71" fmla="*/ 638 h 1014"/>
              <a:gd name="T72" fmla="*/ 735 w 1137"/>
              <a:gd name="T73" fmla="*/ 656 h 1014"/>
              <a:gd name="T74" fmla="*/ 755 w 1137"/>
              <a:gd name="T75" fmla="*/ 674 h 1014"/>
              <a:gd name="T76" fmla="*/ 775 w 1137"/>
              <a:gd name="T77" fmla="*/ 692 h 1014"/>
              <a:gd name="T78" fmla="*/ 796 w 1137"/>
              <a:gd name="T79" fmla="*/ 710 h 1014"/>
              <a:gd name="T80" fmla="*/ 816 w 1137"/>
              <a:gd name="T81" fmla="*/ 728 h 1014"/>
              <a:gd name="T82" fmla="*/ 836 w 1137"/>
              <a:gd name="T83" fmla="*/ 746 h 1014"/>
              <a:gd name="T84" fmla="*/ 856 w 1137"/>
              <a:gd name="T85" fmla="*/ 763 h 1014"/>
              <a:gd name="T86" fmla="*/ 876 w 1137"/>
              <a:gd name="T87" fmla="*/ 781 h 1014"/>
              <a:gd name="T88" fmla="*/ 896 w 1137"/>
              <a:gd name="T89" fmla="*/ 799 h 1014"/>
              <a:gd name="T90" fmla="*/ 916 w 1137"/>
              <a:gd name="T91" fmla="*/ 817 h 1014"/>
              <a:gd name="T92" fmla="*/ 936 w 1137"/>
              <a:gd name="T93" fmla="*/ 835 h 1014"/>
              <a:gd name="T94" fmla="*/ 956 w 1137"/>
              <a:gd name="T95" fmla="*/ 853 h 1014"/>
              <a:gd name="T96" fmla="*/ 976 w 1137"/>
              <a:gd name="T97" fmla="*/ 871 h 1014"/>
              <a:gd name="T98" fmla="*/ 996 w 1137"/>
              <a:gd name="T99" fmla="*/ 889 h 1014"/>
              <a:gd name="T100" fmla="*/ 1016 w 1137"/>
              <a:gd name="T101" fmla="*/ 907 h 1014"/>
              <a:gd name="T102" fmla="*/ 1036 w 1137"/>
              <a:gd name="T103" fmla="*/ 924 h 1014"/>
              <a:gd name="T104" fmla="*/ 1056 w 1137"/>
              <a:gd name="T105" fmla="*/ 942 h 1014"/>
              <a:gd name="T106" fmla="*/ 1076 w 1137"/>
              <a:gd name="T107" fmla="*/ 960 h 1014"/>
              <a:gd name="T108" fmla="*/ 1096 w 1137"/>
              <a:gd name="T109" fmla="*/ 978 h 1014"/>
              <a:gd name="T110" fmla="*/ 1116 w 1137"/>
              <a:gd name="T111" fmla="*/ 996 h 1014"/>
              <a:gd name="T112" fmla="*/ 1137 w 1137"/>
              <a:gd name="T113" fmla="*/ 1014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37" h="1014">
                <a:moveTo>
                  <a:pt x="0" y="0"/>
                </a:moveTo>
                <a:lnTo>
                  <a:pt x="3" y="3"/>
                </a:lnTo>
                <a:moveTo>
                  <a:pt x="10" y="9"/>
                </a:moveTo>
                <a:lnTo>
                  <a:pt x="13" y="12"/>
                </a:lnTo>
                <a:moveTo>
                  <a:pt x="20" y="18"/>
                </a:moveTo>
                <a:lnTo>
                  <a:pt x="23" y="21"/>
                </a:lnTo>
                <a:moveTo>
                  <a:pt x="30" y="27"/>
                </a:moveTo>
                <a:lnTo>
                  <a:pt x="33" y="30"/>
                </a:lnTo>
                <a:moveTo>
                  <a:pt x="40" y="36"/>
                </a:moveTo>
                <a:lnTo>
                  <a:pt x="43" y="39"/>
                </a:lnTo>
                <a:moveTo>
                  <a:pt x="50" y="45"/>
                </a:moveTo>
                <a:lnTo>
                  <a:pt x="53" y="48"/>
                </a:lnTo>
                <a:moveTo>
                  <a:pt x="60" y="54"/>
                </a:moveTo>
                <a:lnTo>
                  <a:pt x="63" y="57"/>
                </a:lnTo>
                <a:moveTo>
                  <a:pt x="70" y="63"/>
                </a:moveTo>
                <a:lnTo>
                  <a:pt x="73" y="66"/>
                </a:lnTo>
                <a:moveTo>
                  <a:pt x="80" y="72"/>
                </a:moveTo>
                <a:lnTo>
                  <a:pt x="83" y="75"/>
                </a:lnTo>
                <a:moveTo>
                  <a:pt x="90" y="81"/>
                </a:moveTo>
                <a:lnTo>
                  <a:pt x="93" y="84"/>
                </a:lnTo>
                <a:moveTo>
                  <a:pt x="100" y="89"/>
                </a:moveTo>
                <a:lnTo>
                  <a:pt x="103" y="92"/>
                </a:lnTo>
                <a:moveTo>
                  <a:pt x="110" y="98"/>
                </a:moveTo>
                <a:lnTo>
                  <a:pt x="113" y="101"/>
                </a:lnTo>
                <a:moveTo>
                  <a:pt x="120" y="107"/>
                </a:moveTo>
                <a:lnTo>
                  <a:pt x="124" y="110"/>
                </a:lnTo>
                <a:moveTo>
                  <a:pt x="130" y="116"/>
                </a:moveTo>
                <a:lnTo>
                  <a:pt x="134" y="119"/>
                </a:lnTo>
                <a:moveTo>
                  <a:pt x="140" y="125"/>
                </a:moveTo>
                <a:lnTo>
                  <a:pt x="144" y="128"/>
                </a:lnTo>
                <a:moveTo>
                  <a:pt x="150" y="134"/>
                </a:moveTo>
                <a:lnTo>
                  <a:pt x="154" y="137"/>
                </a:lnTo>
                <a:moveTo>
                  <a:pt x="160" y="143"/>
                </a:moveTo>
                <a:lnTo>
                  <a:pt x="164" y="146"/>
                </a:lnTo>
                <a:moveTo>
                  <a:pt x="170" y="152"/>
                </a:moveTo>
                <a:lnTo>
                  <a:pt x="174" y="155"/>
                </a:lnTo>
                <a:moveTo>
                  <a:pt x="180" y="161"/>
                </a:moveTo>
                <a:lnTo>
                  <a:pt x="184" y="164"/>
                </a:lnTo>
                <a:moveTo>
                  <a:pt x="190" y="170"/>
                </a:moveTo>
                <a:lnTo>
                  <a:pt x="194" y="173"/>
                </a:lnTo>
                <a:moveTo>
                  <a:pt x="200" y="179"/>
                </a:moveTo>
                <a:lnTo>
                  <a:pt x="204" y="182"/>
                </a:lnTo>
                <a:moveTo>
                  <a:pt x="210" y="188"/>
                </a:moveTo>
                <a:lnTo>
                  <a:pt x="214" y="191"/>
                </a:lnTo>
                <a:moveTo>
                  <a:pt x="220" y="197"/>
                </a:moveTo>
                <a:lnTo>
                  <a:pt x="224" y="200"/>
                </a:lnTo>
                <a:moveTo>
                  <a:pt x="231" y="206"/>
                </a:moveTo>
                <a:lnTo>
                  <a:pt x="234" y="209"/>
                </a:lnTo>
                <a:moveTo>
                  <a:pt x="241" y="215"/>
                </a:moveTo>
                <a:lnTo>
                  <a:pt x="244" y="218"/>
                </a:lnTo>
                <a:moveTo>
                  <a:pt x="251" y="224"/>
                </a:moveTo>
                <a:lnTo>
                  <a:pt x="254" y="227"/>
                </a:lnTo>
                <a:moveTo>
                  <a:pt x="261" y="233"/>
                </a:moveTo>
                <a:lnTo>
                  <a:pt x="264" y="236"/>
                </a:lnTo>
                <a:moveTo>
                  <a:pt x="271" y="242"/>
                </a:moveTo>
                <a:lnTo>
                  <a:pt x="274" y="245"/>
                </a:lnTo>
                <a:moveTo>
                  <a:pt x="281" y="251"/>
                </a:moveTo>
                <a:lnTo>
                  <a:pt x="284" y="253"/>
                </a:lnTo>
                <a:moveTo>
                  <a:pt x="291" y="259"/>
                </a:moveTo>
                <a:lnTo>
                  <a:pt x="294" y="262"/>
                </a:lnTo>
                <a:moveTo>
                  <a:pt x="301" y="268"/>
                </a:moveTo>
                <a:lnTo>
                  <a:pt x="304" y="271"/>
                </a:lnTo>
                <a:moveTo>
                  <a:pt x="311" y="277"/>
                </a:moveTo>
                <a:lnTo>
                  <a:pt x="314" y="280"/>
                </a:lnTo>
                <a:moveTo>
                  <a:pt x="321" y="286"/>
                </a:moveTo>
                <a:lnTo>
                  <a:pt x="324" y="289"/>
                </a:lnTo>
                <a:moveTo>
                  <a:pt x="331" y="295"/>
                </a:moveTo>
                <a:lnTo>
                  <a:pt x="334" y="298"/>
                </a:lnTo>
                <a:moveTo>
                  <a:pt x="341" y="304"/>
                </a:moveTo>
                <a:lnTo>
                  <a:pt x="344" y="307"/>
                </a:lnTo>
                <a:moveTo>
                  <a:pt x="351" y="313"/>
                </a:moveTo>
                <a:lnTo>
                  <a:pt x="354" y="316"/>
                </a:lnTo>
                <a:moveTo>
                  <a:pt x="361" y="322"/>
                </a:moveTo>
                <a:lnTo>
                  <a:pt x="364" y="325"/>
                </a:lnTo>
                <a:moveTo>
                  <a:pt x="371" y="331"/>
                </a:moveTo>
                <a:lnTo>
                  <a:pt x="374" y="334"/>
                </a:lnTo>
                <a:moveTo>
                  <a:pt x="381" y="340"/>
                </a:moveTo>
                <a:lnTo>
                  <a:pt x="384" y="343"/>
                </a:lnTo>
                <a:moveTo>
                  <a:pt x="391" y="349"/>
                </a:moveTo>
                <a:lnTo>
                  <a:pt x="394" y="352"/>
                </a:lnTo>
                <a:moveTo>
                  <a:pt x="401" y="358"/>
                </a:moveTo>
                <a:lnTo>
                  <a:pt x="404" y="361"/>
                </a:lnTo>
                <a:moveTo>
                  <a:pt x="411" y="367"/>
                </a:moveTo>
                <a:lnTo>
                  <a:pt x="414" y="370"/>
                </a:lnTo>
                <a:moveTo>
                  <a:pt x="421" y="376"/>
                </a:moveTo>
                <a:lnTo>
                  <a:pt x="424" y="379"/>
                </a:lnTo>
                <a:moveTo>
                  <a:pt x="431" y="385"/>
                </a:moveTo>
                <a:lnTo>
                  <a:pt x="434" y="388"/>
                </a:lnTo>
                <a:moveTo>
                  <a:pt x="441" y="394"/>
                </a:moveTo>
                <a:lnTo>
                  <a:pt x="444" y="397"/>
                </a:lnTo>
                <a:moveTo>
                  <a:pt x="451" y="403"/>
                </a:moveTo>
                <a:lnTo>
                  <a:pt x="455" y="406"/>
                </a:lnTo>
                <a:moveTo>
                  <a:pt x="461" y="412"/>
                </a:moveTo>
                <a:lnTo>
                  <a:pt x="465" y="415"/>
                </a:lnTo>
                <a:moveTo>
                  <a:pt x="471" y="420"/>
                </a:moveTo>
                <a:lnTo>
                  <a:pt x="475" y="423"/>
                </a:lnTo>
                <a:moveTo>
                  <a:pt x="481" y="429"/>
                </a:moveTo>
                <a:lnTo>
                  <a:pt x="485" y="432"/>
                </a:lnTo>
                <a:moveTo>
                  <a:pt x="491" y="438"/>
                </a:moveTo>
                <a:lnTo>
                  <a:pt x="495" y="441"/>
                </a:lnTo>
                <a:moveTo>
                  <a:pt x="501" y="447"/>
                </a:moveTo>
                <a:lnTo>
                  <a:pt x="505" y="450"/>
                </a:lnTo>
                <a:moveTo>
                  <a:pt x="511" y="456"/>
                </a:moveTo>
                <a:lnTo>
                  <a:pt x="515" y="459"/>
                </a:lnTo>
                <a:moveTo>
                  <a:pt x="521" y="465"/>
                </a:moveTo>
                <a:lnTo>
                  <a:pt x="525" y="468"/>
                </a:lnTo>
                <a:moveTo>
                  <a:pt x="531" y="474"/>
                </a:moveTo>
                <a:lnTo>
                  <a:pt x="535" y="477"/>
                </a:lnTo>
                <a:moveTo>
                  <a:pt x="541" y="483"/>
                </a:moveTo>
                <a:lnTo>
                  <a:pt x="545" y="486"/>
                </a:lnTo>
                <a:moveTo>
                  <a:pt x="551" y="492"/>
                </a:moveTo>
                <a:lnTo>
                  <a:pt x="555" y="495"/>
                </a:lnTo>
                <a:moveTo>
                  <a:pt x="561" y="501"/>
                </a:moveTo>
                <a:lnTo>
                  <a:pt x="565" y="504"/>
                </a:lnTo>
                <a:moveTo>
                  <a:pt x="572" y="510"/>
                </a:moveTo>
                <a:lnTo>
                  <a:pt x="575" y="513"/>
                </a:lnTo>
                <a:moveTo>
                  <a:pt x="582" y="519"/>
                </a:moveTo>
                <a:lnTo>
                  <a:pt x="585" y="522"/>
                </a:lnTo>
                <a:moveTo>
                  <a:pt x="592" y="528"/>
                </a:moveTo>
                <a:lnTo>
                  <a:pt x="595" y="531"/>
                </a:lnTo>
                <a:moveTo>
                  <a:pt x="602" y="537"/>
                </a:moveTo>
                <a:lnTo>
                  <a:pt x="605" y="540"/>
                </a:lnTo>
                <a:moveTo>
                  <a:pt x="612" y="546"/>
                </a:moveTo>
                <a:lnTo>
                  <a:pt x="615" y="549"/>
                </a:lnTo>
                <a:moveTo>
                  <a:pt x="622" y="555"/>
                </a:moveTo>
                <a:lnTo>
                  <a:pt x="625" y="558"/>
                </a:lnTo>
                <a:moveTo>
                  <a:pt x="632" y="564"/>
                </a:moveTo>
                <a:lnTo>
                  <a:pt x="635" y="567"/>
                </a:lnTo>
                <a:moveTo>
                  <a:pt x="642" y="573"/>
                </a:moveTo>
                <a:lnTo>
                  <a:pt x="645" y="576"/>
                </a:lnTo>
                <a:moveTo>
                  <a:pt x="652" y="582"/>
                </a:moveTo>
                <a:lnTo>
                  <a:pt x="655" y="584"/>
                </a:lnTo>
                <a:moveTo>
                  <a:pt x="662" y="590"/>
                </a:moveTo>
                <a:lnTo>
                  <a:pt x="665" y="593"/>
                </a:lnTo>
                <a:moveTo>
                  <a:pt x="672" y="599"/>
                </a:moveTo>
                <a:lnTo>
                  <a:pt x="675" y="602"/>
                </a:lnTo>
                <a:moveTo>
                  <a:pt x="682" y="608"/>
                </a:moveTo>
                <a:lnTo>
                  <a:pt x="685" y="611"/>
                </a:lnTo>
                <a:moveTo>
                  <a:pt x="692" y="617"/>
                </a:moveTo>
                <a:lnTo>
                  <a:pt x="695" y="620"/>
                </a:lnTo>
                <a:moveTo>
                  <a:pt x="702" y="626"/>
                </a:moveTo>
                <a:lnTo>
                  <a:pt x="705" y="629"/>
                </a:lnTo>
                <a:moveTo>
                  <a:pt x="712" y="635"/>
                </a:moveTo>
                <a:lnTo>
                  <a:pt x="715" y="638"/>
                </a:lnTo>
                <a:moveTo>
                  <a:pt x="722" y="644"/>
                </a:moveTo>
                <a:lnTo>
                  <a:pt x="725" y="647"/>
                </a:lnTo>
                <a:moveTo>
                  <a:pt x="732" y="653"/>
                </a:moveTo>
                <a:lnTo>
                  <a:pt x="735" y="656"/>
                </a:lnTo>
                <a:moveTo>
                  <a:pt x="742" y="662"/>
                </a:moveTo>
                <a:lnTo>
                  <a:pt x="745" y="665"/>
                </a:lnTo>
                <a:moveTo>
                  <a:pt x="752" y="671"/>
                </a:moveTo>
                <a:lnTo>
                  <a:pt x="755" y="674"/>
                </a:lnTo>
                <a:moveTo>
                  <a:pt x="762" y="680"/>
                </a:moveTo>
                <a:lnTo>
                  <a:pt x="765" y="683"/>
                </a:lnTo>
                <a:moveTo>
                  <a:pt x="772" y="689"/>
                </a:moveTo>
                <a:lnTo>
                  <a:pt x="775" y="692"/>
                </a:lnTo>
                <a:moveTo>
                  <a:pt x="782" y="698"/>
                </a:moveTo>
                <a:lnTo>
                  <a:pt x="786" y="701"/>
                </a:lnTo>
                <a:moveTo>
                  <a:pt x="792" y="707"/>
                </a:moveTo>
                <a:lnTo>
                  <a:pt x="796" y="710"/>
                </a:lnTo>
                <a:moveTo>
                  <a:pt x="802" y="716"/>
                </a:moveTo>
                <a:lnTo>
                  <a:pt x="806" y="719"/>
                </a:lnTo>
                <a:moveTo>
                  <a:pt x="812" y="725"/>
                </a:moveTo>
                <a:lnTo>
                  <a:pt x="816" y="728"/>
                </a:lnTo>
                <a:moveTo>
                  <a:pt x="822" y="734"/>
                </a:moveTo>
                <a:lnTo>
                  <a:pt x="826" y="737"/>
                </a:lnTo>
                <a:moveTo>
                  <a:pt x="832" y="743"/>
                </a:moveTo>
                <a:lnTo>
                  <a:pt x="836" y="746"/>
                </a:lnTo>
                <a:moveTo>
                  <a:pt x="842" y="751"/>
                </a:moveTo>
                <a:lnTo>
                  <a:pt x="846" y="754"/>
                </a:lnTo>
                <a:moveTo>
                  <a:pt x="852" y="760"/>
                </a:moveTo>
                <a:lnTo>
                  <a:pt x="856" y="763"/>
                </a:lnTo>
                <a:moveTo>
                  <a:pt x="862" y="769"/>
                </a:moveTo>
                <a:lnTo>
                  <a:pt x="866" y="772"/>
                </a:lnTo>
                <a:moveTo>
                  <a:pt x="872" y="778"/>
                </a:moveTo>
                <a:lnTo>
                  <a:pt x="876" y="781"/>
                </a:lnTo>
                <a:moveTo>
                  <a:pt x="882" y="787"/>
                </a:moveTo>
                <a:lnTo>
                  <a:pt x="886" y="790"/>
                </a:lnTo>
                <a:moveTo>
                  <a:pt x="892" y="796"/>
                </a:moveTo>
                <a:lnTo>
                  <a:pt x="896" y="799"/>
                </a:lnTo>
                <a:moveTo>
                  <a:pt x="903" y="805"/>
                </a:moveTo>
                <a:lnTo>
                  <a:pt x="906" y="808"/>
                </a:lnTo>
                <a:moveTo>
                  <a:pt x="913" y="814"/>
                </a:moveTo>
                <a:lnTo>
                  <a:pt x="916" y="817"/>
                </a:lnTo>
                <a:moveTo>
                  <a:pt x="923" y="823"/>
                </a:moveTo>
                <a:lnTo>
                  <a:pt x="926" y="826"/>
                </a:lnTo>
                <a:moveTo>
                  <a:pt x="933" y="832"/>
                </a:moveTo>
                <a:lnTo>
                  <a:pt x="936" y="835"/>
                </a:lnTo>
                <a:moveTo>
                  <a:pt x="943" y="841"/>
                </a:moveTo>
                <a:lnTo>
                  <a:pt x="946" y="844"/>
                </a:lnTo>
                <a:moveTo>
                  <a:pt x="953" y="850"/>
                </a:moveTo>
                <a:lnTo>
                  <a:pt x="956" y="853"/>
                </a:lnTo>
                <a:moveTo>
                  <a:pt x="963" y="859"/>
                </a:moveTo>
                <a:lnTo>
                  <a:pt x="966" y="862"/>
                </a:lnTo>
                <a:moveTo>
                  <a:pt x="973" y="868"/>
                </a:moveTo>
                <a:lnTo>
                  <a:pt x="976" y="871"/>
                </a:lnTo>
                <a:moveTo>
                  <a:pt x="983" y="877"/>
                </a:moveTo>
                <a:lnTo>
                  <a:pt x="986" y="880"/>
                </a:lnTo>
                <a:moveTo>
                  <a:pt x="993" y="886"/>
                </a:moveTo>
                <a:lnTo>
                  <a:pt x="996" y="889"/>
                </a:lnTo>
                <a:moveTo>
                  <a:pt x="1003" y="895"/>
                </a:moveTo>
                <a:lnTo>
                  <a:pt x="1006" y="898"/>
                </a:lnTo>
                <a:moveTo>
                  <a:pt x="1013" y="904"/>
                </a:moveTo>
                <a:lnTo>
                  <a:pt x="1016" y="907"/>
                </a:lnTo>
                <a:moveTo>
                  <a:pt x="1023" y="913"/>
                </a:moveTo>
                <a:lnTo>
                  <a:pt x="1026" y="915"/>
                </a:lnTo>
                <a:moveTo>
                  <a:pt x="1033" y="921"/>
                </a:moveTo>
                <a:lnTo>
                  <a:pt x="1036" y="924"/>
                </a:lnTo>
                <a:moveTo>
                  <a:pt x="1043" y="930"/>
                </a:moveTo>
                <a:lnTo>
                  <a:pt x="1046" y="933"/>
                </a:lnTo>
                <a:moveTo>
                  <a:pt x="1053" y="939"/>
                </a:moveTo>
                <a:lnTo>
                  <a:pt x="1056" y="942"/>
                </a:lnTo>
                <a:moveTo>
                  <a:pt x="1063" y="948"/>
                </a:moveTo>
                <a:lnTo>
                  <a:pt x="1066" y="951"/>
                </a:lnTo>
                <a:moveTo>
                  <a:pt x="1073" y="957"/>
                </a:moveTo>
                <a:lnTo>
                  <a:pt x="1076" y="960"/>
                </a:lnTo>
                <a:moveTo>
                  <a:pt x="1083" y="966"/>
                </a:moveTo>
                <a:lnTo>
                  <a:pt x="1086" y="969"/>
                </a:lnTo>
                <a:moveTo>
                  <a:pt x="1093" y="975"/>
                </a:moveTo>
                <a:lnTo>
                  <a:pt x="1096" y="978"/>
                </a:lnTo>
                <a:moveTo>
                  <a:pt x="1103" y="984"/>
                </a:moveTo>
                <a:lnTo>
                  <a:pt x="1106" y="987"/>
                </a:lnTo>
                <a:moveTo>
                  <a:pt x="1113" y="993"/>
                </a:moveTo>
                <a:lnTo>
                  <a:pt x="1116" y="996"/>
                </a:lnTo>
                <a:moveTo>
                  <a:pt x="1123" y="1002"/>
                </a:moveTo>
                <a:lnTo>
                  <a:pt x="1127" y="1005"/>
                </a:lnTo>
                <a:moveTo>
                  <a:pt x="1133" y="1011"/>
                </a:moveTo>
                <a:lnTo>
                  <a:pt x="1137" y="1014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" name="Freeform 75">
            <a:extLst>
              <a:ext uri="{FF2B5EF4-FFF2-40B4-BE49-F238E27FC236}">
                <a16:creationId xmlns:a16="http://schemas.microsoft.com/office/drawing/2014/main" id="{4DF04250-54A3-2CE8-4A9B-5A9956847F5A}"/>
              </a:ext>
            </a:extLst>
          </p:cNvPr>
          <p:cNvSpPr>
            <a:spLocks noEditPoints="1"/>
          </p:cNvSpPr>
          <p:nvPr/>
        </p:nvSpPr>
        <p:spPr bwMode="auto">
          <a:xfrm>
            <a:off x="3441701" y="1533525"/>
            <a:ext cx="890588" cy="574675"/>
          </a:xfrm>
          <a:custGeom>
            <a:avLst/>
            <a:gdLst>
              <a:gd name="T0" fmla="*/ 15 w 1121"/>
              <a:gd name="T1" fmla="*/ 10 h 724"/>
              <a:gd name="T2" fmla="*/ 37 w 1121"/>
              <a:gd name="T3" fmla="*/ 24 h 724"/>
              <a:gd name="T4" fmla="*/ 60 w 1121"/>
              <a:gd name="T5" fmla="*/ 39 h 724"/>
              <a:gd name="T6" fmla="*/ 83 w 1121"/>
              <a:gd name="T7" fmla="*/ 54 h 724"/>
              <a:gd name="T8" fmla="*/ 105 w 1121"/>
              <a:gd name="T9" fmla="*/ 68 h 724"/>
              <a:gd name="T10" fmla="*/ 128 w 1121"/>
              <a:gd name="T11" fmla="*/ 83 h 724"/>
              <a:gd name="T12" fmla="*/ 150 w 1121"/>
              <a:gd name="T13" fmla="*/ 97 h 724"/>
              <a:gd name="T14" fmla="*/ 173 w 1121"/>
              <a:gd name="T15" fmla="*/ 112 h 724"/>
              <a:gd name="T16" fmla="*/ 195 w 1121"/>
              <a:gd name="T17" fmla="*/ 126 h 724"/>
              <a:gd name="T18" fmla="*/ 218 w 1121"/>
              <a:gd name="T19" fmla="*/ 141 h 724"/>
              <a:gd name="T20" fmla="*/ 241 w 1121"/>
              <a:gd name="T21" fmla="*/ 156 h 724"/>
              <a:gd name="T22" fmla="*/ 263 w 1121"/>
              <a:gd name="T23" fmla="*/ 170 h 724"/>
              <a:gd name="T24" fmla="*/ 286 w 1121"/>
              <a:gd name="T25" fmla="*/ 185 h 724"/>
              <a:gd name="T26" fmla="*/ 308 w 1121"/>
              <a:gd name="T27" fmla="*/ 199 h 724"/>
              <a:gd name="T28" fmla="*/ 331 w 1121"/>
              <a:gd name="T29" fmla="*/ 214 h 724"/>
              <a:gd name="T30" fmla="*/ 353 w 1121"/>
              <a:gd name="T31" fmla="*/ 229 h 724"/>
              <a:gd name="T32" fmla="*/ 376 w 1121"/>
              <a:gd name="T33" fmla="*/ 243 h 724"/>
              <a:gd name="T34" fmla="*/ 399 w 1121"/>
              <a:gd name="T35" fmla="*/ 258 h 724"/>
              <a:gd name="T36" fmla="*/ 421 w 1121"/>
              <a:gd name="T37" fmla="*/ 272 h 724"/>
              <a:gd name="T38" fmla="*/ 444 w 1121"/>
              <a:gd name="T39" fmla="*/ 287 h 724"/>
              <a:gd name="T40" fmla="*/ 466 w 1121"/>
              <a:gd name="T41" fmla="*/ 301 h 724"/>
              <a:gd name="T42" fmla="*/ 489 w 1121"/>
              <a:gd name="T43" fmla="*/ 316 h 724"/>
              <a:gd name="T44" fmla="*/ 512 w 1121"/>
              <a:gd name="T45" fmla="*/ 331 h 724"/>
              <a:gd name="T46" fmla="*/ 534 w 1121"/>
              <a:gd name="T47" fmla="*/ 345 h 724"/>
              <a:gd name="T48" fmla="*/ 557 w 1121"/>
              <a:gd name="T49" fmla="*/ 360 h 724"/>
              <a:gd name="T50" fmla="*/ 579 w 1121"/>
              <a:gd name="T51" fmla="*/ 374 h 724"/>
              <a:gd name="T52" fmla="*/ 602 w 1121"/>
              <a:gd name="T53" fmla="*/ 389 h 724"/>
              <a:gd name="T54" fmla="*/ 624 w 1121"/>
              <a:gd name="T55" fmla="*/ 404 h 724"/>
              <a:gd name="T56" fmla="*/ 647 w 1121"/>
              <a:gd name="T57" fmla="*/ 418 h 724"/>
              <a:gd name="T58" fmla="*/ 670 w 1121"/>
              <a:gd name="T59" fmla="*/ 433 h 724"/>
              <a:gd name="T60" fmla="*/ 692 w 1121"/>
              <a:gd name="T61" fmla="*/ 447 h 724"/>
              <a:gd name="T62" fmla="*/ 715 w 1121"/>
              <a:gd name="T63" fmla="*/ 462 h 724"/>
              <a:gd name="T64" fmla="*/ 737 w 1121"/>
              <a:gd name="T65" fmla="*/ 476 h 724"/>
              <a:gd name="T66" fmla="*/ 760 w 1121"/>
              <a:gd name="T67" fmla="*/ 491 h 724"/>
              <a:gd name="T68" fmla="*/ 782 w 1121"/>
              <a:gd name="T69" fmla="*/ 506 h 724"/>
              <a:gd name="T70" fmla="*/ 805 w 1121"/>
              <a:gd name="T71" fmla="*/ 520 h 724"/>
              <a:gd name="T72" fmla="*/ 828 w 1121"/>
              <a:gd name="T73" fmla="*/ 535 h 724"/>
              <a:gd name="T74" fmla="*/ 850 w 1121"/>
              <a:gd name="T75" fmla="*/ 549 h 724"/>
              <a:gd name="T76" fmla="*/ 873 w 1121"/>
              <a:gd name="T77" fmla="*/ 564 h 724"/>
              <a:gd name="T78" fmla="*/ 895 w 1121"/>
              <a:gd name="T79" fmla="*/ 579 h 724"/>
              <a:gd name="T80" fmla="*/ 918 w 1121"/>
              <a:gd name="T81" fmla="*/ 593 h 724"/>
              <a:gd name="T82" fmla="*/ 941 w 1121"/>
              <a:gd name="T83" fmla="*/ 608 h 724"/>
              <a:gd name="T84" fmla="*/ 963 w 1121"/>
              <a:gd name="T85" fmla="*/ 622 h 724"/>
              <a:gd name="T86" fmla="*/ 986 w 1121"/>
              <a:gd name="T87" fmla="*/ 637 h 724"/>
              <a:gd name="T88" fmla="*/ 1008 w 1121"/>
              <a:gd name="T89" fmla="*/ 651 h 724"/>
              <a:gd name="T90" fmla="*/ 1031 w 1121"/>
              <a:gd name="T91" fmla="*/ 666 h 724"/>
              <a:gd name="T92" fmla="*/ 1053 w 1121"/>
              <a:gd name="T93" fmla="*/ 681 h 724"/>
              <a:gd name="T94" fmla="*/ 1076 w 1121"/>
              <a:gd name="T95" fmla="*/ 695 h 724"/>
              <a:gd name="T96" fmla="*/ 1099 w 1121"/>
              <a:gd name="T97" fmla="*/ 710 h 724"/>
              <a:gd name="T98" fmla="*/ 1121 w 1121"/>
              <a:gd name="T99" fmla="*/ 724 h 7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21" h="724">
                <a:moveTo>
                  <a:pt x="0" y="0"/>
                </a:moveTo>
                <a:lnTo>
                  <a:pt x="3" y="2"/>
                </a:lnTo>
                <a:moveTo>
                  <a:pt x="11" y="7"/>
                </a:moveTo>
                <a:lnTo>
                  <a:pt x="15" y="10"/>
                </a:lnTo>
                <a:moveTo>
                  <a:pt x="22" y="15"/>
                </a:moveTo>
                <a:lnTo>
                  <a:pt x="26" y="17"/>
                </a:lnTo>
                <a:moveTo>
                  <a:pt x="34" y="22"/>
                </a:moveTo>
                <a:lnTo>
                  <a:pt x="37" y="24"/>
                </a:lnTo>
                <a:moveTo>
                  <a:pt x="45" y="29"/>
                </a:moveTo>
                <a:lnTo>
                  <a:pt x="49" y="32"/>
                </a:lnTo>
                <a:moveTo>
                  <a:pt x="56" y="36"/>
                </a:moveTo>
                <a:lnTo>
                  <a:pt x="60" y="39"/>
                </a:lnTo>
                <a:moveTo>
                  <a:pt x="67" y="44"/>
                </a:moveTo>
                <a:lnTo>
                  <a:pt x="71" y="46"/>
                </a:lnTo>
                <a:moveTo>
                  <a:pt x="79" y="51"/>
                </a:moveTo>
                <a:lnTo>
                  <a:pt x="83" y="54"/>
                </a:lnTo>
                <a:moveTo>
                  <a:pt x="90" y="58"/>
                </a:moveTo>
                <a:lnTo>
                  <a:pt x="94" y="61"/>
                </a:lnTo>
                <a:moveTo>
                  <a:pt x="101" y="66"/>
                </a:moveTo>
                <a:lnTo>
                  <a:pt x="105" y="68"/>
                </a:lnTo>
                <a:moveTo>
                  <a:pt x="113" y="73"/>
                </a:moveTo>
                <a:lnTo>
                  <a:pt x="116" y="75"/>
                </a:lnTo>
                <a:moveTo>
                  <a:pt x="124" y="80"/>
                </a:moveTo>
                <a:lnTo>
                  <a:pt x="128" y="83"/>
                </a:lnTo>
                <a:moveTo>
                  <a:pt x="135" y="88"/>
                </a:moveTo>
                <a:lnTo>
                  <a:pt x="139" y="90"/>
                </a:lnTo>
                <a:moveTo>
                  <a:pt x="146" y="95"/>
                </a:moveTo>
                <a:lnTo>
                  <a:pt x="150" y="97"/>
                </a:lnTo>
                <a:moveTo>
                  <a:pt x="158" y="102"/>
                </a:moveTo>
                <a:lnTo>
                  <a:pt x="162" y="105"/>
                </a:lnTo>
                <a:moveTo>
                  <a:pt x="169" y="109"/>
                </a:moveTo>
                <a:lnTo>
                  <a:pt x="173" y="112"/>
                </a:lnTo>
                <a:moveTo>
                  <a:pt x="180" y="117"/>
                </a:moveTo>
                <a:lnTo>
                  <a:pt x="184" y="119"/>
                </a:lnTo>
                <a:moveTo>
                  <a:pt x="192" y="124"/>
                </a:moveTo>
                <a:lnTo>
                  <a:pt x="195" y="126"/>
                </a:lnTo>
                <a:moveTo>
                  <a:pt x="203" y="131"/>
                </a:moveTo>
                <a:lnTo>
                  <a:pt x="207" y="134"/>
                </a:lnTo>
                <a:moveTo>
                  <a:pt x="214" y="139"/>
                </a:moveTo>
                <a:lnTo>
                  <a:pt x="218" y="141"/>
                </a:lnTo>
                <a:moveTo>
                  <a:pt x="226" y="146"/>
                </a:moveTo>
                <a:lnTo>
                  <a:pt x="229" y="148"/>
                </a:lnTo>
                <a:moveTo>
                  <a:pt x="237" y="153"/>
                </a:moveTo>
                <a:lnTo>
                  <a:pt x="241" y="156"/>
                </a:lnTo>
                <a:moveTo>
                  <a:pt x="248" y="160"/>
                </a:moveTo>
                <a:lnTo>
                  <a:pt x="252" y="163"/>
                </a:lnTo>
                <a:moveTo>
                  <a:pt x="259" y="168"/>
                </a:moveTo>
                <a:lnTo>
                  <a:pt x="263" y="170"/>
                </a:lnTo>
                <a:moveTo>
                  <a:pt x="271" y="175"/>
                </a:moveTo>
                <a:lnTo>
                  <a:pt x="274" y="177"/>
                </a:lnTo>
                <a:moveTo>
                  <a:pt x="282" y="182"/>
                </a:moveTo>
                <a:lnTo>
                  <a:pt x="286" y="185"/>
                </a:lnTo>
                <a:moveTo>
                  <a:pt x="293" y="190"/>
                </a:moveTo>
                <a:lnTo>
                  <a:pt x="297" y="192"/>
                </a:lnTo>
                <a:moveTo>
                  <a:pt x="305" y="197"/>
                </a:moveTo>
                <a:lnTo>
                  <a:pt x="308" y="199"/>
                </a:lnTo>
                <a:moveTo>
                  <a:pt x="316" y="204"/>
                </a:moveTo>
                <a:lnTo>
                  <a:pt x="320" y="207"/>
                </a:lnTo>
                <a:moveTo>
                  <a:pt x="327" y="212"/>
                </a:moveTo>
                <a:lnTo>
                  <a:pt x="331" y="214"/>
                </a:lnTo>
                <a:moveTo>
                  <a:pt x="338" y="219"/>
                </a:moveTo>
                <a:lnTo>
                  <a:pt x="342" y="221"/>
                </a:lnTo>
                <a:moveTo>
                  <a:pt x="350" y="226"/>
                </a:moveTo>
                <a:lnTo>
                  <a:pt x="353" y="229"/>
                </a:lnTo>
                <a:moveTo>
                  <a:pt x="361" y="233"/>
                </a:moveTo>
                <a:lnTo>
                  <a:pt x="365" y="236"/>
                </a:lnTo>
                <a:moveTo>
                  <a:pt x="372" y="241"/>
                </a:moveTo>
                <a:lnTo>
                  <a:pt x="376" y="243"/>
                </a:lnTo>
                <a:moveTo>
                  <a:pt x="384" y="248"/>
                </a:moveTo>
                <a:lnTo>
                  <a:pt x="387" y="250"/>
                </a:lnTo>
                <a:moveTo>
                  <a:pt x="395" y="255"/>
                </a:moveTo>
                <a:lnTo>
                  <a:pt x="399" y="258"/>
                </a:lnTo>
                <a:moveTo>
                  <a:pt x="406" y="263"/>
                </a:moveTo>
                <a:lnTo>
                  <a:pt x="410" y="265"/>
                </a:lnTo>
                <a:moveTo>
                  <a:pt x="417" y="270"/>
                </a:moveTo>
                <a:lnTo>
                  <a:pt x="421" y="272"/>
                </a:lnTo>
                <a:moveTo>
                  <a:pt x="429" y="277"/>
                </a:moveTo>
                <a:lnTo>
                  <a:pt x="432" y="280"/>
                </a:lnTo>
                <a:moveTo>
                  <a:pt x="440" y="284"/>
                </a:moveTo>
                <a:lnTo>
                  <a:pt x="444" y="287"/>
                </a:lnTo>
                <a:moveTo>
                  <a:pt x="451" y="292"/>
                </a:moveTo>
                <a:lnTo>
                  <a:pt x="455" y="294"/>
                </a:lnTo>
                <a:moveTo>
                  <a:pt x="463" y="299"/>
                </a:moveTo>
                <a:lnTo>
                  <a:pt x="466" y="301"/>
                </a:lnTo>
                <a:moveTo>
                  <a:pt x="474" y="306"/>
                </a:moveTo>
                <a:lnTo>
                  <a:pt x="478" y="309"/>
                </a:lnTo>
                <a:moveTo>
                  <a:pt x="485" y="314"/>
                </a:moveTo>
                <a:lnTo>
                  <a:pt x="489" y="316"/>
                </a:lnTo>
                <a:moveTo>
                  <a:pt x="496" y="321"/>
                </a:moveTo>
                <a:lnTo>
                  <a:pt x="500" y="323"/>
                </a:lnTo>
                <a:moveTo>
                  <a:pt x="508" y="328"/>
                </a:moveTo>
                <a:lnTo>
                  <a:pt x="512" y="331"/>
                </a:lnTo>
                <a:moveTo>
                  <a:pt x="519" y="335"/>
                </a:moveTo>
                <a:lnTo>
                  <a:pt x="523" y="338"/>
                </a:lnTo>
                <a:moveTo>
                  <a:pt x="530" y="343"/>
                </a:moveTo>
                <a:lnTo>
                  <a:pt x="534" y="345"/>
                </a:lnTo>
                <a:moveTo>
                  <a:pt x="542" y="350"/>
                </a:moveTo>
                <a:lnTo>
                  <a:pt x="545" y="352"/>
                </a:lnTo>
                <a:moveTo>
                  <a:pt x="553" y="357"/>
                </a:moveTo>
                <a:lnTo>
                  <a:pt x="557" y="360"/>
                </a:lnTo>
                <a:moveTo>
                  <a:pt x="564" y="365"/>
                </a:moveTo>
                <a:lnTo>
                  <a:pt x="568" y="367"/>
                </a:lnTo>
                <a:moveTo>
                  <a:pt x="576" y="372"/>
                </a:moveTo>
                <a:lnTo>
                  <a:pt x="579" y="374"/>
                </a:lnTo>
                <a:moveTo>
                  <a:pt x="587" y="379"/>
                </a:moveTo>
                <a:lnTo>
                  <a:pt x="591" y="382"/>
                </a:lnTo>
                <a:moveTo>
                  <a:pt x="598" y="387"/>
                </a:moveTo>
                <a:lnTo>
                  <a:pt x="602" y="389"/>
                </a:lnTo>
                <a:moveTo>
                  <a:pt x="609" y="394"/>
                </a:moveTo>
                <a:lnTo>
                  <a:pt x="613" y="396"/>
                </a:lnTo>
                <a:moveTo>
                  <a:pt x="621" y="401"/>
                </a:moveTo>
                <a:lnTo>
                  <a:pt x="624" y="404"/>
                </a:lnTo>
                <a:moveTo>
                  <a:pt x="632" y="408"/>
                </a:moveTo>
                <a:lnTo>
                  <a:pt x="636" y="411"/>
                </a:lnTo>
                <a:moveTo>
                  <a:pt x="643" y="416"/>
                </a:moveTo>
                <a:lnTo>
                  <a:pt x="647" y="418"/>
                </a:lnTo>
                <a:moveTo>
                  <a:pt x="655" y="423"/>
                </a:moveTo>
                <a:lnTo>
                  <a:pt x="658" y="425"/>
                </a:lnTo>
                <a:moveTo>
                  <a:pt x="666" y="430"/>
                </a:moveTo>
                <a:lnTo>
                  <a:pt x="670" y="433"/>
                </a:lnTo>
                <a:moveTo>
                  <a:pt x="677" y="438"/>
                </a:moveTo>
                <a:lnTo>
                  <a:pt x="681" y="440"/>
                </a:lnTo>
                <a:moveTo>
                  <a:pt x="688" y="445"/>
                </a:moveTo>
                <a:lnTo>
                  <a:pt x="692" y="447"/>
                </a:lnTo>
                <a:moveTo>
                  <a:pt x="700" y="452"/>
                </a:moveTo>
                <a:lnTo>
                  <a:pt x="703" y="455"/>
                </a:lnTo>
                <a:moveTo>
                  <a:pt x="711" y="459"/>
                </a:moveTo>
                <a:lnTo>
                  <a:pt x="715" y="462"/>
                </a:lnTo>
                <a:moveTo>
                  <a:pt x="722" y="467"/>
                </a:moveTo>
                <a:lnTo>
                  <a:pt x="726" y="469"/>
                </a:lnTo>
                <a:moveTo>
                  <a:pt x="734" y="474"/>
                </a:moveTo>
                <a:lnTo>
                  <a:pt x="737" y="476"/>
                </a:lnTo>
                <a:moveTo>
                  <a:pt x="745" y="481"/>
                </a:moveTo>
                <a:lnTo>
                  <a:pt x="749" y="484"/>
                </a:lnTo>
                <a:moveTo>
                  <a:pt x="756" y="489"/>
                </a:moveTo>
                <a:lnTo>
                  <a:pt x="760" y="491"/>
                </a:lnTo>
                <a:moveTo>
                  <a:pt x="767" y="496"/>
                </a:moveTo>
                <a:lnTo>
                  <a:pt x="771" y="498"/>
                </a:lnTo>
                <a:moveTo>
                  <a:pt x="779" y="503"/>
                </a:moveTo>
                <a:lnTo>
                  <a:pt x="782" y="506"/>
                </a:lnTo>
                <a:moveTo>
                  <a:pt x="790" y="510"/>
                </a:moveTo>
                <a:lnTo>
                  <a:pt x="794" y="513"/>
                </a:lnTo>
                <a:moveTo>
                  <a:pt x="801" y="518"/>
                </a:moveTo>
                <a:lnTo>
                  <a:pt x="805" y="520"/>
                </a:lnTo>
                <a:moveTo>
                  <a:pt x="813" y="525"/>
                </a:moveTo>
                <a:lnTo>
                  <a:pt x="816" y="527"/>
                </a:lnTo>
                <a:moveTo>
                  <a:pt x="824" y="532"/>
                </a:moveTo>
                <a:lnTo>
                  <a:pt x="828" y="535"/>
                </a:lnTo>
                <a:moveTo>
                  <a:pt x="835" y="540"/>
                </a:moveTo>
                <a:lnTo>
                  <a:pt x="839" y="542"/>
                </a:lnTo>
                <a:moveTo>
                  <a:pt x="846" y="547"/>
                </a:moveTo>
                <a:lnTo>
                  <a:pt x="850" y="549"/>
                </a:lnTo>
                <a:moveTo>
                  <a:pt x="858" y="554"/>
                </a:moveTo>
                <a:lnTo>
                  <a:pt x="862" y="557"/>
                </a:lnTo>
                <a:moveTo>
                  <a:pt x="869" y="562"/>
                </a:moveTo>
                <a:lnTo>
                  <a:pt x="873" y="564"/>
                </a:lnTo>
                <a:moveTo>
                  <a:pt x="880" y="569"/>
                </a:moveTo>
                <a:lnTo>
                  <a:pt x="884" y="571"/>
                </a:lnTo>
                <a:moveTo>
                  <a:pt x="892" y="576"/>
                </a:moveTo>
                <a:lnTo>
                  <a:pt x="895" y="579"/>
                </a:lnTo>
                <a:moveTo>
                  <a:pt x="903" y="583"/>
                </a:moveTo>
                <a:lnTo>
                  <a:pt x="907" y="586"/>
                </a:lnTo>
                <a:moveTo>
                  <a:pt x="914" y="591"/>
                </a:moveTo>
                <a:lnTo>
                  <a:pt x="918" y="593"/>
                </a:lnTo>
                <a:moveTo>
                  <a:pt x="925" y="598"/>
                </a:moveTo>
                <a:lnTo>
                  <a:pt x="929" y="600"/>
                </a:lnTo>
                <a:moveTo>
                  <a:pt x="937" y="605"/>
                </a:moveTo>
                <a:lnTo>
                  <a:pt x="941" y="608"/>
                </a:lnTo>
                <a:moveTo>
                  <a:pt x="948" y="613"/>
                </a:moveTo>
                <a:lnTo>
                  <a:pt x="952" y="615"/>
                </a:lnTo>
                <a:moveTo>
                  <a:pt x="959" y="620"/>
                </a:moveTo>
                <a:lnTo>
                  <a:pt x="963" y="622"/>
                </a:lnTo>
                <a:moveTo>
                  <a:pt x="971" y="627"/>
                </a:moveTo>
                <a:lnTo>
                  <a:pt x="974" y="630"/>
                </a:lnTo>
                <a:moveTo>
                  <a:pt x="982" y="634"/>
                </a:moveTo>
                <a:lnTo>
                  <a:pt x="986" y="637"/>
                </a:lnTo>
                <a:moveTo>
                  <a:pt x="993" y="642"/>
                </a:moveTo>
                <a:lnTo>
                  <a:pt x="997" y="644"/>
                </a:lnTo>
                <a:moveTo>
                  <a:pt x="1005" y="649"/>
                </a:moveTo>
                <a:lnTo>
                  <a:pt x="1008" y="651"/>
                </a:lnTo>
                <a:moveTo>
                  <a:pt x="1016" y="656"/>
                </a:moveTo>
                <a:lnTo>
                  <a:pt x="1020" y="659"/>
                </a:lnTo>
                <a:moveTo>
                  <a:pt x="1027" y="664"/>
                </a:moveTo>
                <a:lnTo>
                  <a:pt x="1031" y="666"/>
                </a:lnTo>
                <a:moveTo>
                  <a:pt x="1038" y="671"/>
                </a:moveTo>
                <a:lnTo>
                  <a:pt x="1042" y="673"/>
                </a:lnTo>
                <a:moveTo>
                  <a:pt x="1050" y="678"/>
                </a:moveTo>
                <a:lnTo>
                  <a:pt x="1053" y="681"/>
                </a:lnTo>
                <a:moveTo>
                  <a:pt x="1061" y="685"/>
                </a:moveTo>
                <a:lnTo>
                  <a:pt x="1065" y="688"/>
                </a:lnTo>
                <a:moveTo>
                  <a:pt x="1072" y="693"/>
                </a:moveTo>
                <a:lnTo>
                  <a:pt x="1076" y="695"/>
                </a:lnTo>
                <a:moveTo>
                  <a:pt x="1084" y="700"/>
                </a:moveTo>
                <a:lnTo>
                  <a:pt x="1087" y="702"/>
                </a:lnTo>
                <a:moveTo>
                  <a:pt x="1095" y="707"/>
                </a:moveTo>
                <a:lnTo>
                  <a:pt x="1099" y="710"/>
                </a:lnTo>
                <a:moveTo>
                  <a:pt x="1106" y="715"/>
                </a:moveTo>
                <a:lnTo>
                  <a:pt x="1110" y="717"/>
                </a:lnTo>
                <a:moveTo>
                  <a:pt x="1117" y="722"/>
                </a:moveTo>
                <a:lnTo>
                  <a:pt x="1121" y="724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" name="Freeform 76">
            <a:extLst>
              <a:ext uri="{FF2B5EF4-FFF2-40B4-BE49-F238E27FC236}">
                <a16:creationId xmlns:a16="http://schemas.microsoft.com/office/drawing/2014/main" id="{68D35AE5-013C-0FA9-960F-1F89AA5485F0}"/>
              </a:ext>
            </a:extLst>
          </p:cNvPr>
          <p:cNvSpPr>
            <a:spLocks noEditPoints="1"/>
          </p:cNvSpPr>
          <p:nvPr/>
        </p:nvSpPr>
        <p:spPr bwMode="auto">
          <a:xfrm>
            <a:off x="3608388" y="131763"/>
            <a:ext cx="1716088" cy="1947863"/>
          </a:xfrm>
          <a:custGeom>
            <a:avLst/>
            <a:gdLst>
              <a:gd name="T0" fmla="*/ 29 w 2162"/>
              <a:gd name="T1" fmla="*/ 34 h 2454"/>
              <a:gd name="T2" fmla="*/ 65 w 2162"/>
              <a:gd name="T3" fmla="*/ 74 h 2454"/>
              <a:gd name="T4" fmla="*/ 100 w 2162"/>
              <a:gd name="T5" fmla="*/ 115 h 2454"/>
              <a:gd name="T6" fmla="*/ 136 w 2162"/>
              <a:gd name="T7" fmla="*/ 155 h 2454"/>
              <a:gd name="T8" fmla="*/ 171 w 2162"/>
              <a:gd name="T9" fmla="*/ 195 h 2454"/>
              <a:gd name="T10" fmla="*/ 207 w 2162"/>
              <a:gd name="T11" fmla="*/ 236 h 2454"/>
              <a:gd name="T12" fmla="*/ 242 w 2162"/>
              <a:gd name="T13" fmla="*/ 276 h 2454"/>
              <a:gd name="T14" fmla="*/ 278 w 2162"/>
              <a:gd name="T15" fmla="*/ 316 h 2454"/>
              <a:gd name="T16" fmla="*/ 314 w 2162"/>
              <a:gd name="T17" fmla="*/ 357 h 2454"/>
              <a:gd name="T18" fmla="*/ 349 w 2162"/>
              <a:gd name="T19" fmla="*/ 397 h 2454"/>
              <a:gd name="T20" fmla="*/ 385 w 2162"/>
              <a:gd name="T21" fmla="*/ 437 h 2454"/>
              <a:gd name="T22" fmla="*/ 420 w 2162"/>
              <a:gd name="T23" fmla="*/ 478 h 2454"/>
              <a:gd name="T24" fmla="*/ 456 w 2162"/>
              <a:gd name="T25" fmla="*/ 518 h 2454"/>
              <a:gd name="T26" fmla="*/ 491 w 2162"/>
              <a:gd name="T27" fmla="*/ 558 h 2454"/>
              <a:gd name="T28" fmla="*/ 527 w 2162"/>
              <a:gd name="T29" fmla="*/ 599 h 2454"/>
              <a:gd name="T30" fmla="*/ 562 w 2162"/>
              <a:gd name="T31" fmla="*/ 639 h 2454"/>
              <a:gd name="T32" fmla="*/ 598 w 2162"/>
              <a:gd name="T33" fmla="*/ 679 h 2454"/>
              <a:gd name="T34" fmla="*/ 633 w 2162"/>
              <a:gd name="T35" fmla="*/ 720 h 2454"/>
              <a:gd name="T36" fmla="*/ 669 w 2162"/>
              <a:gd name="T37" fmla="*/ 760 h 2454"/>
              <a:gd name="T38" fmla="*/ 705 w 2162"/>
              <a:gd name="T39" fmla="*/ 800 h 2454"/>
              <a:gd name="T40" fmla="*/ 740 w 2162"/>
              <a:gd name="T41" fmla="*/ 841 h 2454"/>
              <a:gd name="T42" fmla="*/ 776 w 2162"/>
              <a:gd name="T43" fmla="*/ 881 h 2454"/>
              <a:gd name="T44" fmla="*/ 811 w 2162"/>
              <a:gd name="T45" fmla="*/ 921 h 2454"/>
              <a:gd name="T46" fmla="*/ 847 w 2162"/>
              <a:gd name="T47" fmla="*/ 962 h 2454"/>
              <a:gd name="T48" fmla="*/ 882 w 2162"/>
              <a:gd name="T49" fmla="*/ 1002 h 2454"/>
              <a:gd name="T50" fmla="*/ 918 w 2162"/>
              <a:gd name="T51" fmla="*/ 1042 h 2454"/>
              <a:gd name="T52" fmla="*/ 953 w 2162"/>
              <a:gd name="T53" fmla="*/ 1083 h 2454"/>
              <a:gd name="T54" fmla="*/ 989 w 2162"/>
              <a:gd name="T55" fmla="*/ 1123 h 2454"/>
              <a:gd name="T56" fmla="*/ 1024 w 2162"/>
              <a:gd name="T57" fmla="*/ 1163 h 2454"/>
              <a:gd name="T58" fmla="*/ 1060 w 2162"/>
              <a:gd name="T59" fmla="*/ 1204 h 2454"/>
              <a:gd name="T60" fmla="*/ 1096 w 2162"/>
              <a:gd name="T61" fmla="*/ 1244 h 2454"/>
              <a:gd name="T62" fmla="*/ 1131 w 2162"/>
              <a:gd name="T63" fmla="*/ 1284 h 2454"/>
              <a:gd name="T64" fmla="*/ 1167 w 2162"/>
              <a:gd name="T65" fmla="*/ 1325 h 2454"/>
              <a:gd name="T66" fmla="*/ 1202 w 2162"/>
              <a:gd name="T67" fmla="*/ 1365 h 2454"/>
              <a:gd name="T68" fmla="*/ 1238 w 2162"/>
              <a:gd name="T69" fmla="*/ 1405 h 2454"/>
              <a:gd name="T70" fmla="*/ 1273 w 2162"/>
              <a:gd name="T71" fmla="*/ 1446 h 2454"/>
              <a:gd name="T72" fmla="*/ 1309 w 2162"/>
              <a:gd name="T73" fmla="*/ 1486 h 2454"/>
              <a:gd name="T74" fmla="*/ 1344 w 2162"/>
              <a:gd name="T75" fmla="*/ 1526 h 2454"/>
              <a:gd name="T76" fmla="*/ 1380 w 2162"/>
              <a:gd name="T77" fmla="*/ 1567 h 2454"/>
              <a:gd name="T78" fmla="*/ 1415 w 2162"/>
              <a:gd name="T79" fmla="*/ 1607 h 2454"/>
              <a:gd name="T80" fmla="*/ 1451 w 2162"/>
              <a:gd name="T81" fmla="*/ 1647 h 2454"/>
              <a:gd name="T82" fmla="*/ 1487 w 2162"/>
              <a:gd name="T83" fmla="*/ 1688 h 2454"/>
              <a:gd name="T84" fmla="*/ 1522 w 2162"/>
              <a:gd name="T85" fmla="*/ 1728 h 2454"/>
              <a:gd name="T86" fmla="*/ 1558 w 2162"/>
              <a:gd name="T87" fmla="*/ 1768 h 2454"/>
              <a:gd name="T88" fmla="*/ 1593 w 2162"/>
              <a:gd name="T89" fmla="*/ 1809 h 2454"/>
              <a:gd name="T90" fmla="*/ 1629 w 2162"/>
              <a:gd name="T91" fmla="*/ 1849 h 2454"/>
              <a:gd name="T92" fmla="*/ 1664 w 2162"/>
              <a:gd name="T93" fmla="*/ 1889 h 2454"/>
              <a:gd name="T94" fmla="*/ 1700 w 2162"/>
              <a:gd name="T95" fmla="*/ 1930 h 2454"/>
              <a:gd name="T96" fmla="*/ 1735 w 2162"/>
              <a:gd name="T97" fmla="*/ 1970 h 2454"/>
              <a:gd name="T98" fmla="*/ 1771 w 2162"/>
              <a:gd name="T99" fmla="*/ 2010 h 2454"/>
              <a:gd name="T100" fmla="*/ 1806 w 2162"/>
              <a:gd name="T101" fmla="*/ 2051 h 2454"/>
              <a:gd name="T102" fmla="*/ 1842 w 2162"/>
              <a:gd name="T103" fmla="*/ 2091 h 2454"/>
              <a:gd name="T104" fmla="*/ 1878 w 2162"/>
              <a:gd name="T105" fmla="*/ 2131 h 2454"/>
              <a:gd name="T106" fmla="*/ 1913 w 2162"/>
              <a:gd name="T107" fmla="*/ 2172 h 2454"/>
              <a:gd name="T108" fmla="*/ 1949 w 2162"/>
              <a:gd name="T109" fmla="*/ 2212 h 2454"/>
              <a:gd name="T110" fmla="*/ 1984 w 2162"/>
              <a:gd name="T111" fmla="*/ 2252 h 2454"/>
              <a:gd name="T112" fmla="*/ 2020 w 2162"/>
              <a:gd name="T113" fmla="*/ 2293 h 2454"/>
              <a:gd name="T114" fmla="*/ 2055 w 2162"/>
              <a:gd name="T115" fmla="*/ 2333 h 2454"/>
              <a:gd name="T116" fmla="*/ 2091 w 2162"/>
              <a:gd name="T117" fmla="*/ 2373 h 2454"/>
              <a:gd name="T118" fmla="*/ 2126 w 2162"/>
              <a:gd name="T119" fmla="*/ 2414 h 2454"/>
              <a:gd name="T120" fmla="*/ 2162 w 2162"/>
              <a:gd name="T121" fmla="*/ 2454 h 2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162" h="2454">
                <a:moveTo>
                  <a:pt x="0" y="0"/>
                </a:moveTo>
                <a:lnTo>
                  <a:pt x="3" y="4"/>
                </a:lnTo>
                <a:moveTo>
                  <a:pt x="8" y="11"/>
                </a:moveTo>
                <a:lnTo>
                  <a:pt x="11" y="14"/>
                </a:lnTo>
                <a:moveTo>
                  <a:pt x="17" y="21"/>
                </a:moveTo>
                <a:lnTo>
                  <a:pt x="20" y="24"/>
                </a:lnTo>
                <a:moveTo>
                  <a:pt x="26" y="31"/>
                </a:moveTo>
                <a:lnTo>
                  <a:pt x="29" y="34"/>
                </a:lnTo>
                <a:moveTo>
                  <a:pt x="35" y="41"/>
                </a:moveTo>
                <a:lnTo>
                  <a:pt x="38" y="44"/>
                </a:lnTo>
                <a:moveTo>
                  <a:pt x="44" y="51"/>
                </a:moveTo>
                <a:lnTo>
                  <a:pt x="47" y="54"/>
                </a:lnTo>
                <a:moveTo>
                  <a:pt x="53" y="61"/>
                </a:moveTo>
                <a:lnTo>
                  <a:pt x="56" y="64"/>
                </a:lnTo>
                <a:moveTo>
                  <a:pt x="62" y="71"/>
                </a:moveTo>
                <a:lnTo>
                  <a:pt x="65" y="74"/>
                </a:lnTo>
                <a:moveTo>
                  <a:pt x="71" y="81"/>
                </a:moveTo>
                <a:lnTo>
                  <a:pt x="74" y="85"/>
                </a:lnTo>
                <a:moveTo>
                  <a:pt x="80" y="91"/>
                </a:moveTo>
                <a:lnTo>
                  <a:pt x="82" y="95"/>
                </a:lnTo>
                <a:moveTo>
                  <a:pt x="88" y="101"/>
                </a:moveTo>
                <a:lnTo>
                  <a:pt x="91" y="105"/>
                </a:lnTo>
                <a:moveTo>
                  <a:pt x="97" y="111"/>
                </a:moveTo>
                <a:lnTo>
                  <a:pt x="100" y="115"/>
                </a:lnTo>
                <a:moveTo>
                  <a:pt x="106" y="121"/>
                </a:moveTo>
                <a:lnTo>
                  <a:pt x="109" y="125"/>
                </a:lnTo>
                <a:moveTo>
                  <a:pt x="115" y="132"/>
                </a:moveTo>
                <a:lnTo>
                  <a:pt x="118" y="135"/>
                </a:lnTo>
                <a:moveTo>
                  <a:pt x="124" y="142"/>
                </a:moveTo>
                <a:lnTo>
                  <a:pt x="127" y="145"/>
                </a:lnTo>
                <a:moveTo>
                  <a:pt x="133" y="152"/>
                </a:moveTo>
                <a:lnTo>
                  <a:pt x="136" y="155"/>
                </a:lnTo>
                <a:moveTo>
                  <a:pt x="142" y="162"/>
                </a:moveTo>
                <a:lnTo>
                  <a:pt x="145" y="165"/>
                </a:lnTo>
                <a:moveTo>
                  <a:pt x="151" y="172"/>
                </a:moveTo>
                <a:lnTo>
                  <a:pt x="154" y="175"/>
                </a:lnTo>
                <a:moveTo>
                  <a:pt x="160" y="182"/>
                </a:moveTo>
                <a:lnTo>
                  <a:pt x="162" y="185"/>
                </a:lnTo>
                <a:moveTo>
                  <a:pt x="168" y="192"/>
                </a:moveTo>
                <a:lnTo>
                  <a:pt x="171" y="195"/>
                </a:lnTo>
                <a:moveTo>
                  <a:pt x="177" y="202"/>
                </a:moveTo>
                <a:lnTo>
                  <a:pt x="180" y="206"/>
                </a:lnTo>
                <a:moveTo>
                  <a:pt x="186" y="212"/>
                </a:moveTo>
                <a:lnTo>
                  <a:pt x="189" y="216"/>
                </a:lnTo>
                <a:moveTo>
                  <a:pt x="195" y="222"/>
                </a:moveTo>
                <a:lnTo>
                  <a:pt x="198" y="226"/>
                </a:lnTo>
                <a:moveTo>
                  <a:pt x="204" y="232"/>
                </a:moveTo>
                <a:lnTo>
                  <a:pt x="207" y="236"/>
                </a:lnTo>
                <a:moveTo>
                  <a:pt x="213" y="242"/>
                </a:moveTo>
                <a:lnTo>
                  <a:pt x="216" y="246"/>
                </a:lnTo>
                <a:moveTo>
                  <a:pt x="222" y="253"/>
                </a:moveTo>
                <a:lnTo>
                  <a:pt x="225" y="256"/>
                </a:lnTo>
                <a:moveTo>
                  <a:pt x="231" y="263"/>
                </a:moveTo>
                <a:lnTo>
                  <a:pt x="234" y="266"/>
                </a:lnTo>
                <a:moveTo>
                  <a:pt x="239" y="273"/>
                </a:moveTo>
                <a:lnTo>
                  <a:pt x="242" y="276"/>
                </a:lnTo>
                <a:moveTo>
                  <a:pt x="248" y="283"/>
                </a:moveTo>
                <a:lnTo>
                  <a:pt x="251" y="286"/>
                </a:lnTo>
                <a:moveTo>
                  <a:pt x="257" y="293"/>
                </a:moveTo>
                <a:lnTo>
                  <a:pt x="260" y="296"/>
                </a:lnTo>
                <a:moveTo>
                  <a:pt x="266" y="303"/>
                </a:moveTo>
                <a:lnTo>
                  <a:pt x="269" y="306"/>
                </a:lnTo>
                <a:moveTo>
                  <a:pt x="275" y="313"/>
                </a:moveTo>
                <a:lnTo>
                  <a:pt x="278" y="316"/>
                </a:lnTo>
                <a:moveTo>
                  <a:pt x="284" y="323"/>
                </a:moveTo>
                <a:lnTo>
                  <a:pt x="287" y="327"/>
                </a:lnTo>
                <a:moveTo>
                  <a:pt x="293" y="333"/>
                </a:moveTo>
                <a:lnTo>
                  <a:pt x="296" y="337"/>
                </a:lnTo>
                <a:moveTo>
                  <a:pt x="302" y="343"/>
                </a:moveTo>
                <a:lnTo>
                  <a:pt x="305" y="347"/>
                </a:lnTo>
                <a:moveTo>
                  <a:pt x="311" y="353"/>
                </a:moveTo>
                <a:lnTo>
                  <a:pt x="314" y="357"/>
                </a:lnTo>
                <a:moveTo>
                  <a:pt x="319" y="363"/>
                </a:moveTo>
                <a:lnTo>
                  <a:pt x="322" y="367"/>
                </a:lnTo>
                <a:moveTo>
                  <a:pt x="328" y="374"/>
                </a:moveTo>
                <a:lnTo>
                  <a:pt x="331" y="377"/>
                </a:lnTo>
                <a:moveTo>
                  <a:pt x="337" y="384"/>
                </a:moveTo>
                <a:lnTo>
                  <a:pt x="340" y="387"/>
                </a:lnTo>
                <a:moveTo>
                  <a:pt x="346" y="394"/>
                </a:moveTo>
                <a:lnTo>
                  <a:pt x="349" y="397"/>
                </a:lnTo>
                <a:moveTo>
                  <a:pt x="355" y="404"/>
                </a:moveTo>
                <a:lnTo>
                  <a:pt x="358" y="407"/>
                </a:lnTo>
                <a:moveTo>
                  <a:pt x="364" y="414"/>
                </a:moveTo>
                <a:lnTo>
                  <a:pt x="367" y="417"/>
                </a:lnTo>
                <a:moveTo>
                  <a:pt x="373" y="424"/>
                </a:moveTo>
                <a:lnTo>
                  <a:pt x="376" y="427"/>
                </a:lnTo>
                <a:moveTo>
                  <a:pt x="382" y="434"/>
                </a:moveTo>
                <a:lnTo>
                  <a:pt x="385" y="437"/>
                </a:lnTo>
                <a:moveTo>
                  <a:pt x="391" y="444"/>
                </a:moveTo>
                <a:lnTo>
                  <a:pt x="394" y="448"/>
                </a:lnTo>
                <a:moveTo>
                  <a:pt x="399" y="454"/>
                </a:moveTo>
                <a:lnTo>
                  <a:pt x="402" y="458"/>
                </a:lnTo>
                <a:moveTo>
                  <a:pt x="408" y="464"/>
                </a:moveTo>
                <a:lnTo>
                  <a:pt x="411" y="468"/>
                </a:lnTo>
                <a:moveTo>
                  <a:pt x="417" y="474"/>
                </a:moveTo>
                <a:lnTo>
                  <a:pt x="420" y="478"/>
                </a:lnTo>
                <a:moveTo>
                  <a:pt x="426" y="484"/>
                </a:moveTo>
                <a:lnTo>
                  <a:pt x="429" y="488"/>
                </a:lnTo>
                <a:moveTo>
                  <a:pt x="435" y="495"/>
                </a:moveTo>
                <a:lnTo>
                  <a:pt x="438" y="498"/>
                </a:lnTo>
                <a:moveTo>
                  <a:pt x="444" y="505"/>
                </a:moveTo>
                <a:lnTo>
                  <a:pt x="447" y="508"/>
                </a:lnTo>
                <a:moveTo>
                  <a:pt x="453" y="515"/>
                </a:moveTo>
                <a:lnTo>
                  <a:pt x="456" y="518"/>
                </a:lnTo>
                <a:moveTo>
                  <a:pt x="462" y="525"/>
                </a:moveTo>
                <a:lnTo>
                  <a:pt x="465" y="528"/>
                </a:lnTo>
                <a:moveTo>
                  <a:pt x="471" y="535"/>
                </a:moveTo>
                <a:lnTo>
                  <a:pt x="473" y="538"/>
                </a:lnTo>
                <a:moveTo>
                  <a:pt x="479" y="545"/>
                </a:moveTo>
                <a:lnTo>
                  <a:pt x="482" y="548"/>
                </a:lnTo>
                <a:moveTo>
                  <a:pt x="488" y="555"/>
                </a:moveTo>
                <a:lnTo>
                  <a:pt x="491" y="558"/>
                </a:lnTo>
                <a:moveTo>
                  <a:pt x="497" y="565"/>
                </a:moveTo>
                <a:lnTo>
                  <a:pt x="500" y="569"/>
                </a:lnTo>
                <a:moveTo>
                  <a:pt x="506" y="575"/>
                </a:moveTo>
                <a:lnTo>
                  <a:pt x="509" y="579"/>
                </a:lnTo>
                <a:moveTo>
                  <a:pt x="515" y="585"/>
                </a:moveTo>
                <a:lnTo>
                  <a:pt x="518" y="589"/>
                </a:lnTo>
                <a:moveTo>
                  <a:pt x="524" y="595"/>
                </a:moveTo>
                <a:lnTo>
                  <a:pt x="527" y="599"/>
                </a:lnTo>
                <a:moveTo>
                  <a:pt x="533" y="605"/>
                </a:moveTo>
                <a:lnTo>
                  <a:pt x="536" y="609"/>
                </a:lnTo>
                <a:moveTo>
                  <a:pt x="542" y="616"/>
                </a:moveTo>
                <a:lnTo>
                  <a:pt x="545" y="619"/>
                </a:lnTo>
                <a:moveTo>
                  <a:pt x="551" y="626"/>
                </a:moveTo>
                <a:lnTo>
                  <a:pt x="553" y="629"/>
                </a:lnTo>
                <a:moveTo>
                  <a:pt x="559" y="636"/>
                </a:moveTo>
                <a:lnTo>
                  <a:pt x="562" y="639"/>
                </a:lnTo>
                <a:moveTo>
                  <a:pt x="568" y="646"/>
                </a:moveTo>
                <a:lnTo>
                  <a:pt x="571" y="649"/>
                </a:lnTo>
                <a:moveTo>
                  <a:pt x="577" y="656"/>
                </a:moveTo>
                <a:lnTo>
                  <a:pt x="580" y="659"/>
                </a:lnTo>
                <a:moveTo>
                  <a:pt x="586" y="666"/>
                </a:moveTo>
                <a:lnTo>
                  <a:pt x="589" y="669"/>
                </a:lnTo>
                <a:moveTo>
                  <a:pt x="595" y="676"/>
                </a:moveTo>
                <a:lnTo>
                  <a:pt x="598" y="679"/>
                </a:lnTo>
                <a:moveTo>
                  <a:pt x="604" y="686"/>
                </a:moveTo>
                <a:lnTo>
                  <a:pt x="607" y="690"/>
                </a:lnTo>
                <a:moveTo>
                  <a:pt x="613" y="696"/>
                </a:moveTo>
                <a:lnTo>
                  <a:pt x="616" y="700"/>
                </a:lnTo>
                <a:moveTo>
                  <a:pt x="622" y="706"/>
                </a:moveTo>
                <a:lnTo>
                  <a:pt x="625" y="710"/>
                </a:lnTo>
                <a:moveTo>
                  <a:pt x="630" y="716"/>
                </a:moveTo>
                <a:lnTo>
                  <a:pt x="633" y="720"/>
                </a:lnTo>
                <a:moveTo>
                  <a:pt x="639" y="726"/>
                </a:moveTo>
                <a:lnTo>
                  <a:pt x="642" y="730"/>
                </a:lnTo>
                <a:moveTo>
                  <a:pt x="648" y="737"/>
                </a:moveTo>
                <a:lnTo>
                  <a:pt x="651" y="740"/>
                </a:lnTo>
                <a:moveTo>
                  <a:pt x="657" y="747"/>
                </a:moveTo>
                <a:lnTo>
                  <a:pt x="660" y="750"/>
                </a:lnTo>
                <a:moveTo>
                  <a:pt x="666" y="757"/>
                </a:moveTo>
                <a:lnTo>
                  <a:pt x="669" y="760"/>
                </a:lnTo>
                <a:moveTo>
                  <a:pt x="675" y="767"/>
                </a:moveTo>
                <a:lnTo>
                  <a:pt x="678" y="770"/>
                </a:lnTo>
                <a:moveTo>
                  <a:pt x="684" y="777"/>
                </a:moveTo>
                <a:lnTo>
                  <a:pt x="687" y="780"/>
                </a:lnTo>
                <a:moveTo>
                  <a:pt x="693" y="787"/>
                </a:moveTo>
                <a:lnTo>
                  <a:pt x="696" y="790"/>
                </a:lnTo>
                <a:moveTo>
                  <a:pt x="702" y="797"/>
                </a:moveTo>
                <a:lnTo>
                  <a:pt x="705" y="800"/>
                </a:lnTo>
                <a:moveTo>
                  <a:pt x="710" y="807"/>
                </a:moveTo>
                <a:lnTo>
                  <a:pt x="713" y="811"/>
                </a:lnTo>
                <a:moveTo>
                  <a:pt x="719" y="817"/>
                </a:moveTo>
                <a:lnTo>
                  <a:pt x="722" y="821"/>
                </a:lnTo>
                <a:moveTo>
                  <a:pt x="728" y="827"/>
                </a:moveTo>
                <a:lnTo>
                  <a:pt x="731" y="831"/>
                </a:lnTo>
                <a:moveTo>
                  <a:pt x="737" y="837"/>
                </a:moveTo>
                <a:lnTo>
                  <a:pt x="740" y="841"/>
                </a:lnTo>
                <a:moveTo>
                  <a:pt x="746" y="847"/>
                </a:moveTo>
                <a:lnTo>
                  <a:pt x="749" y="851"/>
                </a:lnTo>
                <a:moveTo>
                  <a:pt x="755" y="858"/>
                </a:moveTo>
                <a:lnTo>
                  <a:pt x="758" y="861"/>
                </a:lnTo>
                <a:moveTo>
                  <a:pt x="764" y="868"/>
                </a:moveTo>
                <a:lnTo>
                  <a:pt x="767" y="871"/>
                </a:lnTo>
                <a:moveTo>
                  <a:pt x="773" y="878"/>
                </a:moveTo>
                <a:lnTo>
                  <a:pt x="776" y="881"/>
                </a:lnTo>
                <a:moveTo>
                  <a:pt x="782" y="888"/>
                </a:moveTo>
                <a:lnTo>
                  <a:pt x="785" y="891"/>
                </a:lnTo>
                <a:moveTo>
                  <a:pt x="790" y="898"/>
                </a:moveTo>
                <a:lnTo>
                  <a:pt x="793" y="901"/>
                </a:lnTo>
                <a:moveTo>
                  <a:pt x="799" y="908"/>
                </a:moveTo>
                <a:lnTo>
                  <a:pt x="802" y="911"/>
                </a:lnTo>
                <a:moveTo>
                  <a:pt x="808" y="918"/>
                </a:moveTo>
                <a:lnTo>
                  <a:pt x="811" y="921"/>
                </a:lnTo>
                <a:moveTo>
                  <a:pt x="817" y="928"/>
                </a:moveTo>
                <a:lnTo>
                  <a:pt x="820" y="932"/>
                </a:lnTo>
                <a:moveTo>
                  <a:pt x="826" y="938"/>
                </a:moveTo>
                <a:lnTo>
                  <a:pt x="829" y="942"/>
                </a:lnTo>
                <a:moveTo>
                  <a:pt x="835" y="948"/>
                </a:moveTo>
                <a:lnTo>
                  <a:pt x="838" y="952"/>
                </a:lnTo>
                <a:moveTo>
                  <a:pt x="844" y="958"/>
                </a:moveTo>
                <a:lnTo>
                  <a:pt x="847" y="962"/>
                </a:lnTo>
                <a:moveTo>
                  <a:pt x="853" y="968"/>
                </a:moveTo>
                <a:lnTo>
                  <a:pt x="856" y="972"/>
                </a:lnTo>
                <a:moveTo>
                  <a:pt x="862" y="979"/>
                </a:moveTo>
                <a:lnTo>
                  <a:pt x="864" y="982"/>
                </a:lnTo>
                <a:moveTo>
                  <a:pt x="870" y="989"/>
                </a:moveTo>
                <a:lnTo>
                  <a:pt x="873" y="992"/>
                </a:lnTo>
                <a:moveTo>
                  <a:pt x="879" y="999"/>
                </a:moveTo>
                <a:lnTo>
                  <a:pt x="882" y="1002"/>
                </a:lnTo>
                <a:moveTo>
                  <a:pt x="888" y="1009"/>
                </a:moveTo>
                <a:lnTo>
                  <a:pt x="891" y="1012"/>
                </a:lnTo>
                <a:moveTo>
                  <a:pt x="897" y="1019"/>
                </a:moveTo>
                <a:lnTo>
                  <a:pt x="900" y="1022"/>
                </a:lnTo>
                <a:moveTo>
                  <a:pt x="906" y="1029"/>
                </a:moveTo>
                <a:lnTo>
                  <a:pt x="909" y="1032"/>
                </a:lnTo>
                <a:moveTo>
                  <a:pt x="915" y="1039"/>
                </a:moveTo>
                <a:lnTo>
                  <a:pt x="918" y="1042"/>
                </a:lnTo>
                <a:moveTo>
                  <a:pt x="924" y="1049"/>
                </a:moveTo>
                <a:lnTo>
                  <a:pt x="927" y="1053"/>
                </a:lnTo>
                <a:moveTo>
                  <a:pt x="933" y="1059"/>
                </a:moveTo>
                <a:lnTo>
                  <a:pt x="936" y="1063"/>
                </a:lnTo>
                <a:moveTo>
                  <a:pt x="941" y="1069"/>
                </a:moveTo>
                <a:lnTo>
                  <a:pt x="944" y="1073"/>
                </a:lnTo>
                <a:moveTo>
                  <a:pt x="950" y="1079"/>
                </a:moveTo>
                <a:lnTo>
                  <a:pt x="953" y="1083"/>
                </a:lnTo>
                <a:moveTo>
                  <a:pt x="959" y="1089"/>
                </a:moveTo>
                <a:lnTo>
                  <a:pt x="962" y="1093"/>
                </a:lnTo>
                <a:moveTo>
                  <a:pt x="968" y="1100"/>
                </a:moveTo>
                <a:lnTo>
                  <a:pt x="971" y="1103"/>
                </a:lnTo>
                <a:moveTo>
                  <a:pt x="977" y="1110"/>
                </a:moveTo>
                <a:lnTo>
                  <a:pt x="980" y="1113"/>
                </a:lnTo>
                <a:moveTo>
                  <a:pt x="986" y="1120"/>
                </a:moveTo>
                <a:lnTo>
                  <a:pt x="989" y="1123"/>
                </a:lnTo>
                <a:moveTo>
                  <a:pt x="995" y="1130"/>
                </a:moveTo>
                <a:lnTo>
                  <a:pt x="998" y="1133"/>
                </a:lnTo>
                <a:moveTo>
                  <a:pt x="1004" y="1140"/>
                </a:moveTo>
                <a:lnTo>
                  <a:pt x="1007" y="1143"/>
                </a:lnTo>
                <a:moveTo>
                  <a:pt x="1013" y="1150"/>
                </a:moveTo>
                <a:lnTo>
                  <a:pt x="1016" y="1153"/>
                </a:lnTo>
                <a:moveTo>
                  <a:pt x="1021" y="1160"/>
                </a:moveTo>
                <a:lnTo>
                  <a:pt x="1024" y="1163"/>
                </a:lnTo>
                <a:moveTo>
                  <a:pt x="1030" y="1170"/>
                </a:moveTo>
                <a:lnTo>
                  <a:pt x="1033" y="1174"/>
                </a:lnTo>
                <a:moveTo>
                  <a:pt x="1039" y="1180"/>
                </a:moveTo>
                <a:lnTo>
                  <a:pt x="1042" y="1184"/>
                </a:lnTo>
                <a:moveTo>
                  <a:pt x="1048" y="1190"/>
                </a:moveTo>
                <a:lnTo>
                  <a:pt x="1051" y="1194"/>
                </a:lnTo>
                <a:moveTo>
                  <a:pt x="1057" y="1200"/>
                </a:moveTo>
                <a:lnTo>
                  <a:pt x="1060" y="1204"/>
                </a:lnTo>
                <a:moveTo>
                  <a:pt x="1066" y="1210"/>
                </a:moveTo>
                <a:lnTo>
                  <a:pt x="1069" y="1214"/>
                </a:lnTo>
                <a:moveTo>
                  <a:pt x="1075" y="1221"/>
                </a:moveTo>
                <a:lnTo>
                  <a:pt x="1078" y="1224"/>
                </a:lnTo>
                <a:moveTo>
                  <a:pt x="1084" y="1231"/>
                </a:moveTo>
                <a:lnTo>
                  <a:pt x="1087" y="1234"/>
                </a:lnTo>
                <a:moveTo>
                  <a:pt x="1093" y="1241"/>
                </a:moveTo>
                <a:lnTo>
                  <a:pt x="1096" y="1244"/>
                </a:lnTo>
                <a:moveTo>
                  <a:pt x="1101" y="1251"/>
                </a:moveTo>
                <a:lnTo>
                  <a:pt x="1104" y="1254"/>
                </a:lnTo>
                <a:moveTo>
                  <a:pt x="1110" y="1261"/>
                </a:moveTo>
                <a:lnTo>
                  <a:pt x="1113" y="1264"/>
                </a:lnTo>
                <a:moveTo>
                  <a:pt x="1119" y="1271"/>
                </a:moveTo>
                <a:lnTo>
                  <a:pt x="1122" y="1274"/>
                </a:lnTo>
                <a:moveTo>
                  <a:pt x="1128" y="1281"/>
                </a:moveTo>
                <a:lnTo>
                  <a:pt x="1131" y="1284"/>
                </a:lnTo>
                <a:moveTo>
                  <a:pt x="1137" y="1291"/>
                </a:moveTo>
                <a:lnTo>
                  <a:pt x="1140" y="1294"/>
                </a:lnTo>
                <a:moveTo>
                  <a:pt x="1146" y="1301"/>
                </a:moveTo>
                <a:lnTo>
                  <a:pt x="1149" y="1305"/>
                </a:lnTo>
                <a:moveTo>
                  <a:pt x="1155" y="1311"/>
                </a:moveTo>
                <a:lnTo>
                  <a:pt x="1158" y="1315"/>
                </a:lnTo>
                <a:moveTo>
                  <a:pt x="1164" y="1321"/>
                </a:moveTo>
                <a:lnTo>
                  <a:pt x="1167" y="1325"/>
                </a:lnTo>
                <a:moveTo>
                  <a:pt x="1173" y="1331"/>
                </a:moveTo>
                <a:lnTo>
                  <a:pt x="1175" y="1335"/>
                </a:lnTo>
                <a:moveTo>
                  <a:pt x="1181" y="1342"/>
                </a:moveTo>
                <a:lnTo>
                  <a:pt x="1184" y="1345"/>
                </a:lnTo>
                <a:moveTo>
                  <a:pt x="1190" y="1352"/>
                </a:moveTo>
                <a:lnTo>
                  <a:pt x="1193" y="1355"/>
                </a:lnTo>
                <a:moveTo>
                  <a:pt x="1199" y="1362"/>
                </a:moveTo>
                <a:lnTo>
                  <a:pt x="1202" y="1365"/>
                </a:lnTo>
                <a:moveTo>
                  <a:pt x="1208" y="1372"/>
                </a:moveTo>
                <a:lnTo>
                  <a:pt x="1211" y="1375"/>
                </a:lnTo>
                <a:moveTo>
                  <a:pt x="1217" y="1382"/>
                </a:moveTo>
                <a:lnTo>
                  <a:pt x="1220" y="1385"/>
                </a:lnTo>
                <a:moveTo>
                  <a:pt x="1226" y="1392"/>
                </a:moveTo>
                <a:lnTo>
                  <a:pt x="1229" y="1395"/>
                </a:lnTo>
                <a:moveTo>
                  <a:pt x="1235" y="1402"/>
                </a:moveTo>
                <a:lnTo>
                  <a:pt x="1238" y="1405"/>
                </a:lnTo>
                <a:moveTo>
                  <a:pt x="1244" y="1412"/>
                </a:moveTo>
                <a:lnTo>
                  <a:pt x="1247" y="1415"/>
                </a:lnTo>
                <a:moveTo>
                  <a:pt x="1253" y="1422"/>
                </a:moveTo>
                <a:lnTo>
                  <a:pt x="1255" y="1426"/>
                </a:lnTo>
                <a:moveTo>
                  <a:pt x="1261" y="1432"/>
                </a:moveTo>
                <a:lnTo>
                  <a:pt x="1264" y="1436"/>
                </a:lnTo>
                <a:moveTo>
                  <a:pt x="1270" y="1442"/>
                </a:moveTo>
                <a:lnTo>
                  <a:pt x="1273" y="1446"/>
                </a:lnTo>
                <a:moveTo>
                  <a:pt x="1279" y="1452"/>
                </a:moveTo>
                <a:lnTo>
                  <a:pt x="1282" y="1456"/>
                </a:lnTo>
                <a:moveTo>
                  <a:pt x="1288" y="1463"/>
                </a:moveTo>
                <a:lnTo>
                  <a:pt x="1291" y="1466"/>
                </a:lnTo>
                <a:moveTo>
                  <a:pt x="1297" y="1473"/>
                </a:moveTo>
                <a:lnTo>
                  <a:pt x="1300" y="1476"/>
                </a:lnTo>
                <a:moveTo>
                  <a:pt x="1306" y="1483"/>
                </a:moveTo>
                <a:lnTo>
                  <a:pt x="1309" y="1486"/>
                </a:lnTo>
                <a:moveTo>
                  <a:pt x="1315" y="1493"/>
                </a:moveTo>
                <a:lnTo>
                  <a:pt x="1318" y="1496"/>
                </a:lnTo>
                <a:moveTo>
                  <a:pt x="1324" y="1503"/>
                </a:moveTo>
                <a:lnTo>
                  <a:pt x="1327" y="1506"/>
                </a:lnTo>
                <a:moveTo>
                  <a:pt x="1332" y="1513"/>
                </a:moveTo>
                <a:lnTo>
                  <a:pt x="1335" y="1516"/>
                </a:lnTo>
                <a:moveTo>
                  <a:pt x="1341" y="1523"/>
                </a:moveTo>
                <a:lnTo>
                  <a:pt x="1344" y="1526"/>
                </a:lnTo>
                <a:moveTo>
                  <a:pt x="1350" y="1533"/>
                </a:moveTo>
                <a:lnTo>
                  <a:pt x="1353" y="1536"/>
                </a:lnTo>
                <a:moveTo>
                  <a:pt x="1359" y="1543"/>
                </a:moveTo>
                <a:lnTo>
                  <a:pt x="1362" y="1547"/>
                </a:lnTo>
                <a:moveTo>
                  <a:pt x="1368" y="1553"/>
                </a:moveTo>
                <a:lnTo>
                  <a:pt x="1371" y="1557"/>
                </a:lnTo>
                <a:moveTo>
                  <a:pt x="1377" y="1563"/>
                </a:moveTo>
                <a:lnTo>
                  <a:pt x="1380" y="1567"/>
                </a:lnTo>
                <a:moveTo>
                  <a:pt x="1386" y="1573"/>
                </a:moveTo>
                <a:lnTo>
                  <a:pt x="1389" y="1577"/>
                </a:lnTo>
                <a:moveTo>
                  <a:pt x="1395" y="1584"/>
                </a:moveTo>
                <a:lnTo>
                  <a:pt x="1398" y="1587"/>
                </a:lnTo>
                <a:moveTo>
                  <a:pt x="1404" y="1594"/>
                </a:moveTo>
                <a:lnTo>
                  <a:pt x="1407" y="1597"/>
                </a:lnTo>
                <a:moveTo>
                  <a:pt x="1412" y="1604"/>
                </a:moveTo>
                <a:lnTo>
                  <a:pt x="1415" y="1607"/>
                </a:lnTo>
                <a:moveTo>
                  <a:pt x="1421" y="1614"/>
                </a:moveTo>
                <a:lnTo>
                  <a:pt x="1424" y="1617"/>
                </a:lnTo>
                <a:moveTo>
                  <a:pt x="1430" y="1624"/>
                </a:moveTo>
                <a:lnTo>
                  <a:pt x="1433" y="1627"/>
                </a:lnTo>
                <a:moveTo>
                  <a:pt x="1439" y="1634"/>
                </a:moveTo>
                <a:lnTo>
                  <a:pt x="1442" y="1637"/>
                </a:lnTo>
                <a:moveTo>
                  <a:pt x="1448" y="1644"/>
                </a:moveTo>
                <a:lnTo>
                  <a:pt x="1451" y="1647"/>
                </a:lnTo>
                <a:moveTo>
                  <a:pt x="1457" y="1654"/>
                </a:moveTo>
                <a:lnTo>
                  <a:pt x="1460" y="1657"/>
                </a:lnTo>
                <a:moveTo>
                  <a:pt x="1466" y="1664"/>
                </a:moveTo>
                <a:lnTo>
                  <a:pt x="1469" y="1668"/>
                </a:lnTo>
                <a:moveTo>
                  <a:pt x="1475" y="1674"/>
                </a:moveTo>
                <a:lnTo>
                  <a:pt x="1478" y="1678"/>
                </a:lnTo>
                <a:moveTo>
                  <a:pt x="1484" y="1684"/>
                </a:moveTo>
                <a:lnTo>
                  <a:pt x="1487" y="1688"/>
                </a:lnTo>
                <a:moveTo>
                  <a:pt x="1492" y="1694"/>
                </a:moveTo>
                <a:lnTo>
                  <a:pt x="1495" y="1698"/>
                </a:lnTo>
                <a:moveTo>
                  <a:pt x="1501" y="1705"/>
                </a:moveTo>
                <a:lnTo>
                  <a:pt x="1504" y="1708"/>
                </a:lnTo>
                <a:moveTo>
                  <a:pt x="1510" y="1715"/>
                </a:moveTo>
                <a:lnTo>
                  <a:pt x="1513" y="1718"/>
                </a:lnTo>
                <a:moveTo>
                  <a:pt x="1519" y="1725"/>
                </a:moveTo>
                <a:lnTo>
                  <a:pt x="1522" y="1728"/>
                </a:lnTo>
                <a:moveTo>
                  <a:pt x="1528" y="1735"/>
                </a:moveTo>
                <a:lnTo>
                  <a:pt x="1531" y="1738"/>
                </a:lnTo>
                <a:moveTo>
                  <a:pt x="1537" y="1745"/>
                </a:moveTo>
                <a:lnTo>
                  <a:pt x="1540" y="1748"/>
                </a:lnTo>
                <a:moveTo>
                  <a:pt x="1546" y="1755"/>
                </a:moveTo>
                <a:lnTo>
                  <a:pt x="1549" y="1758"/>
                </a:lnTo>
                <a:moveTo>
                  <a:pt x="1555" y="1765"/>
                </a:moveTo>
                <a:lnTo>
                  <a:pt x="1558" y="1768"/>
                </a:lnTo>
                <a:moveTo>
                  <a:pt x="1564" y="1775"/>
                </a:moveTo>
                <a:lnTo>
                  <a:pt x="1566" y="1778"/>
                </a:lnTo>
                <a:moveTo>
                  <a:pt x="1572" y="1785"/>
                </a:moveTo>
                <a:lnTo>
                  <a:pt x="1575" y="1789"/>
                </a:lnTo>
                <a:moveTo>
                  <a:pt x="1581" y="1795"/>
                </a:moveTo>
                <a:lnTo>
                  <a:pt x="1584" y="1799"/>
                </a:lnTo>
                <a:moveTo>
                  <a:pt x="1590" y="1805"/>
                </a:moveTo>
                <a:lnTo>
                  <a:pt x="1593" y="1809"/>
                </a:lnTo>
                <a:moveTo>
                  <a:pt x="1599" y="1815"/>
                </a:moveTo>
                <a:lnTo>
                  <a:pt x="1602" y="1819"/>
                </a:lnTo>
                <a:moveTo>
                  <a:pt x="1608" y="1826"/>
                </a:moveTo>
                <a:lnTo>
                  <a:pt x="1611" y="1829"/>
                </a:lnTo>
                <a:moveTo>
                  <a:pt x="1617" y="1836"/>
                </a:moveTo>
                <a:lnTo>
                  <a:pt x="1620" y="1839"/>
                </a:lnTo>
                <a:moveTo>
                  <a:pt x="1626" y="1846"/>
                </a:moveTo>
                <a:lnTo>
                  <a:pt x="1629" y="1849"/>
                </a:lnTo>
                <a:moveTo>
                  <a:pt x="1635" y="1856"/>
                </a:moveTo>
                <a:lnTo>
                  <a:pt x="1638" y="1859"/>
                </a:lnTo>
                <a:moveTo>
                  <a:pt x="1643" y="1866"/>
                </a:moveTo>
                <a:lnTo>
                  <a:pt x="1646" y="1869"/>
                </a:lnTo>
                <a:moveTo>
                  <a:pt x="1652" y="1876"/>
                </a:moveTo>
                <a:lnTo>
                  <a:pt x="1655" y="1879"/>
                </a:lnTo>
                <a:moveTo>
                  <a:pt x="1661" y="1886"/>
                </a:moveTo>
                <a:lnTo>
                  <a:pt x="1664" y="1889"/>
                </a:lnTo>
                <a:moveTo>
                  <a:pt x="1670" y="1896"/>
                </a:moveTo>
                <a:lnTo>
                  <a:pt x="1673" y="1899"/>
                </a:lnTo>
                <a:moveTo>
                  <a:pt x="1679" y="1906"/>
                </a:moveTo>
                <a:lnTo>
                  <a:pt x="1682" y="1910"/>
                </a:lnTo>
                <a:moveTo>
                  <a:pt x="1688" y="1916"/>
                </a:moveTo>
                <a:lnTo>
                  <a:pt x="1691" y="1920"/>
                </a:lnTo>
                <a:moveTo>
                  <a:pt x="1697" y="1926"/>
                </a:moveTo>
                <a:lnTo>
                  <a:pt x="1700" y="1930"/>
                </a:lnTo>
                <a:moveTo>
                  <a:pt x="1706" y="1936"/>
                </a:moveTo>
                <a:lnTo>
                  <a:pt x="1709" y="1940"/>
                </a:lnTo>
                <a:moveTo>
                  <a:pt x="1715" y="1947"/>
                </a:moveTo>
                <a:lnTo>
                  <a:pt x="1718" y="1950"/>
                </a:lnTo>
                <a:moveTo>
                  <a:pt x="1723" y="1957"/>
                </a:moveTo>
                <a:lnTo>
                  <a:pt x="1726" y="1960"/>
                </a:lnTo>
                <a:moveTo>
                  <a:pt x="1732" y="1967"/>
                </a:moveTo>
                <a:lnTo>
                  <a:pt x="1735" y="1970"/>
                </a:lnTo>
                <a:moveTo>
                  <a:pt x="1741" y="1977"/>
                </a:moveTo>
                <a:lnTo>
                  <a:pt x="1744" y="1980"/>
                </a:lnTo>
                <a:moveTo>
                  <a:pt x="1750" y="1987"/>
                </a:moveTo>
                <a:lnTo>
                  <a:pt x="1753" y="1990"/>
                </a:lnTo>
                <a:moveTo>
                  <a:pt x="1759" y="1997"/>
                </a:moveTo>
                <a:lnTo>
                  <a:pt x="1762" y="2000"/>
                </a:lnTo>
                <a:moveTo>
                  <a:pt x="1768" y="2007"/>
                </a:moveTo>
                <a:lnTo>
                  <a:pt x="1771" y="2010"/>
                </a:lnTo>
                <a:moveTo>
                  <a:pt x="1777" y="2017"/>
                </a:moveTo>
                <a:lnTo>
                  <a:pt x="1780" y="2020"/>
                </a:lnTo>
                <a:moveTo>
                  <a:pt x="1786" y="2027"/>
                </a:moveTo>
                <a:lnTo>
                  <a:pt x="1789" y="2031"/>
                </a:lnTo>
                <a:moveTo>
                  <a:pt x="1795" y="2037"/>
                </a:moveTo>
                <a:lnTo>
                  <a:pt x="1798" y="2041"/>
                </a:lnTo>
                <a:moveTo>
                  <a:pt x="1803" y="2047"/>
                </a:moveTo>
                <a:lnTo>
                  <a:pt x="1806" y="2051"/>
                </a:lnTo>
                <a:moveTo>
                  <a:pt x="1812" y="2057"/>
                </a:moveTo>
                <a:lnTo>
                  <a:pt x="1815" y="2061"/>
                </a:lnTo>
                <a:moveTo>
                  <a:pt x="1821" y="2068"/>
                </a:moveTo>
                <a:lnTo>
                  <a:pt x="1824" y="2071"/>
                </a:lnTo>
                <a:moveTo>
                  <a:pt x="1830" y="2078"/>
                </a:moveTo>
                <a:lnTo>
                  <a:pt x="1833" y="2081"/>
                </a:lnTo>
                <a:moveTo>
                  <a:pt x="1839" y="2088"/>
                </a:moveTo>
                <a:lnTo>
                  <a:pt x="1842" y="2091"/>
                </a:lnTo>
                <a:moveTo>
                  <a:pt x="1848" y="2098"/>
                </a:moveTo>
                <a:lnTo>
                  <a:pt x="1851" y="2101"/>
                </a:lnTo>
                <a:moveTo>
                  <a:pt x="1857" y="2108"/>
                </a:moveTo>
                <a:lnTo>
                  <a:pt x="1860" y="2111"/>
                </a:lnTo>
                <a:moveTo>
                  <a:pt x="1866" y="2118"/>
                </a:moveTo>
                <a:lnTo>
                  <a:pt x="1869" y="2121"/>
                </a:lnTo>
                <a:moveTo>
                  <a:pt x="1875" y="2128"/>
                </a:moveTo>
                <a:lnTo>
                  <a:pt x="1878" y="2131"/>
                </a:lnTo>
                <a:moveTo>
                  <a:pt x="1883" y="2138"/>
                </a:moveTo>
                <a:lnTo>
                  <a:pt x="1886" y="2141"/>
                </a:lnTo>
                <a:moveTo>
                  <a:pt x="1892" y="2148"/>
                </a:moveTo>
                <a:lnTo>
                  <a:pt x="1895" y="2152"/>
                </a:lnTo>
                <a:moveTo>
                  <a:pt x="1901" y="2158"/>
                </a:moveTo>
                <a:lnTo>
                  <a:pt x="1904" y="2162"/>
                </a:lnTo>
                <a:moveTo>
                  <a:pt x="1910" y="2168"/>
                </a:moveTo>
                <a:lnTo>
                  <a:pt x="1913" y="2172"/>
                </a:lnTo>
                <a:moveTo>
                  <a:pt x="1919" y="2178"/>
                </a:moveTo>
                <a:lnTo>
                  <a:pt x="1922" y="2182"/>
                </a:lnTo>
                <a:moveTo>
                  <a:pt x="1928" y="2189"/>
                </a:moveTo>
                <a:lnTo>
                  <a:pt x="1931" y="2192"/>
                </a:lnTo>
                <a:moveTo>
                  <a:pt x="1937" y="2199"/>
                </a:moveTo>
                <a:lnTo>
                  <a:pt x="1940" y="2202"/>
                </a:lnTo>
                <a:moveTo>
                  <a:pt x="1946" y="2209"/>
                </a:moveTo>
                <a:lnTo>
                  <a:pt x="1949" y="2212"/>
                </a:lnTo>
                <a:moveTo>
                  <a:pt x="1955" y="2219"/>
                </a:moveTo>
                <a:lnTo>
                  <a:pt x="1957" y="2222"/>
                </a:lnTo>
                <a:moveTo>
                  <a:pt x="1963" y="2229"/>
                </a:moveTo>
                <a:lnTo>
                  <a:pt x="1966" y="2232"/>
                </a:lnTo>
                <a:moveTo>
                  <a:pt x="1972" y="2239"/>
                </a:moveTo>
                <a:lnTo>
                  <a:pt x="1975" y="2242"/>
                </a:lnTo>
                <a:moveTo>
                  <a:pt x="1981" y="2249"/>
                </a:moveTo>
                <a:lnTo>
                  <a:pt x="1984" y="2252"/>
                </a:lnTo>
                <a:moveTo>
                  <a:pt x="1990" y="2259"/>
                </a:moveTo>
                <a:lnTo>
                  <a:pt x="1993" y="2262"/>
                </a:lnTo>
                <a:moveTo>
                  <a:pt x="1999" y="2269"/>
                </a:moveTo>
                <a:lnTo>
                  <a:pt x="2002" y="2273"/>
                </a:lnTo>
                <a:moveTo>
                  <a:pt x="2008" y="2279"/>
                </a:moveTo>
                <a:lnTo>
                  <a:pt x="2011" y="2283"/>
                </a:lnTo>
                <a:moveTo>
                  <a:pt x="2017" y="2289"/>
                </a:moveTo>
                <a:lnTo>
                  <a:pt x="2020" y="2293"/>
                </a:lnTo>
                <a:moveTo>
                  <a:pt x="2026" y="2299"/>
                </a:moveTo>
                <a:lnTo>
                  <a:pt x="2029" y="2303"/>
                </a:lnTo>
                <a:moveTo>
                  <a:pt x="2034" y="2310"/>
                </a:moveTo>
                <a:lnTo>
                  <a:pt x="2037" y="2313"/>
                </a:lnTo>
                <a:moveTo>
                  <a:pt x="2043" y="2320"/>
                </a:moveTo>
                <a:lnTo>
                  <a:pt x="2046" y="2323"/>
                </a:lnTo>
                <a:moveTo>
                  <a:pt x="2052" y="2330"/>
                </a:moveTo>
                <a:lnTo>
                  <a:pt x="2055" y="2333"/>
                </a:lnTo>
                <a:moveTo>
                  <a:pt x="2061" y="2340"/>
                </a:moveTo>
                <a:lnTo>
                  <a:pt x="2064" y="2343"/>
                </a:lnTo>
                <a:moveTo>
                  <a:pt x="2070" y="2350"/>
                </a:moveTo>
                <a:lnTo>
                  <a:pt x="2073" y="2353"/>
                </a:lnTo>
                <a:moveTo>
                  <a:pt x="2079" y="2360"/>
                </a:moveTo>
                <a:lnTo>
                  <a:pt x="2082" y="2363"/>
                </a:lnTo>
                <a:moveTo>
                  <a:pt x="2088" y="2370"/>
                </a:moveTo>
                <a:lnTo>
                  <a:pt x="2091" y="2373"/>
                </a:lnTo>
                <a:moveTo>
                  <a:pt x="2097" y="2380"/>
                </a:moveTo>
                <a:lnTo>
                  <a:pt x="2100" y="2383"/>
                </a:lnTo>
                <a:moveTo>
                  <a:pt x="2106" y="2390"/>
                </a:moveTo>
                <a:lnTo>
                  <a:pt x="2109" y="2394"/>
                </a:lnTo>
                <a:moveTo>
                  <a:pt x="2114" y="2400"/>
                </a:moveTo>
                <a:lnTo>
                  <a:pt x="2117" y="2404"/>
                </a:lnTo>
                <a:moveTo>
                  <a:pt x="2123" y="2410"/>
                </a:moveTo>
                <a:lnTo>
                  <a:pt x="2126" y="2414"/>
                </a:lnTo>
                <a:moveTo>
                  <a:pt x="2132" y="2420"/>
                </a:moveTo>
                <a:lnTo>
                  <a:pt x="2135" y="2424"/>
                </a:lnTo>
                <a:moveTo>
                  <a:pt x="2141" y="2431"/>
                </a:moveTo>
                <a:lnTo>
                  <a:pt x="2144" y="2434"/>
                </a:lnTo>
                <a:moveTo>
                  <a:pt x="2150" y="2441"/>
                </a:moveTo>
                <a:lnTo>
                  <a:pt x="2153" y="2444"/>
                </a:lnTo>
                <a:moveTo>
                  <a:pt x="2159" y="2451"/>
                </a:moveTo>
                <a:lnTo>
                  <a:pt x="2162" y="2454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" name="Freeform 77">
            <a:extLst>
              <a:ext uri="{FF2B5EF4-FFF2-40B4-BE49-F238E27FC236}">
                <a16:creationId xmlns:a16="http://schemas.microsoft.com/office/drawing/2014/main" id="{DB95200D-939E-EE77-9C86-789B1C79701C}"/>
              </a:ext>
            </a:extLst>
          </p:cNvPr>
          <p:cNvSpPr>
            <a:spLocks noEditPoints="1"/>
          </p:cNvSpPr>
          <p:nvPr/>
        </p:nvSpPr>
        <p:spPr bwMode="auto">
          <a:xfrm>
            <a:off x="3343276" y="881063"/>
            <a:ext cx="531813" cy="539750"/>
          </a:xfrm>
          <a:custGeom>
            <a:avLst/>
            <a:gdLst>
              <a:gd name="T0" fmla="*/ 8 w 671"/>
              <a:gd name="T1" fmla="*/ 8 h 680"/>
              <a:gd name="T2" fmla="*/ 21 w 671"/>
              <a:gd name="T3" fmla="*/ 21 h 680"/>
              <a:gd name="T4" fmla="*/ 37 w 671"/>
              <a:gd name="T5" fmla="*/ 37 h 680"/>
              <a:gd name="T6" fmla="*/ 49 w 671"/>
              <a:gd name="T7" fmla="*/ 50 h 680"/>
              <a:gd name="T8" fmla="*/ 65 w 671"/>
              <a:gd name="T9" fmla="*/ 66 h 680"/>
              <a:gd name="T10" fmla="*/ 77 w 671"/>
              <a:gd name="T11" fmla="*/ 79 h 680"/>
              <a:gd name="T12" fmla="*/ 93 w 671"/>
              <a:gd name="T13" fmla="*/ 95 h 680"/>
              <a:gd name="T14" fmla="*/ 106 w 671"/>
              <a:gd name="T15" fmla="*/ 107 h 680"/>
              <a:gd name="T16" fmla="*/ 122 w 671"/>
              <a:gd name="T17" fmla="*/ 123 h 680"/>
              <a:gd name="T18" fmla="*/ 134 w 671"/>
              <a:gd name="T19" fmla="*/ 136 h 680"/>
              <a:gd name="T20" fmla="*/ 150 w 671"/>
              <a:gd name="T21" fmla="*/ 152 h 680"/>
              <a:gd name="T22" fmla="*/ 162 w 671"/>
              <a:gd name="T23" fmla="*/ 165 h 680"/>
              <a:gd name="T24" fmla="*/ 178 w 671"/>
              <a:gd name="T25" fmla="*/ 181 h 680"/>
              <a:gd name="T26" fmla="*/ 191 w 671"/>
              <a:gd name="T27" fmla="*/ 193 h 680"/>
              <a:gd name="T28" fmla="*/ 207 w 671"/>
              <a:gd name="T29" fmla="*/ 209 h 680"/>
              <a:gd name="T30" fmla="*/ 219 w 671"/>
              <a:gd name="T31" fmla="*/ 222 h 680"/>
              <a:gd name="T32" fmla="*/ 235 w 671"/>
              <a:gd name="T33" fmla="*/ 238 h 680"/>
              <a:gd name="T34" fmla="*/ 247 w 671"/>
              <a:gd name="T35" fmla="*/ 251 h 680"/>
              <a:gd name="T36" fmla="*/ 263 w 671"/>
              <a:gd name="T37" fmla="*/ 267 h 680"/>
              <a:gd name="T38" fmla="*/ 276 w 671"/>
              <a:gd name="T39" fmla="*/ 279 h 680"/>
              <a:gd name="T40" fmla="*/ 291 w 671"/>
              <a:gd name="T41" fmla="*/ 295 h 680"/>
              <a:gd name="T42" fmla="*/ 304 w 671"/>
              <a:gd name="T43" fmla="*/ 308 h 680"/>
              <a:gd name="T44" fmla="*/ 320 w 671"/>
              <a:gd name="T45" fmla="*/ 324 h 680"/>
              <a:gd name="T46" fmla="*/ 332 w 671"/>
              <a:gd name="T47" fmla="*/ 337 h 680"/>
              <a:gd name="T48" fmla="*/ 348 w 671"/>
              <a:gd name="T49" fmla="*/ 353 h 680"/>
              <a:gd name="T50" fmla="*/ 361 w 671"/>
              <a:gd name="T51" fmla="*/ 366 h 680"/>
              <a:gd name="T52" fmla="*/ 376 w 671"/>
              <a:gd name="T53" fmla="*/ 381 h 680"/>
              <a:gd name="T54" fmla="*/ 389 w 671"/>
              <a:gd name="T55" fmla="*/ 394 h 680"/>
              <a:gd name="T56" fmla="*/ 405 w 671"/>
              <a:gd name="T57" fmla="*/ 410 h 680"/>
              <a:gd name="T58" fmla="*/ 417 w 671"/>
              <a:gd name="T59" fmla="*/ 423 h 680"/>
              <a:gd name="T60" fmla="*/ 433 w 671"/>
              <a:gd name="T61" fmla="*/ 439 h 680"/>
              <a:gd name="T62" fmla="*/ 446 w 671"/>
              <a:gd name="T63" fmla="*/ 452 h 680"/>
              <a:gd name="T64" fmla="*/ 461 w 671"/>
              <a:gd name="T65" fmla="*/ 468 h 680"/>
              <a:gd name="T66" fmla="*/ 474 w 671"/>
              <a:gd name="T67" fmla="*/ 480 h 680"/>
              <a:gd name="T68" fmla="*/ 490 w 671"/>
              <a:gd name="T69" fmla="*/ 496 h 680"/>
              <a:gd name="T70" fmla="*/ 502 w 671"/>
              <a:gd name="T71" fmla="*/ 509 h 680"/>
              <a:gd name="T72" fmla="*/ 518 w 671"/>
              <a:gd name="T73" fmla="*/ 525 h 680"/>
              <a:gd name="T74" fmla="*/ 531 w 671"/>
              <a:gd name="T75" fmla="*/ 538 h 680"/>
              <a:gd name="T76" fmla="*/ 546 w 671"/>
              <a:gd name="T77" fmla="*/ 554 h 680"/>
              <a:gd name="T78" fmla="*/ 559 w 671"/>
              <a:gd name="T79" fmla="*/ 566 h 680"/>
              <a:gd name="T80" fmla="*/ 575 w 671"/>
              <a:gd name="T81" fmla="*/ 582 h 680"/>
              <a:gd name="T82" fmla="*/ 587 w 671"/>
              <a:gd name="T83" fmla="*/ 595 h 680"/>
              <a:gd name="T84" fmla="*/ 603 w 671"/>
              <a:gd name="T85" fmla="*/ 611 h 680"/>
              <a:gd name="T86" fmla="*/ 616 w 671"/>
              <a:gd name="T87" fmla="*/ 624 h 680"/>
              <a:gd name="T88" fmla="*/ 631 w 671"/>
              <a:gd name="T89" fmla="*/ 640 h 680"/>
              <a:gd name="T90" fmla="*/ 644 w 671"/>
              <a:gd name="T91" fmla="*/ 653 h 680"/>
              <a:gd name="T92" fmla="*/ 660 w 671"/>
              <a:gd name="T93" fmla="*/ 668 h 680"/>
              <a:gd name="T94" fmla="*/ 671 w 671"/>
              <a:gd name="T95" fmla="*/ 680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71" h="680">
                <a:moveTo>
                  <a:pt x="0" y="0"/>
                </a:moveTo>
                <a:lnTo>
                  <a:pt x="2" y="2"/>
                </a:lnTo>
                <a:moveTo>
                  <a:pt x="8" y="8"/>
                </a:moveTo>
                <a:lnTo>
                  <a:pt x="11" y="12"/>
                </a:lnTo>
                <a:moveTo>
                  <a:pt x="18" y="18"/>
                </a:moveTo>
                <a:lnTo>
                  <a:pt x="21" y="21"/>
                </a:lnTo>
                <a:moveTo>
                  <a:pt x="27" y="28"/>
                </a:moveTo>
                <a:lnTo>
                  <a:pt x="30" y="31"/>
                </a:lnTo>
                <a:moveTo>
                  <a:pt x="37" y="37"/>
                </a:moveTo>
                <a:lnTo>
                  <a:pt x="40" y="40"/>
                </a:lnTo>
                <a:moveTo>
                  <a:pt x="46" y="47"/>
                </a:moveTo>
                <a:lnTo>
                  <a:pt x="49" y="50"/>
                </a:lnTo>
                <a:moveTo>
                  <a:pt x="55" y="56"/>
                </a:moveTo>
                <a:lnTo>
                  <a:pt x="59" y="59"/>
                </a:lnTo>
                <a:moveTo>
                  <a:pt x="65" y="66"/>
                </a:moveTo>
                <a:lnTo>
                  <a:pt x="68" y="69"/>
                </a:lnTo>
                <a:moveTo>
                  <a:pt x="74" y="75"/>
                </a:moveTo>
                <a:lnTo>
                  <a:pt x="77" y="79"/>
                </a:lnTo>
                <a:moveTo>
                  <a:pt x="84" y="85"/>
                </a:moveTo>
                <a:lnTo>
                  <a:pt x="87" y="88"/>
                </a:lnTo>
                <a:moveTo>
                  <a:pt x="93" y="95"/>
                </a:moveTo>
                <a:lnTo>
                  <a:pt x="96" y="98"/>
                </a:lnTo>
                <a:moveTo>
                  <a:pt x="103" y="104"/>
                </a:moveTo>
                <a:lnTo>
                  <a:pt x="106" y="107"/>
                </a:lnTo>
                <a:moveTo>
                  <a:pt x="112" y="114"/>
                </a:moveTo>
                <a:lnTo>
                  <a:pt x="115" y="117"/>
                </a:lnTo>
                <a:moveTo>
                  <a:pt x="122" y="123"/>
                </a:moveTo>
                <a:lnTo>
                  <a:pt x="125" y="126"/>
                </a:lnTo>
                <a:moveTo>
                  <a:pt x="131" y="133"/>
                </a:moveTo>
                <a:lnTo>
                  <a:pt x="134" y="136"/>
                </a:lnTo>
                <a:moveTo>
                  <a:pt x="140" y="142"/>
                </a:moveTo>
                <a:lnTo>
                  <a:pt x="144" y="146"/>
                </a:lnTo>
                <a:moveTo>
                  <a:pt x="150" y="152"/>
                </a:moveTo>
                <a:lnTo>
                  <a:pt x="153" y="155"/>
                </a:lnTo>
                <a:moveTo>
                  <a:pt x="159" y="161"/>
                </a:moveTo>
                <a:lnTo>
                  <a:pt x="162" y="165"/>
                </a:lnTo>
                <a:moveTo>
                  <a:pt x="169" y="171"/>
                </a:moveTo>
                <a:lnTo>
                  <a:pt x="172" y="174"/>
                </a:lnTo>
                <a:moveTo>
                  <a:pt x="178" y="181"/>
                </a:moveTo>
                <a:lnTo>
                  <a:pt x="181" y="184"/>
                </a:lnTo>
                <a:moveTo>
                  <a:pt x="188" y="190"/>
                </a:moveTo>
                <a:lnTo>
                  <a:pt x="191" y="193"/>
                </a:lnTo>
                <a:moveTo>
                  <a:pt x="197" y="200"/>
                </a:moveTo>
                <a:lnTo>
                  <a:pt x="200" y="203"/>
                </a:lnTo>
                <a:moveTo>
                  <a:pt x="207" y="209"/>
                </a:moveTo>
                <a:lnTo>
                  <a:pt x="210" y="212"/>
                </a:lnTo>
                <a:moveTo>
                  <a:pt x="216" y="219"/>
                </a:moveTo>
                <a:lnTo>
                  <a:pt x="219" y="222"/>
                </a:lnTo>
                <a:moveTo>
                  <a:pt x="225" y="228"/>
                </a:moveTo>
                <a:lnTo>
                  <a:pt x="229" y="232"/>
                </a:lnTo>
                <a:moveTo>
                  <a:pt x="235" y="238"/>
                </a:moveTo>
                <a:lnTo>
                  <a:pt x="238" y="241"/>
                </a:lnTo>
                <a:moveTo>
                  <a:pt x="244" y="248"/>
                </a:moveTo>
                <a:lnTo>
                  <a:pt x="247" y="251"/>
                </a:lnTo>
                <a:moveTo>
                  <a:pt x="254" y="257"/>
                </a:moveTo>
                <a:lnTo>
                  <a:pt x="257" y="260"/>
                </a:lnTo>
                <a:moveTo>
                  <a:pt x="263" y="267"/>
                </a:moveTo>
                <a:lnTo>
                  <a:pt x="266" y="270"/>
                </a:lnTo>
                <a:moveTo>
                  <a:pt x="273" y="276"/>
                </a:moveTo>
                <a:lnTo>
                  <a:pt x="276" y="279"/>
                </a:lnTo>
                <a:moveTo>
                  <a:pt x="282" y="286"/>
                </a:moveTo>
                <a:lnTo>
                  <a:pt x="285" y="289"/>
                </a:lnTo>
                <a:moveTo>
                  <a:pt x="291" y="295"/>
                </a:moveTo>
                <a:lnTo>
                  <a:pt x="295" y="299"/>
                </a:lnTo>
                <a:moveTo>
                  <a:pt x="301" y="305"/>
                </a:moveTo>
                <a:lnTo>
                  <a:pt x="304" y="308"/>
                </a:lnTo>
                <a:moveTo>
                  <a:pt x="310" y="315"/>
                </a:moveTo>
                <a:lnTo>
                  <a:pt x="314" y="318"/>
                </a:lnTo>
                <a:moveTo>
                  <a:pt x="320" y="324"/>
                </a:moveTo>
                <a:lnTo>
                  <a:pt x="323" y="327"/>
                </a:lnTo>
                <a:moveTo>
                  <a:pt x="329" y="334"/>
                </a:moveTo>
                <a:lnTo>
                  <a:pt x="332" y="337"/>
                </a:lnTo>
                <a:moveTo>
                  <a:pt x="339" y="343"/>
                </a:moveTo>
                <a:lnTo>
                  <a:pt x="342" y="346"/>
                </a:lnTo>
                <a:moveTo>
                  <a:pt x="348" y="353"/>
                </a:moveTo>
                <a:lnTo>
                  <a:pt x="351" y="356"/>
                </a:lnTo>
                <a:moveTo>
                  <a:pt x="358" y="362"/>
                </a:moveTo>
                <a:lnTo>
                  <a:pt x="361" y="366"/>
                </a:lnTo>
                <a:moveTo>
                  <a:pt x="367" y="372"/>
                </a:moveTo>
                <a:lnTo>
                  <a:pt x="370" y="375"/>
                </a:lnTo>
                <a:moveTo>
                  <a:pt x="376" y="381"/>
                </a:moveTo>
                <a:lnTo>
                  <a:pt x="380" y="385"/>
                </a:lnTo>
                <a:moveTo>
                  <a:pt x="386" y="391"/>
                </a:moveTo>
                <a:lnTo>
                  <a:pt x="389" y="394"/>
                </a:lnTo>
                <a:moveTo>
                  <a:pt x="395" y="401"/>
                </a:moveTo>
                <a:lnTo>
                  <a:pt x="398" y="404"/>
                </a:lnTo>
                <a:moveTo>
                  <a:pt x="405" y="410"/>
                </a:moveTo>
                <a:lnTo>
                  <a:pt x="408" y="413"/>
                </a:lnTo>
                <a:moveTo>
                  <a:pt x="414" y="420"/>
                </a:moveTo>
                <a:lnTo>
                  <a:pt x="417" y="423"/>
                </a:lnTo>
                <a:moveTo>
                  <a:pt x="424" y="429"/>
                </a:moveTo>
                <a:lnTo>
                  <a:pt x="427" y="433"/>
                </a:lnTo>
                <a:moveTo>
                  <a:pt x="433" y="439"/>
                </a:moveTo>
                <a:lnTo>
                  <a:pt x="436" y="442"/>
                </a:lnTo>
                <a:moveTo>
                  <a:pt x="443" y="448"/>
                </a:moveTo>
                <a:lnTo>
                  <a:pt x="446" y="452"/>
                </a:lnTo>
                <a:moveTo>
                  <a:pt x="452" y="458"/>
                </a:moveTo>
                <a:lnTo>
                  <a:pt x="455" y="461"/>
                </a:lnTo>
                <a:moveTo>
                  <a:pt x="461" y="468"/>
                </a:moveTo>
                <a:lnTo>
                  <a:pt x="465" y="471"/>
                </a:lnTo>
                <a:moveTo>
                  <a:pt x="471" y="477"/>
                </a:moveTo>
                <a:lnTo>
                  <a:pt x="474" y="480"/>
                </a:lnTo>
                <a:moveTo>
                  <a:pt x="480" y="487"/>
                </a:moveTo>
                <a:lnTo>
                  <a:pt x="483" y="490"/>
                </a:lnTo>
                <a:moveTo>
                  <a:pt x="490" y="496"/>
                </a:moveTo>
                <a:lnTo>
                  <a:pt x="493" y="499"/>
                </a:lnTo>
                <a:moveTo>
                  <a:pt x="499" y="506"/>
                </a:moveTo>
                <a:lnTo>
                  <a:pt x="502" y="509"/>
                </a:lnTo>
                <a:moveTo>
                  <a:pt x="509" y="515"/>
                </a:moveTo>
                <a:lnTo>
                  <a:pt x="512" y="519"/>
                </a:lnTo>
                <a:moveTo>
                  <a:pt x="518" y="525"/>
                </a:moveTo>
                <a:lnTo>
                  <a:pt x="521" y="528"/>
                </a:lnTo>
                <a:moveTo>
                  <a:pt x="527" y="535"/>
                </a:moveTo>
                <a:lnTo>
                  <a:pt x="531" y="538"/>
                </a:lnTo>
                <a:moveTo>
                  <a:pt x="537" y="544"/>
                </a:moveTo>
                <a:lnTo>
                  <a:pt x="540" y="547"/>
                </a:lnTo>
                <a:moveTo>
                  <a:pt x="546" y="554"/>
                </a:moveTo>
                <a:lnTo>
                  <a:pt x="550" y="557"/>
                </a:lnTo>
                <a:moveTo>
                  <a:pt x="556" y="563"/>
                </a:moveTo>
                <a:lnTo>
                  <a:pt x="559" y="566"/>
                </a:lnTo>
                <a:moveTo>
                  <a:pt x="565" y="573"/>
                </a:moveTo>
                <a:lnTo>
                  <a:pt x="568" y="576"/>
                </a:lnTo>
                <a:moveTo>
                  <a:pt x="575" y="582"/>
                </a:moveTo>
                <a:lnTo>
                  <a:pt x="578" y="586"/>
                </a:lnTo>
                <a:moveTo>
                  <a:pt x="584" y="592"/>
                </a:moveTo>
                <a:lnTo>
                  <a:pt x="587" y="595"/>
                </a:lnTo>
                <a:moveTo>
                  <a:pt x="594" y="602"/>
                </a:moveTo>
                <a:lnTo>
                  <a:pt x="597" y="605"/>
                </a:lnTo>
                <a:moveTo>
                  <a:pt x="603" y="611"/>
                </a:moveTo>
                <a:lnTo>
                  <a:pt x="606" y="614"/>
                </a:lnTo>
                <a:moveTo>
                  <a:pt x="612" y="621"/>
                </a:moveTo>
                <a:lnTo>
                  <a:pt x="616" y="624"/>
                </a:lnTo>
                <a:moveTo>
                  <a:pt x="622" y="630"/>
                </a:moveTo>
                <a:lnTo>
                  <a:pt x="625" y="633"/>
                </a:lnTo>
                <a:moveTo>
                  <a:pt x="631" y="640"/>
                </a:moveTo>
                <a:lnTo>
                  <a:pt x="634" y="643"/>
                </a:lnTo>
                <a:moveTo>
                  <a:pt x="641" y="649"/>
                </a:moveTo>
                <a:lnTo>
                  <a:pt x="644" y="653"/>
                </a:lnTo>
                <a:moveTo>
                  <a:pt x="650" y="659"/>
                </a:moveTo>
                <a:lnTo>
                  <a:pt x="653" y="662"/>
                </a:lnTo>
                <a:moveTo>
                  <a:pt x="660" y="668"/>
                </a:moveTo>
                <a:lnTo>
                  <a:pt x="663" y="672"/>
                </a:lnTo>
                <a:moveTo>
                  <a:pt x="669" y="678"/>
                </a:moveTo>
                <a:lnTo>
                  <a:pt x="671" y="680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" name="Freeform 78">
            <a:extLst>
              <a:ext uri="{FF2B5EF4-FFF2-40B4-BE49-F238E27FC236}">
                <a16:creationId xmlns:a16="http://schemas.microsoft.com/office/drawing/2014/main" id="{29E99D43-6978-9216-CC13-30D28D064A80}"/>
              </a:ext>
            </a:extLst>
          </p:cNvPr>
          <p:cNvSpPr>
            <a:spLocks noEditPoints="1"/>
          </p:cNvSpPr>
          <p:nvPr/>
        </p:nvSpPr>
        <p:spPr bwMode="auto">
          <a:xfrm>
            <a:off x="4291013" y="942975"/>
            <a:ext cx="298450" cy="571500"/>
          </a:xfrm>
          <a:custGeom>
            <a:avLst/>
            <a:gdLst>
              <a:gd name="T0" fmla="*/ 3 w 375"/>
              <a:gd name="T1" fmla="*/ 4 h 719"/>
              <a:gd name="T2" fmla="*/ 9 w 375"/>
              <a:gd name="T3" fmla="*/ 16 h 719"/>
              <a:gd name="T4" fmla="*/ 15 w 375"/>
              <a:gd name="T5" fmla="*/ 28 h 719"/>
              <a:gd name="T6" fmla="*/ 21 w 375"/>
              <a:gd name="T7" fmla="*/ 40 h 719"/>
              <a:gd name="T8" fmla="*/ 27 w 375"/>
              <a:gd name="T9" fmla="*/ 52 h 719"/>
              <a:gd name="T10" fmla="*/ 34 w 375"/>
              <a:gd name="T11" fmla="*/ 64 h 719"/>
              <a:gd name="T12" fmla="*/ 40 w 375"/>
              <a:gd name="T13" fmla="*/ 76 h 719"/>
              <a:gd name="T14" fmla="*/ 46 w 375"/>
              <a:gd name="T15" fmla="*/ 88 h 719"/>
              <a:gd name="T16" fmla="*/ 52 w 375"/>
              <a:gd name="T17" fmla="*/ 100 h 719"/>
              <a:gd name="T18" fmla="*/ 58 w 375"/>
              <a:gd name="T19" fmla="*/ 112 h 719"/>
              <a:gd name="T20" fmla="*/ 65 w 375"/>
              <a:gd name="T21" fmla="*/ 123 h 719"/>
              <a:gd name="T22" fmla="*/ 71 w 375"/>
              <a:gd name="T23" fmla="*/ 135 h 719"/>
              <a:gd name="T24" fmla="*/ 77 w 375"/>
              <a:gd name="T25" fmla="*/ 147 h 719"/>
              <a:gd name="T26" fmla="*/ 83 w 375"/>
              <a:gd name="T27" fmla="*/ 159 h 719"/>
              <a:gd name="T28" fmla="*/ 90 w 375"/>
              <a:gd name="T29" fmla="*/ 171 h 719"/>
              <a:gd name="T30" fmla="*/ 96 w 375"/>
              <a:gd name="T31" fmla="*/ 183 h 719"/>
              <a:gd name="T32" fmla="*/ 102 w 375"/>
              <a:gd name="T33" fmla="*/ 195 h 719"/>
              <a:gd name="T34" fmla="*/ 108 w 375"/>
              <a:gd name="T35" fmla="*/ 207 h 719"/>
              <a:gd name="T36" fmla="*/ 114 w 375"/>
              <a:gd name="T37" fmla="*/ 219 h 719"/>
              <a:gd name="T38" fmla="*/ 121 w 375"/>
              <a:gd name="T39" fmla="*/ 231 h 719"/>
              <a:gd name="T40" fmla="*/ 127 w 375"/>
              <a:gd name="T41" fmla="*/ 243 h 719"/>
              <a:gd name="T42" fmla="*/ 133 w 375"/>
              <a:gd name="T43" fmla="*/ 255 h 719"/>
              <a:gd name="T44" fmla="*/ 139 w 375"/>
              <a:gd name="T45" fmla="*/ 267 h 719"/>
              <a:gd name="T46" fmla="*/ 145 w 375"/>
              <a:gd name="T47" fmla="*/ 278 h 719"/>
              <a:gd name="T48" fmla="*/ 152 w 375"/>
              <a:gd name="T49" fmla="*/ 290 h 719"/>
              <a:gd name="T50" fmla="*/ 158 w 375"/>
              <a:gd name="T51" fmla="*/ 302 h 719"/>
              <a:gd name="T52" fmla="*/ 164 w 375"/>
              <a:gd name="T53" fmla="*/ 314 h 719"/>
              <a:gd name="T54" fmla="*/ 170 w 375"/>
              <a:gd name="T55" fmla="*/ 326 h 719"/>
              <a:gd name="T56" fmla="*/ 177 w 375"/>
              <a:gd name="T57" fmla="*/ 338 h 719"/>
              <a:gd name="T58" fmla="*/ 183 w 375"/>
              <a:gd name="T59" fmla="*/ 350 h 719"/>
              <a:gd name="T60" fmla="*/ 189 w 375"/>
              <a:gd name="T61" fmla="*/ 362 h 719"/>
              <a:gd name="T62" fmla="*/ 195 w 375"/>
              <a:gd name="T63" fmla="*/ 374 h 719"/>
              <a:gd name="T64" fmla="*/ 201 w 375"/>
              <a:gd name="T65" fmla="*/ 386 h 719"/>
              <a:gd name="T66" fmla="*/ 208 w 375"/>
              <a:gd name="T67" fmla="*/ 398 h 719"/>
              <a:gd name="T68" fmla="*/ 214 w 375"/>
              <a:gd name="T69" fmla="*/ 410 h 719"/>
              <a:gd name="T70" fmla="*/ 220 w 375"/>
              <a:gd name="T71" fmla="*/ 421 h 719"/>
              <a:gd name="T72" fmla="*/ 226 w 375"/>
              <a:gd name="T73" fmla="*/ 433 h 719"/>
              <a:gd name="T74" fmla="*/ 232 w 375"/>
              <a:gd name="T75" fmla="*/ 445 h 719"/>
              <a:gd name="T76" fmla="*/ 239 w 375"/>
              <a:gd name="T77" fmla="*/ 457 h 719"/>
              <a:gd name="T78" fmla="*/ 245 w 375"/>
              <a:gd name="T79" fmla="*/ 469 h 719"/>
              <a:gd name="T80" fmla="*/ 251 w 375"/>
              <a:gd name="T81" fmla="*/ 481 h 719"/>
              <a:gd name="T82" fmla="*/ 257 w 375"/>
              <a:gd name="T83" fmla="*/ 493 h 719"/>
              <a:gd name="T84" fmla="*/ 263 w 375"/>
              <a:gd name="T85" fmla="*/ 505 h 719"/>
              <a:gd name="T86" fmla="*/ 270 w 375"/>
              <a:gd name="T87" fmla="*/ 517 h 719"/>
              <a:gd name="T88" fmla="*/ 276 w 375"/>
              <a:gd name="T89" fmla="*/ 529 h 719"/>
              <a:gd name="T90" fmla="*/ 282 w 375"/>
              <a:gd name="T91" fmla="*/ 541 h 719"/>
              <a:gd name="T92" fmla="*/ 288 w 375"/>
              <a:gd name="T93" fmla="*/ 553 h 719"/>
              <a:gd name="T94" fmla="*/ 295 w 375"/>
              <a:gd name="T95" fmla="*/ 564 h 719"/>
              <a:gd name="T96" fmla="*/ 301 w 375"/>
              <a:gd name="T97" fmla="*/ 576 h 719"/>
              <a:gd name="T98" fmla="*/ 307 w 375"/>
              <a:gd name="T99" fmla="*/ 588 h 719"/>
              <a:gd name="T100" fmla="*/ 313 w 375"/>
              <a:gd name="T101" fmla="*/ 600 h 719"/>
              <a:gd name="T102" fmla="*/ 319 w 375"/>
              <a:gd name="T103" fmla="*/ 612 h 719"/>
              <a:gd name="T104" fmla="*/ 326 w 375"/>
              <a:gd name="T105" fmla="*/ 624 h 719"/>
              <a:gd name="T106" fmla="*/ 332 w 375"/>
              <a:gd name="T107" fmla="*/ 636 h 719"/>
              <a:gd name="T108" fmla="*/ 338 w 375"/>
              <a:gd name="T109" fmla="*/ 648 h 719"/>
              <a:gd name="T110" fmla="*/ 344 w 375"/>
              <a:gd name="T111" fmla="*/ 660 h 719"/>
              <a:gd name="T112" fmla="*/ 350 w 375"/>
              <a:gd name="T113" fmla="*/ 672 h 719"/>
              <a:gd name="T114" fmla="*/ 357 w 375"/>
              <a:gd name="T115" fmla="*/ 684 h 719"/>
              <a:gd name="T116" fmla="*/ 363 w 375"/>
              <a:gd name="T117" fmla="*/ 696 h 719"/>
              <a:gd name="T118" fmla="*/ 369 w 375"/>
              <a:gd name="T119" fmla="*/ 707 h 719"/>
              <a:gd name="T120" fmla="*/ 375 w 375"/>
              <a:gd name="T121" fmla="*/ 719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75" h="719">
                <a:moveTo>
                  <a:pt x="0" y="0"/>
                </a:moveTo>
                <a:lnTo>
                  <a:pt x="3" y="4"/>
                </a:lnTo>
                <a:moveTo>
                  <a:pt x="7" y="12"/>
                </a:moveTo>
                <a:lnTo>
                  <a:pt x="9" y="16"/>
                </a:lnTo>
                <a:moveTo>
                  <a:pt x="13" y="24"/>
                </a:moveTo>
                <a:lnTo>
                  <a:pt x="15" y="28"/>
                </a:lnTo>
                <a:moveTo>
                  <a:pt x="19" y="36"/>
                </a:moveTo>
                <a:lnTo>
                  <a:pt x="21" y="40"/>
                </a:lnTo>
                <a:moveTo>
                  <a:pt x="25" y="48"/>
                </a:moveTo>
                <a:lnTo>
                  <a:pt x="27" y="52"/>
                </a:lnTo>
                <a:moveTo>
                  <a:pt x="32" y="60"/>
                </a:moveTo>
                <a:lnTo>
                  <a:pt x="34" y="64"/>
                </a:lnTo>
                <a:moveTo>
                  <a:pt x="38" y="72"/>
                </a:moveTo>
                <a:lnTo>
                  <a:pt x="40" y="76"/>
                </a:lnTo>
                <a:moveTo>
                  <a:pt x="44" y="84"/>
                </a:moveTo>
                <a:lnTo>
                  <a:pt x="46" y="88"/>
                </a:lnTo>
                <a:moveTo>
                  <a:pt x="50" y="96"/>
                </a:moveTo>
                <a:lnTo>
                  <a:pt x="52" y="100"/>
                </a:lnTo>
                <a:moveTo>
                  <a:pt x="56" y="108"/>
                </a:moveTo>
                <a:lnTo>
                  <a:pt x="58" y="112"/>
                </a:lnTo>
                <a:moveTo>
                  <a:pt x="63" y="120"/>
                </a:moveTo>
                <a:lnTo>
                  <a:pt x="65" y="123"/>
                </a:lnTo>
                <a:moveTo>
                  <a:pt x="69" y="131"/>
                </a:moveTo>
                <a:lnTo>
                  <a:pt x="71" y="135"/>
                </a:lnTo>
                <a:moveTo>
                  <a:pt x="75" y="143"/>
                </a:moveTo>
                <a:lnTo>
                  <a:pt x="77" y="147"/>
                </a:lnTo>
                <a:moveTo>
                  <a:pt x="81" y="155"/>
                </a:moveTo>
                <a:lnTo>
                  <a:pt x="83" y="159"/>
                </a:lnTo>
                <a:moveTo>
                  <a:pt x="87" y="167"/>
                </a:moveTo>
                <a:lnTo>
                  <a:pt x="90" y="171"/>
                </a:lnTo>
                <a:moveTo>
                  <a:pt x="94" y="179"/>
                </a:moveTo>
                <a:lnTo>
                  <a:pt x="96" y="183"/>
                </a:lnTo>
                <a:moveTo>
                  <a:pt x="100" y="191"/>
                </a:moveTo>
                <a:lnTo>
                  <a:pt x="102" y="195"/>
                </a:lnTo>
                <a:moveTo>
                  <a:pt x="106" y="203"/>
                </a:moveTo>
                <a:lnTo>
                  <a:pt x="108" y="207"/>
                </a:lnTo>
                <a:moveTo>
                  <a:pt x="112" y="215"/>
                </a:moveTo>
                <a:lnTo>
                  <a:pt x="114" y="219"/>
                </a:lnTo>
                <a:moveTo>
                  <a:pt x="119" y="227"/>
                </a:moveTo>
                <a:lnTo>
                  <a:pt x="121" y="231"/>
                </a:lnTo>
                <a:moveTo>
                  <a:pt x="125" y="239"/>
                </a:moveTo>
                <a:lnTo>
                  <a:pt x="127" y="243"/>
                </a:lnTo>
                <a:moveTo>
                  <a:pt x="131" y="251"/>
                </a:moveTo>
                <a:lnTo>
                  <a:pt x="133" y="255"/>
                </a:lnTo>
                <a:moveTo>
                  <a:pt x="137" y="263"/>
                </a:moveTo>
                <a:lnTo>
                  <a:pt x="139" y="267"/>
                </a:lnTo>
                <a:moveTo>
                  <a:pt x="143" y="274"/>
                </a:moveTo>
                <a:lnTo>
                  <a:pt x="145" y="278"/>
                </a:lnTo>
                <a:moveTo>
                  <a:pt x="150" y="286"/>
                </a:moveTo>
                <a:lnTo>
                  <a:pt x="152" y="290"/>
                </a:lnTo>
                <a:moveTo>
                  <a:pt x="156" y="298"/>
                </a:moveTo>
                <a:lnTo>
                  <a:pt x="158" y="302"/>
                </a:lnTo>
                <a:moveTo>
                  <a:pt x="162" y="310"/>
                </a:moveTo>
                <a:lnTo>
                  <a:pt x="164" y="314"/>
                </a:lnTo>
                <a:moveTo>
                  <a:pt x="168" y="322"/>
                </a:moveTo>
                <a:lnTo>
                  <a:pt x="170" y="326"/>
                </a:lnTo>
                <a:moveTo>
                  <a:pt x="174" y="334"/>
                </a:moveTo>
                <a:lnTo>
                  <a:pt x="177" y="338"/>
                </a:lnTo>
                <a:moveTo>
                  <a:pt x="181" y="346"/>
                </a:moveTo>
                <a:lnTo>
                  <a:pt x="183" y="350"/>
                </a:lnTo>
                <a:moveTo>
                  <a:pt x="187" y="358"/>
                </a:moveTo>
                <a:lnTo>
                  <a:pt x="189" y="362"/>
                </a:lnTo>
                <a:moveTo>
                  <a:pt x="193" y="370"/>
                </a:moveTo>
                <a:lnTo>
                  <a:pt x="195" y="374"/>
                </a:lnTo>
                <a:moveTo>
                  <a:pt x="199" y="382"/>
                </a:moveTo>
                <a:lnTo>
                  <a:pt x="201" y="386"/>
                </a:lnTo>
                <a:moveTo>
                  <a:pt x="206" y="394"/>
                </a:moveTo>
                <a:lnTo>
                  <a:pt x="208" y="398"/>
                </a:lnTo>
                <a:moveTo>
                  <a:pt x="212" y="406"/>
                </a:moveTo>
                <a:lnTo>
                  <a:pt x="214" y="410"/>
                </a:lnTo>
                <a:moveTo>
                  <a:pt x="218" y="417"/>
                </a:moveTo>
                <a:lnTo>
                  <a:pt x="220" y="421"/>
                </a:lnTo>
                <a:moveTo>
                  <a:pt x="224" y="429"/>
                </a:moveTo>
                <a:lnTo>
                  <a:pt x="226" y="433"/>
                </a:lnTo>
                <a:moveTo>
                  <a:pt x="230" y="441"/>
                </a:moveTo>
                <a:lnTo>
                  <a:pt x="232" y="445"/>
                </a:lnTo>
                <a:moveTo>
                  <a:pt x="237" y="453"/>
                </a:moveTo>
                <a:lnTo>
                  <a:pt x="239" y="457"/>
                </a:lnTo>
                <a:moveTo>
                  <a:pt x="243" y="465"/>
                </a:moveTo>
                <a:lnTo>
                  <a:pt x="245" y="469"/>
                </a:lnTo>
                <a:moveTo>
                  <a:pt x="249" y="477"/>
                </a:moveTo>
                <a:lnTo>
                  <a:pt x="251" y="481"/>
                </a:lnTo>
                <a:moveTo>
                  <a:pt x="255" y="489"/>
                </a:moveTo>
                <a:lnTo>
                  <a:pt x="257" y="493"/>
                </a:lnTo>
                <a:moveTo>
                  <a:pt x="261" y="501"/>
                </a:moveTo>
                <a:lnTo>
                  <a:pt x="263" y="505"/>
                </a:lnTo>
                <a:moveTo>
                  <a:pt x="268" y="513"/>
                </a:moveTo>
                <a:lnTo>
                  <a:pt x="270" y="517"/>
                </a:lnTo>
                <a:moveTo>
                  <a:pt x="274" y="525"/>
                </a:moveTo>
                <a:lnTo>
                  <a:pt x="276" y="529"/>
                </a:lnTo>
                <a:moveTo>
                  <a:pt x="280" y="537"/>
                </a:moveTo>
                <a:lnTo>
                  <a:pt x="282" y="541"/>
                </a:lnTo>
                <a:moveTo>
                  <a:pt x="286" y="549"/>
                </a:moveTo>
                <a:lnTo>
                  <a:pt x="288" y="553"/>
                </a:lnTo>
                <a:moveTo>
                  <a:pt x="292" y="560"/>
                </a:moveTo>
                <a:lnTo>
                  <a:pt x="295" y="564"/>
                </a:lnTo>
                <a:moveTo>
                  <a:pt x="299" y="572"/>
                </a:moveTo>
                <a:lnTo>
                  <a:pt x="301" y="576"/>
                </a:lnTo>
                <a:moveTo>
                  <a:pt x="305" y="584"/>
                </a:moveTo>
                <a:lnTo>
                  <a:pt x="307" y="588"/>
                </a:lnTo>
                <a:moveTo>
                  <a:pt x="311" y="596"/>
                </a:moveTo>
                <a:lnTo>
                  <a:pt x="313" y="600"/>
                </a:lnTo>
                <a:moveTo>
                  <a:pt x="317" y="608"/>
                </a:moveTo>
                <a:lnTo>
                  <a:pt x="319" y="612"/>
                </a:lnTo>
                <a:moveTo>
                  <a:pt x="324" y="620"/>
                </a:moveTo>
                <a:lnTo>
                  <a:pt x="326" y="624"/>
                </a:lnTo>
                <a:moveTo>
                  <a:pt x="330" y="632"/>
                </a:moveTo>
                <a:lnTo>
                  <a:pt x="332" y="636"/>
                </a:lnTo>
                <a:moveTo>
                  <a:pt x="336" y="644"/>
                </a:moveTo>
                <a:lnTo>
                  <a:pt x="338" y="648"/>
                </a:lnTo>
                <a:moveTo>
                  <a:pt x="342" y="656"/>
                </a:moveTo>
                <a:lnTo>
                  <a:pt x="344" y="660"/>
                </a:lnTo>
                <a:moveTo>
                  <a:pt x="348" y="668"/>
                </a:moveTo>
                <a:lnTo>
                  <a:pt x="350" y="672"/>
                </a:lnTo>
                <a:moveTo>
                  <a:pt x="355" y="680"/>
                </a:moveTo>
                <a:lnTo>
                  <a:pt x="357" y="684"/>
                </a:lnTo>
                <a:moveTo>
                  <a:pt x="361" y="692"/>
                </a:moveTo>
                <a:lnTo>
                  <a:pt x="363" y="696"/>
                </a:lnTo>
                <a:moveTo>
                  <a:pt x="367" y="703"/>
                </a:moveTo>
                <a:lnTo>
                  <a:pt x="369" y="707"/>
                </a:lnTo>
                <a:moveTo>
                  <a:pt x="373" y="715"/>
                </a:moveTo>
                <a:lnTo>
                  <a:pt x="375" y="71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" name="Freeform 79">
            <a:extLst>
              <a:ext uri="{FF2B5EF4-FFF2-40B4-BE49-F238E27FC236}">
                <a16:creationId xmlns:a16="http://schemas.microsoft.com/office/drawing/2014/main" id="{69FE526D-5641-6B1E-3915-5E39138E7C17}"/>
              </a:ext>
            </a:extLst>
          </p:cNvPr>
          <p:cNvSpPr>
            <a:spLocks noEditPoints="1"/>
          </p:cNvSpPr>
          <p:nvPr/>
        </p:nvSpPr>
        <p:spPr bwMode="auto">
          <a:xfrm>
            <a:off x="3702051" y="131763"/>
            <a:ext cx="730250" cy="739775"/>
          </a:xfrm>
          <a:custGeom>
            <a:avLst/>
            <a:gdLst>
              <a:gd name="T0" fmla="*/ 13 w 919"/>
              <a:gd name="T1" fmla="*/ 13 h 931"/>
              <a:gd name="T2" fmla="*/ 32 w 919"/>
              <a:gd name="T3" fmla="*/ 32 h 931"/>
              <a:gd name="T4" fmla="*/ 51 w 919"/>
              <a:gd name="T5" fmla="*/ 51 h 931"/>
              <a:gd name="T6" fmla="*/ 70 w 919"/>
              <a:gd name="T7" fmla="*/ 70 h 931"/>
              <a:gd name="T8" fmla="*/ 88 w 919"/>
              <a:gd name="T9" fmla="*/ 89 h 931"/>
              <a:gd name="T10" fmla="*/ 107 w 919"/>
              <a:gd name="T11" fmla="*/ 108 h 931"/>
              <a:gd name="T12" fmla="*/ 126 w 919"/>
              <a:gd name="T13" fmla="*/ 127 h 931"/>
              <a:gd name="T14" fmla="*/ 145 w 919"/>
              <a:gd name="T15" fmla="*/ 147 h 931"/>
              <a:gd name="T16" fmla="*/ 164 w 919"/>
              <a:gd name="T17" fmla="*/ 166 h 931"/>
              <a:gd name="T18" fmla="*/ 183 w 919"/>
              <a:gd name="T19" fmla="*/ 185 h 931"/>
              <a:gd name="T20" fmla="*/ 202 w 919"/>
              <a:gd name="T21" fmla="*/ 204 h 931"/>
              <a:gd name="T22" fmla="*/ 221 w 919"/>
              <a:gd name="T23" fmla="*/ 223 h 931"/>
              <a:gd name="T24" fmla="*/ 239 w 919"/>
              <a:gd name="T25" fmla="*/ 242 h 931"/>
              <a:gd name="T26" fmla="*/ 258 w 919"/>
              <a:gd name="T27" fmla="*/ 261 h 931"/>
              <a:gd name="T28" fmla="*/ 277 w 919"/>
              <a:gd name="T29" fmla="*/ 280 h 931"/>
              <a:gd name="T30" fmla="*/ 296 w 919"/>
              <a:gd name="T31" fmla="*/ 300 h 931"/>
              <a:gd name="T32" fmla="*/ 315 w 919"/>
              <a:gd name="T33" fmla="*/ 319 h 931"/>
              <a:gd name="T34" fmla="*/ 334 w 919"/>
              <a:gd name="T35" fmla="*/ 338 h 931"/>
              <a:gd name="T36" fmla="*/ 353 w 919"/>
              <a:gd name="T37" fmla="*/ 357 h 931"/>
              <a:gd name="T38" fmla="*/ 372 w 919"/>
              <a:gd name="T39" fmla="*/ 376 h 931"/>
              <a:gd name="T40" fmla="*/ 390 w 919"/>
              <a:gd name="T41" fmla="*/ 395 h 931"/>
              <a:gd name="T42" fmla="*/ 409 w 919"/>
              <a:gd name="T43" fmla="*/ 414 h 931"/>
              <a:gd name="T44" fmla="*/ 428 w 919"/>
              <a:gd name="T45" fmla="*/ 434 h 931"/>
              <a:gd name="T46" fmla="*/ 447 w 919"/>
              <a:gd name="T47" fmla="*/ 453 h 931"/>
              <a:gd name="T48" fmla="*/ 466 w 919"/>
              <a:gd name="T49" fmla="*/ 472 h 931"/>
              <a:gd name="T50" fmla="*/ 485 w 919"/>
              <a:gd name="T51" fmla="*/ 491 h 931"/>
              <a:gd name="T52" fmla="*/ 504 w 919"/>
              <a:gd name="T53" fmla="*/ 510 h 931"/>
              <a:gd name="T54" fmla="*/ 523 w 919"/>
              <a:gd name="T55" fmla="*/ 529 h 931"/>
              <a:gd name="T56" fmla="*/ 541 w 919"/>
              <a:gd name="T57" fmla="*/ 548 h 931"/>
              <a:gd name="T58" fmla="*/ 560 w 919"/>
              <a:gd name="T59" fmla="*/ 568 h 931"/>
              <a:gd name="T60" fmla="*/ 579 w 919"/>
              <a:gd name="T61" fmla="*/ 587 h 931"/>
              <a:gd name="T62" fmla="*/ 598 w 919"/>
              <a:gd name="T63" fmla="*/ 606 h 931"/>
              <a:gd name="T64" fmla="*/ 617 w 919"/>
              <a:gd name="T65" fmla="*/ 625 h 931"/>
              <a:gd name="T66" fmla="*/ 636 w 919"/>
              <a:gd name="T67" fmla="*/ 644 h 931"/>
              <a:gd name="T68" fmla="*/ 655 w 919"/>
              <a:gd name="T69" fmla="*/ 663 h 931"/>
              <a:gd name="T70" fmla="*/ 674 w 919"/>
              <a:gd name="T71" fmla="*/ 682 h 931"/>
              <a:gd name="T72" fmla="*/ 692 w 919"/>
              <a:gd name="T73" fmla="*/ 701 h 931"/>
              <a:gd name="T74" fmla="*/ 711 w 919"/>
              <a:gd name="T75" fmla="*/ 721 h 931"/>
              <a:gd name="T76" fmla="*/ 730 w 919"/>
              <a:gd name="T77" fmla="*/ 740 h 931"/>
              <a:gd name="T78" fmla="*/ 749 w 919"/>
              <a:gd name="T79" fmla="*/ 759 h 931"/>
              <a:gd name="T80" fmla="*/ 768 w 919"/>
              <a:gd name="T81" fmla="*/ 778 h 931"/>
              <a:gd name="T82" fmla="*/ 787 w 919"/>
              <a:gd name="T83" fmla="*/ 797 h 931"/>
              <a:gd name="T84" fmla="*/ 806 w 919"/>
              <a:gd name="T85" fmla="*/ 816 h 931"/>
              <a:gd name="T86" fmla="*/ 825 w 919"/>
              <a:gd name="T87" fmla="*/ 835 h 931"/>
              <a:gd name="T88" fmla="*/ 844 w 919"/>
              <a:gd name="T89" fmla="*/ 855 h 931"/>
              <a:gd name="T90" fmla="*/ 862 w 919"/>
              <a:gd name="T91" fmla="*/ 874 h 931"/>
              <a:gd name="T92" fmla="*/ 881 w 919"/>
              <a:gd name="T93" fmla="*/ 893 h 931"/>
              <a:gd name="T94" fmla="*/ 900 w 919"/>
              <a:gd name="T95" fmla="*/ 912 h 931"/>
              <a:gd name="T96" fmla="*/ 919 w 919"/>
              <a:gd name="T97" fmla="*/ 931 h 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9" h="931">
                <a:moveTo>
                  <a:pt x="0" y="0"/>
                </a:moveTo>
                <a:lnTo>
                  <a:pt x="3" y="3"/>
                </a:lnTo>
                <a:moveTo>
                  <a:pt x="10" y="9"/>
                </a:moveTo>
                <a:lnTo>
                  <a:pt x="13" y="13"/>
                </a:lnTo>
                <a:moveTo>
                  <a:pt x="19" y="19"/>
                </a:moveTo>
                <a:lnTo>
                  <a:pt x="22" y="22"/>
                </a:lnTo>
                <a:moveTo>
                  <a:pt x="29" y="28"/>
                </a:moveTo>
                <a:lnTo>
                  <a:pt x="32" y="32"/>
                </a:lnTo>
                <a:moveTo>
                  <a:pt x="38" y="38"/>
                </a:moveTo>
                <a:lnTo>
                  <a:pt x="41" y="41"/>
                </a:lnTo>
                <a:moveTo>
                  <a:pt x="48" y="48"/>
                </a:moveTo>
                <a:lnTo>
                  <a:pt x="51" y="51"/>
                </a:lnTo>
                <a:moveTo>
                  <a:pt x="57" y="57"/>
                </a:moveTo>
                <a:lnTo>
                  <a:pt x="60" y="60"/>
                </a:lnTo>
                <a:moveTo>
                  <a:pt x="66" y="67"/>
                </a:moveTo>
                <a:lnTo>
                  <a:pt x="70" y="70"/>
                </a:lnTo>
                <a:moveTo>
                  <a:pt x="76" y="76"/>
                </a:moveTo>
                <a:lnTo>
                  <a:pt x="79" y="80"/>
                </a:lnTo>
                <a:moveTo>
                  <a:pt x="85" y="86"/>
                </a:moveTo>
                <a:lnTo>
                  <a:pt x="88" y="89"/>
                </a:lnTo>
                <a:moveTo>
                  <a:pt x="95" y="95"/>
                </a:moveTo>
                <a:lnTo>
                  <a:pt x="98" y="99"/>
                </a:lnTo>
                <a:moveTo>
                  <a:pt x="104" y="105"/>
                </a:moveTo>
                <a:lnTo>
                  <a:pt x="107" y="108"/>
                </a:lnTo>
                <a:moveTo>
                  <a:pt x="114" y="115"/>
                </a:moveTo>
                <a:lnTo>
                  <a:pt x="117" y="118"/>
                </a:lnTo>
                <a:moveTo>
                  <a:pt x="123" y="124"/>
                </a:moveTo>
                <a:lnTo>
                  <a:pt x="126" y="127"/>
                </a:lnTo>
                <a:moveTo>
                  <a:pt x="132" y="134"/>
                </a:moveTo>
                <a:lnTo>
                  <a:pt x="136" y="137"/>
                </a:lnTo>
                <a:moveTo>
                  <a:pt x="142" y="143"/>
                </a:moveTo>
                <a:lnTo>
                  <a:pt x="145" y="147"/>
                </a:lnTo>
                <a:moveTo>
                  <a:pt x="151" y="153"/>
                </a:moveTo>
                <a:lnTo>
                  <a:pt x="155" y="156"/>
                </a:lnTo>
                <a:moveTo>
                  <a:pt x="161" y="162"/>
                </a:moveTo>
                <a:lnTo>
                  <a:pt x="164" y="166"/>
                </a:lnTo>
                <a:moveTo>
                  <a:pt x="170" y="172"/>
                </a:moveTo>
                <a:lnTo>
                  <a:pt x="173" y="175"/>
                </a:lnTo>
                <a:moveTo>
                  <a:pt x="180" y="182"/>
                </a:moveTo>
                <a:lnTo>
                  <a:pt x="183" y="185"/>
                </a:lnTo>
                <a:moveTo>
                  <a:pt x="189" y="191"/>
                </a:moveTo>
                <a:lnTo>
                  <a:pt x="192" y="194"/>
                </a:lnTo>
                <a:moveTo>
                  <a:pt x="199" y="201"/>
                </a:moveTo>
                <a:lnTo>
                  <a:pt x="202" y="204"/>
                </a:lnTo>
                <a:moveTo>
                  <a:pt x="208" y="210"/>
                </a:moveTo>
                <a:lnTo>
                  <a:pt x="211" y="213"/>
                </a:lnTo>
                <a:moveTo>
                  <a:pt x="217" y="220"/>
                </a:moveTo>
                <a:lnTo>
                  <a:pt x="221" y="223"/>
                </a:lnTo>
                <a:moveTo>
                  <a:pt x="227" y="229"/>
                </a:moveTo>
                <a:lnTo>
                  <a:pt x="230" y="233"/>
                </a:lnTo>
                <a:moveTo>
                  <a:pt x="236" y="239"/>
                </a:moveTo>
                <a:lnTo>
                  <a:pt x="239" y="242"/>
                </a:lnTo>
                <a:moveTo>
                  <a:pt x="246" y="249"/>
                </a:moveTo>
                <a:lnTo>
                  <a:pt x="249" y="252"/>
                </a:lnTo>
                <a:moveTo>
                  <a:pt x="255" y="258"/>
                </a:moveTo>
                <a:lnTo>
                  <a:pt x="258" y="261"/>
                </a:lnTo>
                <a:moveTo>
                  <a:pt x="265" y="268"/>
                </a:moveTo>
                <a:lnTo>
                  <a:pt x="268" y="271"/>
                </a:lnTo>
                <a:moveTo>
                  <a:pt x="274" y="277"/>
                </a:moveTo>
                <a:lnTo>
                  <a:pt x="277" y="280"/>
                </a:lnTo>
                <a:moveTo>
                  <a:pt x="284" y="287"/>
                </a:moveTo>
                <a:lnTo>
                  <a:pt x="287" y="290"/>
                </a:lnTo>
                <a:moveTo>
                  <a:pt x="293" y="296"/>
                </a:moveTo>
                <a:lnTo>
                  <a:pt x="296" y="300"/>
                </a:lnTo>
                <a:moveTo>
                  <a:pt x="302" y="306"/>
                </a:moveTo>
                <a:lnTo>
                  <a:pt x="306" y="309"/>
                </a:lnTo>
                <a:moveTo>
                  <a:pt x="312" y="316"/>
                </a:moveTo>
                <a:lnTo>
                  <a:pt x="315" y="319"/>
                </a:lnTo>
                <a:moveTo>
                  <a:pt x="321" y="325"/>
                </a:moveTo>
                <a:lnTo>
                  <a:pt x="324" y="328"/>
                </a:lnTo>
                <a:moveTo>
                  <a:pt x="331" y="335"/>
                </a:moveTo>
                <a:lnTo>
                  <a:pt x="334" y="338"/>
                </a:lnTo>
                <a:moveTo>
                  <a:pt x="340" y="344"/>
                </a:moveTo>
                <a:lnTo>
                  <a:pt x="343" y="347"/>
                </a:lnTo>
                <a:moveTo>
                  <a:pt x="350" y="354"/>
                </a:moveTo>
                <a:lnTo>
                  <a:pt x="353" y="357"/>
                </a:lnTo>
                <a:moveTo>
                  <a:pt x="359" y="363"/>
                </a:moveTo>
                <a:lnTo>
                  <a:pt x="362" y="367"/>
                </a:lnTo>
                <a:moveTo>
                  <a:pt x="368" y="373"/>
                </a:moveTo>
                <a:lnTo>
                  <a:pt x="372" y="376"/>
                </a:lnTo>
                <a:moveTo>
                  <a:pt x="378" y="383"/>
                </a:moveTo>
                <a:lnTo>
                  <a:pt x="381" y="386"/>
                </a:lnTo>
                <a:moveTo>
                  <a:pt x="387" y="392"/>
                </a:moveTo>
                <a:lnTo>
                  <a:pt x="390" y="395"/>
                </a:lnTo>
                <a:moveTo>
                  <a:pt x="397" y="402"/>
                </a:moveTo>
                <a:lnTo>
                  <a:pt x="400" y="405"/>
                </a:lnTo>
                <a:moveTo>
                  <a:pt x="406" y="411"/>
                </a:moveTo>
                <a:lnTo>
                  <a:pt x="409" y="414"/>
                </a:lnTo>
                <a:moveTo>
                  <a:pt x="416" y="421"/>
                </a:moveTo>
                <a:lnTo>
                  <a:pt x="419" y="424"/>
                </a:lnTo>
                <a:moveTo>
                  <a:pt x="425" y="430"/>
                </a:moveTo>
                <a:lnTo>
                  <a:pt x="428" y="434"/>
                </a:lnTo>
                <a:moveTo>
                  <a:pt x="435" y="440"/>
                </a:moveTo>
                <a:lnTo>
                  <a:pt x="438" y="443"/>
                </a:lnTo>
                <a:moveTo>
                  <a:pt x="444" y="449"/>
                </a:moveTo>
                <a:lnTo>
                  <a:pt x="447" y="453"/>
                </a:lnTo>
                <a:moveTo>
                  <a:pt x="453" y="459"/>
                </a:moveTo>
                <a:lnTo>
                  <a:pt x="457" y="462"/>
                </a:lnTo>
                <a:moveTo>
                  <a:pt x="463" y="469"/>
                </a:moveTo>
                <a:lnTo>
                  <a:pt x="466" y="472"/>
                </a:lnTo>
                <a:moveTo>
                  <a:pt x="472" y="478"/>
                </a:moveTo>
                <a:lnTo>
                  <a:pt x="475" y="481"/>
                </a:lnTo>
                <a:moveTo>
                  <a:pt x="482" y="488"/>
                </a:moveTo>
                <a:lnTo>
                  <a:pt x="485" y="491"/>
                </a:lnTo>
                <a:moveTo>
                  <a:pt x="491" y="497"/>
                </a:moveTo>
                <a:lnTo>
                  <a:pt x="494" y="501"/>
                </a:lnTo>
                <a:moveTo>
                  <a:pt x="501" y="507"/>
                </a:moveTo>
                <a:lnTo>
                  <a:pt x="504" y="510"/>
                </a:lnTo>
                <a:moveTo>
                  <a:pt x="510" y="516"/>
                </a:moveTo>
                <a:lnTo>
                  <a:pt x="513" y="520"/>
                </a:lnTo>
                <a:moveTo>
                  <a:pt x="519" y="526"/>
                </a:moveTo>
                <a:lnTo>
                  <a:pt x="523" y="529"/>
                </a:lnTo>
                <a:moveTo>
                  <a:pt x="529" y="536"/>
                </a:moveTo>
                <a:lnTo>
                  <a:pt x="532" y="539"/>
                </a:lnTo>
                <a:moveTo>
                  <a:pt x="538" y="545"/>
                </a:moveTo>
                <a:lnTo>
                  <a:pt x="541" y="548"/>
                </a:lnTo>
                <a:moveTo>
                  <a:pt x="548" y="555"/>
                </a:moveTo>
                <a:lnTo>
                  <a:pt x="551" y="558"/>
                </a:lnTo>
                <a:moveTo>
                  <a:pt x="557" y="564"/>
                </a:moveTo>
                <a:lnTo>
                  <a:pt x="560" y="568"/>
                </a:lnTo>
                <a:moveTo>
                  <a:pt x="567" y="574"/>
                </a:moveTo>
                <a:lnTo>
                  <a:pt x="570" y="577"/>
                </a:lnTo>
                <a:moveTo>
                  <a:pt x="576" y="583"/>
                </a:moveTo>
                <a:lnTo>
                  <a:pt x="579" y="587"/>
                </a:lnTo>
                <a:moveTo>
                  <a:pt x="586" y="593"/>
                </a:moveTo>
                <a:lnTo>
                  <a:pt x="589" y="596"/>
                </a:lnTo>
                <a:moveTo>
                  <a:pt x="595" y="603"/>
                </a:moveTo>
                <a:lnTo>
                  <a:pt x="598" y="606"/>
                </a:lnTo>
                <a:moveTo>
                  <a:pt x="604" y="612"/>
                </a:moveTo>
                <a:lnTo>
                  <a:pt x="608" y="615"/>
                </a:lnTo>
                <a:moveTo>
                  <a:pt x="614" y="622"/>
                </a:moveTo>
                <a:lnTo>
                  <a:pt x="617" y="625"/>
                </a:lnTo>
                <a:moveTo>
                  <a:pt x="623" y="631"/>
                </a:moveTo>
                <a:lnTo>
                  <a:pt x="626" y="634"/>
                </a:lnTo>
                <a:moveTo>
                  <a:pt x="633" y="641"/>
                </a:moveTo>
                <a:lnTo>
                  <a:pt x="636" y="644"/>
                </a:lnTo>
                <a:moveTo>
                  <a:pt x="642" y="650"/>
                </a:moveTo>
                <a:lnTo>
                  <a:pt x="645" y="654"/>
                </a:lnTo>
                <a:moveTo>
                  <a:pt x="652" y="660"/>
                </a:moveTo>
                <a:lnTo>
                  <a:pt x="655" y="663"/>
                </a:lnTo>
                <a:moveTo>
                  <a:pt x="661" y="670"/>
                </a:moveTo>
                <a:lnTo>
                  <a:pt x="664" y="673"/>
                </a:lnTo>
                <a:moveTo>
                  <a:pt x="670" y="679"/>
                </a:moveTo>
                <a:lnTo>
                  <a:pt x="674" y="682"/>
                </a:lnTo>
                <a:moveTo>
                  <a:pt x="680" y="689"/>
                </a:moveTo>
                <a:lnTo>
                  <a:pt x="683" y="692"/>
                </a:lnTo>
                <a:moveTo>
                  <a:pt x="689" y="698"/>
                </a:moveTo>
                <a:lnTo>
                  <a:pt x="692" y="701"/>
                </a:lnTo>
                <a:moveTo>
                  <a:pt x="699" y="708"/>
                </a:moveTo>
                <a:lnTo>
                  <a:pt x="702" y="711"/>
                </a:lnTo>
                <a:moveTo>
                  <a:pt x="708" y="717"/>
                </a:moveTo>
                <a:lnTo>
                  <a:pt x="711" y="721"/>
                </a:lnTo>
                <a:moveTo>
                  <a:pt x="718" y="727"/>
                </a:moveTo>
                <a:lnTo>
                  <a:pt x="721" y="730"/>
                </a:lnTo>
                <a:moveTo>
                  <a:pt x="727" y="737"/>
                </a:moveTo>
                <a:lnTo>
                  <a:pt x="730" y="740"/>
                </a:lnTo>
                <a:moveTo>
                  <a:pt x="737" y="746"/>
                </a:moveTo>
                <a:lnTo>
                  <a:pt x="740" y="749"/>
                </a:lnTo>
                <a:moveTo>
                  <a:pt x="746" y="756"/>
                </a:moveTo>
                <a:lnTo>
                  <a:pt x="749" y="759"/>
                </a:lnTo>
                <a:moveTo>
                  <a:pt x="755" y="765"/>
                </a:moveTo>
                <a:lnTo>
                  <a:pt x="759" y="768"/>
                </a:lnTo>
                <a:moveTo>
                  <a:pt x="765" y="775"/>
                </a:moveTo>
                <a:lnTo>
                  <a:pt x="768" y="778"/>
                </a:lnTo>
                <a:moveTo>
                  <a:pt x="774" y="784"/>
                </a:moveTo>
                <a:lnTo>
                  <a:pt x="777" y="788"/>
                </a:lnTo>
                <a:moveTo>
                  <a:pt x="784" y="794"/>
                </a:moveTo>
                <a:lnTo>
                  <a:pt x="787" y="797"/>
                </a:lnTo>
                <a:moveTo>
                  <a:pt x="793" y="804"/>
                </a:moveTo>
                <a:lnTo>
                  <a:pt x="796" y="807"/>
                </a:lnTo>
                <a:moveTo>
                  <a:pt x="803" y="813"/>
                </a:moveTo>
                <a:lnTo>
                  <a:pt x="806" y="816"/>
                </a:lnTo>
                <a:moveTo>
                  <a:pt x="812" y="823"/>
                </a:moveTo>
                <a:lnTo>
                  <a:pt x="815" y="826"/>
                </a:lnTo>
                <a:moveTo>
                  <a:pt x="821" y="832"/>
                </a:moveTo>
                <a:lnTo>
                  <a:pt x="825" y="835"/>
                </a:lnTo>
                <a:moveTo>
                  <a:pt x="831" y="842"/>
                </a:moveTo>
                <a:lnTo>
                  <a:pt x="834" y="845"/>
                </a:lnTo>
                <a:moveTo>
                  <a:pt x="840" y="851"/>
                </a:moveTo>
                <a:lnTo>
                  <a:pt x="844" y="855"/>
                </a:lnTo>
                <a:moveTo>
                  <a:pt x="850" y="861"/>
                </a:moveTo>
                <a:lnTo>
                  <a:pt x="853" y="864"/>
                </a:lnTo>
                <a:moveTo>
                  <a:pt x="859" y="870"/>
                </a:moveTo>
                <a:lnTo>
                  <a:pt x="862" y="874"/>
                </a:lnTo>
                <a:moveTo>
                  <a:pt x="869" y="880"/>
                </a:moveTo>
                <a:lnTo>
                  <a:pt x="872" y="883"/>
                </a:lnTo>
                <a:moveTo>
                  <a:pt x="878" y="890"/>
                </a:moveTo>
                <a:lnTo>
                  <a:pt x="881" y="893"/>
                </a:lnTo>
                <a:moveTo>
                  <a:pt x="888" y="899"/>
                </a:moveTo>
                <a:lnTo>
                  <a:pt x="891" y="902"/>
                </a:lnTo>
                <a:moveTo>
                  <a:pt x="897" y="909"/>
                </a:moveTo>
                <a:lnTo>
                  <a:pt x="900" y="912"/>
                </a:lnTo>
                <a:moveTo>
                  <a:pt x="906" y="918"/>
                </a:moveTo>
                <a:lnTo>
                  <a:pt x="910" y="922"/>
                </a:lnTo>
                <a:moveTo>
                  <a:pt x="916" y="928"/>
                </a:moveTo>
                <a:lnTo>
                  <a:pt x="919" y="93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Freeform 80">
            <a:extLst>
              <a:ext uri="{FF2B5EF4-FFF2-40B4-BE49-F238E27FC236}">
                <a16:creationId xmlns:a16="http://schemas.microsoft.com/office/drawing/2014/main" id="{C3CABA76-A774-4041-7B79-B5473F0351EF}"/>
              </a:ext>
            </a:extLst>
          </p:cNvPr>
          <p:cNvSpPr>
            <a:spLocks noEditPoints="1"/>
          </p:cNvSpPr>
          <p:nvPr/>
        </p:nvSpPr>
        <p:spPr bwMode="auto">
          <a:xfrm>
            <a:off x="3343276" y="777875"/>
            <a:ext cx="989013" cy="342900"/>
          </a:xfrm>
          <a:custGeom>
            <a:avLst/>
            <a:gdLst>
              <a:gd name="T0" fmla="*/ 13 w 1246"/>
              <a:gd name="T1" fmla="*/ 5 h 431"/>
              <a:gd name="T2" fmla="*/ 39 w 1246"/>
              <a:gd name="T3" fmla="*/ 13 h 431"/>
              <a:gd name="T4" fmla="*/ 64 w 1246"/>
              <a:gd name="T5" fmla="*/ 22 h 431"/>
              <a:gd name="T6" fmla="*/ 90 w 1246"/>
              <a:gd name="T7" fmla="*/ 31 h 431"/>
              <a:gd name="T8" fmla="*/ 115 w 1246"/>
              <a:gd name="T9" fmla="*/ 40 h 431"/>
              <a:gd name="T10" fmla="*/ 141 w 1246"/>
              <a:gd name="T11" fmla="*/ 49 h 431"/>
              <a:gd name="T12" fmla="*/ 166 w 1246"/>
              <a:gd name="T13" fmla="*/ 57 h 431"/>
              <a:gd name="T14" fmla="*/ 191 w 1246"/>
              <a:gd name="T15" fmla="*/ 66 h 431"/>
              <a:gd name="T16" fmla="*/ 217 w 1246"/>
              <a:gd name="T17" fmla="*/ 75 h 431"/>
              <a:gd name="T18" fmla="*/ 242 w 1246"/>
              <a:gd name="T19" fmla="*/ 84 h 431"/>
              <a:gd name="T20" fmla="*/ 268 w 1246"/>
              <a:gd name="T21" fmla="*/ 92 h 431"/>
              <a:gd name="T22" fmla="*/ 293 w 1246"/>
              <a:gd name="T23" fmla="*/ 101 h 431"/>
              <a:gd name="T24" fmla="*/ 318 w 1246"/>
              <a:gd name="T25" fmla="*/ 110 h 431"/>
              <a:gd name="T26" fmla="*/ 344 w 1246"/>
              <a:gd name="T27" fmla="*/ 119 h 431"/>
              <a:gd name="T28" fmla="*/ 369 w 1246"/>
              <a:gd name="T29" fmla="*/ 128 h 431"/>
              <a:gd name="T30" fmla="*/ 395 w 1246"/>
              <a:gd name="T31" fmla="*/ 136 h 431"/>
              <a:gd name="T32" fmla="*/ 420 w 1246"/>
              <a:gd name="T33" fmla="*/ 145 h 431"/>
              <a:gd name="T34" fmla="*/ 445 w 1246"/>
              <a:gd name="T35" fmla="*/ 154 h 431"/>
              <a:gd name="T36" fmla="*/ 471 w 1246"/>
              <a:gd name="T37" fmla="*/ 163 h 431"/>
              <a:gd name="T38" fmla="*/ 496 w 1246"/>
              <a:gd name="T39" fmla="*/ 172 h 431"/>
              <a:gd name="T40" fmla="*/ 522 w 1246"/>
              <a:gd name="T41" fmla="*/ 180 h 431"/>
              <a:gd name="T42" fmla="*/ 547 w 1246"/>
              <a:gd name="T43" fmla="*/ 189 h 431"/>
              <a:gd name="T44" fmla="*/ 572 w 1246"/>
              <a:gd name="T45" fmla="*/ 198 h 431"/>
              <a:gd name="T46" fmla="*/ 598 w 1246"/>
              <a:gd name="T47" fmla="*/ 207 h 431"/>
              <a:gd name="T48" fmla="*/ 623 w 1246"/>
              <a:gd name="T49" fmla="*/ 216 h 431"/>
              <a:gd name="T50" fmla="*/ 649 w 1246"/>
              <a:gd name="T51" fmla="*/ 224 h 431"/>
              <a:gd name="T52" fmla="*/ 674 w 1246"/>
              <a:gd name="T53" fmla="*/ 233 h 431"/>
              <a:gd name="T54" fmla="*/ 699 w 1246"/>
              <a:gd name="T55" fmla="*/ 242 h 431"/>
              <a:gd name="T56" fmla="*/ 725 w 1246"/>
              <a:gd name="T57" fmla="*/ 251 h 431"/>
              <a:gd name="T58" fmla="*/ 750 w 1246"/>
              <a:gd name="T59" fmla="*/ 259 h 431"/>
              <a:gd name="T60" fmla="*/ 776 w 1246"/>
              <a:gd name="T61" fmla="*/ 268 h 431"/>
              <a:gd name="T62" fmla="*/ 801 w 1246"/>
              <a:gd name="T63" fmla="*/ 277 h 431"/>
              <a:gd name="T64" fmla="*/ 826 w 1246"/>
              <a:gd name="T65" fmla="*/ 286 h 431"/>
              <a:gd name="T66" fmla="*/ 852 w 1246"/>
              <a:gd name="T67" fmla="*/ 295 h 431"/>
              <a:gd name="T68" fmla="*/ 877 w 1246"/>
              <a:gd name="T69" fmla="*/ 303 h 431"/>
              <a:gd name="T70" fmla="*/ 903 w 1246"/>
              <a:gd name="T71" fmla="*/ 312 h 431"/>
              <a:gd name="T72" fmla="*/ 928 w 1246"/>
              <a:gd name="T73" fmla="*/ 321 h 431"/>
              <a:gd name="T74" fmla="*/ 953 w 1246"/>
              <a:gd name="T75" fmla="*/ 330 h 431"/>
              <a:gd name="T76" fmla="*/ 979 w 1246"/>
              <a:gd name="T77" fmla="*/ 339 h 431"/>
              <a:gd name="T78" fmla="*/ 1004 w 1246"/>
              <a:gd name="T79" fmla="*/ 347 h 431"/>
              <a:gd name="T80" fmla="*/ 1030 w 1246"/>
              <a:gd name="T81" fmla="*/ 356 h 431"/>
              <a:gd name="T82" fmla="*/ 1055 w 1246"/>
              <a:gd name="T83" fmla="*/ 365 h 431"/>
              <a:gd name="T84" fmla="*/ 1080 w 1246"/>
              <a:gd name="T85" fmla="*/ 374 h 431"/>
              <a:gd name="T86" fmla="*/ 1106 w 1246"/>
              <a:gd name="T87" fmla="*/ 383 h 431"/>
              <a:gd name="T88" fmla="*/ 1131 w 1246"/>
              <a:gd name="T89" fmla="*/ 391 h 431"/>
              <a:gd name="T90" fmla="*/ 1157 w 1246"/>
              <a:gd name="T91" fmla="*/ 400 h 431"/>
              <a:gd name="T92" fmla="*/ 1182 w 1246"/>
              <a:gd name="T93" fmla="*/ 409 h 431"/>
              <a:gd name="T94" fmla="*/ 1207 w 1246"/>
              <a:gd name="T95" fmla="*/ 418 h 431"/>
              <a:gd name="T96" fmla="*/ 1233 w 1246"/>
              <a:gd name="T97" fmla="*/ 426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46" h="431">
                <a:moveTo>
                  <a:pt x="0" y="0"/>
                </a:moveTo>
                <a:lnTo>
                  <a:pt x="1" y="0"/>
                </a:lnTo>
                <a:moveTo>
                  <a:pt x="9" y="3"/>
                </a:moveTo>
                <a:lnTo>
                  <a:pt x="13" y="5"/>
                </a:lnTo>
                <a:moveTo>
                  <a:pt x="22" y="7"/>
                </a:moveTo>
                <a:lnTo>
                  <a:pt x="26" y="9"/>
                </a:lnTo>
                <a:moveTo>
                  <a:pt x="35" y="12"/>
                </a:moveTo>
                <a:lnTo>
                  <a:pt x="39" y="13"/>
                </a:lnTo>
                <a:moveTo>
                  <a:pt x="47" y="16"/>
                </a:moveTo>
                <a:lnTo>
                  <a:pt x="52" y="18"/>
                </a:lnTo>
                <a:moveTo>
                  <a:pt x="60" y="21"/>
                </a:moveTo>
                <a:lnTo>
                  <a:pt x="64" y="22"/>
                </a:lnTo>
                <a:moveTo>
                  <a:pt x="73" y="25"/>
                </a:moveTo>
                <a:lnTo>
                  <a:pt x="77" y="27"/>
                </a:lnTo>
                <a:moveTo>
                  <a:pt x="85" y="29"/>
                </a:moveTo>
                <a:lnTo>
                  <a:pt x="90" y="31"/>
                </a:lnTo>
                <a:moveTo>
                  <a:pt x="98" y="34"/>
                </a:moveTo>
                <a:lnTo>
                  <a:pt x="102" y="35"/>
                </a:lnTo>
                <a:moveTo>
                  <a:pt x="111" y="38"/>
                </a:moveTo>
                <a:lnTo>
                  <a:pt x="115" y="40"/>
                </a:lnTo>
                <a:moveTo>
                  <a:pt x="124" y="43"/>
                </a:moveTo>
                <a:lnTo>
                  <a:pt x="128" y="44"/>
                </a:lnTo>
                <a:moveTo>
                  <a:pt x="136" y="47"/>
                </a:moveTo>
                <a:lnTo>
                  <a:pt x="141" y="49"/>
                </a:lnTo>
                <a:moveTo>
                  <a:pt x="149" y="51"/>
                </a:moveTo>
                <a:lnTo>
                  <a:pt x="153" y="53"/>
                </a:lnTo>
                <a:moveTo>
                  <a:pt x="162" y="56"/>
                </a:moveTo>
                <a:lnTo>
                  <a:pt x="166" y="57"/>
                </a:lnTo>
                <a:moveTo>
                  <a:pt x="174" y="60"/>
                </a:moveTo>
                <a:lnTo>
                  <a:pt x="179" y="62"/>
                </a:lnTo>
                <a:moveTo>
                  <a:pt x="187" y="65"/>
                </a:moveTo>
                <a:lnTo>
                  <a:pt x="191" y="66"/>
                </a:lnTo>
                <a:moveTo>
                  <a:pt x="200" y="69"/>
                </a:moveTo>
                <a:lnTo>
                  <a:pt x="204" y="70"/>
                </a:lnTo>
                <a:moveTo>
                  <a:pt x="212" y="73"/>
                </a:moveTo>
                <a:lnTo>
                  <a:pt x="217" y="75"/>
                </a:lnTo>
                <a:moveTo>
                  <a:pt x="225" y="78"/>
                </a:moveTo>
                <a:lnTo>
                  <a:pt x="229" y="79"/>
                </a:lnTo>
                <a:moveTo>
                  <a:pt x="238" y="82"/>
                </a:moveTo>
                <a:lnTo>
                  <a:pt x="242" y="84"/>
                </a:lnTo>
                <a:moveTo>
                  <a:pt x="251" y="87"/>
                </a:moveTo>
                <a:lnTo>
                  <a:pt x="255" y="88"/>
                </a:lnTo>
                <a:moveTo>
                  <a:pt x="263" y="91"/>
                </a:moveTo>
                <a:lnTo>
                  <a:pt x="268" y="92"/>
                </a:lnTo>
                <a:moveTo>
                  <a:pt x="276" y="95"/>
                </a:moveTo>
                <a:lnTo>
                  <a:pt x="280" y="97"/>
                </a:lnTo>
                <a:moveTo>
                  <a:pt x="289" y="100"/>
                </a:moveTo>
                <a:lnTo>
                  <a:pt x="293" y="101"/>
                </a:lnTo>
                <a:moveTo>
                  <a:pt x="301" y="104"/>
                </a:moveTo>
                <a:lnTo>
                  <a:pt x="306" y="106"/>
                </a:lnTo>
                <a:moveTo>
                  <a:pt x="314" y="109"/>
                </a:moveTo>
                <a:lnTo>
                  <a:pt x="318" y="110"/>
                </a:lnTo>
                <a:moveTo>
                  <a:pt x="327" y="113"/>
                </a:moveTo>
                <a:lnTo>
                  <a:pt x="331" y="114"/>
                </a:lnTo>
                <a:moveTo>
                  <a:pt x="339" y="117"/>
                </a:moveTo>
                <a:lnTo>
                  <a:pt x="344" y="119"/>
                </a:lnTo>
                <a:moveTo>
                  <a:pt x="352" y="122"/>
                </a:moveTo>
                <a:lnTo>
                  <a:pt x="356" y="123"/>
                </a:lnTo>
                <a:moveTo>
                  <a:pt x="365" y="126"/>
                </a:moveTo>
                <a:lnTo>
                  <a:pt x="369" y="128"/>
                </a:lnTo>
                <a:moveTo>
                  <a:pt x="378" y="131"/>
                </a:moveTo>
                <a:lnTo>
                  <a:pt x="382" y="132"/>
                </a:lnTo>
                <a:moveTo>
                  <a:pt x="390" y="135"/>
                </a:moveTo>
                <a:lnTo>
                  <a:pt x="395" y="136"/>
                </a:lnTo>
                <a:moveTo>
                  <a:pt x="403" y="139"/>
                </a:moveTo>
                <a:lnTo>
                  <a:pt x="407" y="141"/>
                </a:lnTo>
                <a:moveTo>
                  <a:pt x="416" y="144"/>
                </a:moveTo>
                <a:lnTo>
                  <a:pt x="420" y="145"/>
                </a:lnTo>
                <a:moveTo>
                  <a:pt x="428" y="148"/>
                </a:moveTo>
                <a:lnTo>
                  <a:pt x="433" y="150"/>
                </a:lnTo>
                <a:moveTo>
                  <a:pt x="441" y="153"/>
                </a:moveTo>
                <a:lnTo>
                  <a:pt x="445" y="154"/>
                </a:lnTo>
                <a:moveTo>
                  <a:pt x="454" y="157"/>
                </a:moveTo>
                <a:lnTo>
                  <a:pt x="458" y="158"/>
                </a:lnTo>
                <a:moveTo>
                  <a:pt x="467" y="161"/>
                </a:moveTo>
                <a:lnTo>
                  <a:pt x="471" y="163"/>
                </a:lnTo>
                <a:moveTo>
                  <a:pt x="479" y="166"/>
                </a:moveTo>
                <a:lnTo>
                  <a:pt x="483" y="167"/>
                </a:lnTo>
                <a:moveTo>
                  <a:pt x="492" y="170"/>
                </a:moveTo>
                <a:lnTo>
                  <a:pt x="496" y="172"/>
                </a:lnTo>
                <a:moveTo>
                  <a:pt x="505" y="174"/>
                </a:moveTo>
                <a:lnTo>
                  <a:pt x="509" y="176"/>
                </a:lnTo>
                <a:moveTo>
                  <a:pt x="517" y="179"/>
                </a:moveTo>
                <a:lnTo>
                  <a:pt x="522" y="180"/>
                </a:lnTo>
                <a:moveTo>
                  <a:pt x="530" y="183"/>
                </a:moveTo>
                <a:lnTo>
                  <a:pt x="534" y="185"/>
                </a:lnTo>
                <a:moveTo>
                  <a:pt x="543" y="188"/>
                </a:moveTo>
                <a:lnTo>
                  <a:pt x="547" y="189"/>
                </a:lnTo>
                <a:moveTo>
                  <a:pt x="555" y="192"/>
                </a:moveTo>
                <a:lnTo>
                  <a:pt x="560" y="194"/>
                </a:lnTo>
                <a:moveTo>
                  <a:pt x="568" y="196"/>
                </a:moveTo>
                <a:lnTo>
                  <a:pt x="572" y="198"/>
                </a:lnTo>
                <a:moveTo>
                  <a:pt x="581" y="201"/>
                </a:moveTo>
                <a:lnTo>
                  <a:pt x="585" y="202"/>
                </a:lnTo>
                <a:moveTo>
                  <a:pt x="594" y="205"/>
                </a:moveTo>
                <a:lnTo>
                  <a:pt x="598" y="207"/>
                </a:lnTo>
                <a:moveTo>
                  <a:pt x="606" y="210"/>
                </a:moveTo>
                <a:lnTo>
                  <a:pt x="610" y="211"/>
                </a:lnTo>
                <a:moveTo>
                  <a:pt x="619" y="214"/>
                </a:moveTo>
                <a:lnTo>
                  <a:pt x="623" y="216"/>
                </a:lnTo>
                <a:moveTo>
                  <a:pt x="632" y="218"/>
                </a:moveTo>
                <a:lnTo>
                  <a:pt x="636" y="220"/>
                </a:lnTo>
                <a:moveTo>
                  <a:pt x="644" y="223"/>
                </a:moveTo>
                <a:lnTo>
                  <a:pt x="649" y="224"/>
                </a:lnTo>
                <a:moveTo>
                  <a:pt x="657" y="227"/>
                </a:moveTo>
                <a:lnTo>
                  <a:pt x="661" y="229"/>
                </a:lnTo>
                <a:moveTo>
                  <a:pt x="670" y="232"/>
                </a:moveTo>
                <a:lnTo>
                  <a:pt x="674" y="233"/>
                </a:lnTo>
                <a:moveTo>
                  <a:pt x="682" y="236"/>
                </a:moveTo>
                <a:lnTo>
                  <a:pt x="687" y="237"/>
                </a:lnTo>
                <a:moveTo>
                  <a:pt x="695" y="240"/>
                </a:moveTo>
                <a:lnTo>
                  <a:pt x="699" y="242"/>
                </a:lnTo>
                <a:moveTo>
                  <a:pt x="708" y="245"/>
                </a:moveTo>
                <a:lnTo>
                  <a:pt x="712" y="246"/>
                </a:lnTo>
                <a:moveTo>
                  <a:pt x="721" y="249"/>
                </a:moveTo>
                <a:lnTo>
                  <a:pt x="725" y="251"/>
                </a:lnTo>
                <a:moveTo>
                  <a:pt x="733" y="254"/>
                </a:moveTo>
                <a:lnTo>
                  <a:pt x="737" y="255"/>
                </a:lnTo>
                <a:moveTo>
                  <a:pt x="746" y="258"/>
                </a:moveTo>
                <a:lnTo>
                  <a:pt x="750" y="259"/>
                </a:lnTo>
                <a:moveTo>
                  <a:pt x="759" y="262"/>
                </a:moveTo>
                <a:lnTo>
                  <a:pt x="763" y="264"/>
                </a:lnTo>
                <a:moveTo>
                  <a:pt x="771" y="267"/>
                </a:moveTo>
                <a:lnTo>
                  <a:pt x="776" y="268"/>
                </a:lnTo>
                <a:moveTo>
                  <a:pt x="784" y="271"/>
                </a:moveTo>
                <a:lnTo>
                  <a:pt x="788" y="273"/>
                </a:lnTo>
                <a:moveTo>
                  <a:pt x="797" y="276"/>
                </a:moveTo>
                <a:lnTo>
                  <a:pt x="801" y="277"/>
                </a:lnTo>
                <a:moveTo>
                  <a:pt x="809" y="280"/>
                </a:moveTo>
                <a:lnTo>
                  <a:pt x="814" y="281"/>
                </a:lnTo>
                <a:moveTo>
                  <a:pt x="822" y="284"/>
                </a:moveTo>
                <a:lnTo>
                  <a:pt x="826" y="286"/>
                </a:lnTo>
                <a:moveTo>
                  <a:pt x="835" y="289"/>
                </a:moveTo>
                <a:lnTo>
                  <a:pt x="839" y="290"/>
                </a:lnTo>
                <a:moveTo>
                  <a:pt x="848" y="293"/>
                </a:moveTo>
                <a:lnTo>
                  <a:pt x="852" y="295"/>
                </a:lnTo>
                <a:moveTo>
                  <a:pt x="860" y="298"/>
                </a:moveTo>
                <a:lnTo>
                  <a:pt x="864" y="299"/>
                </a:lnTo>
                <a:moveTo>
                  <a:pt x="873" y="302"/>
                </a:moveTo>
                <a:lnTo>
                  <a:pt x="877" y="303"/>
                </a:lnTo>
                <a:moveTo>
                  <a:pt x="886" y="306"/>
                </a:moveTo>
                <a:lnTo>
                  <a:pt x="890" y="308"/>
                </a:lnTo>
                <a:moveTo>
                  <a:pt x="898" y="311"/>
                </a:moveTo>
                <a:lnTo>
                  <a:pt x="903" y="312"/>
                </a:lnTo>
                <a:moveTo>
                  <a:pt x="911" y="315"/>
                </a:moveTo>
                <a:lnTo>
                  <a:pt x="915" y="317"/>
                </a:lnTo>
                <a:moveTo>
                  <a:pt x="924" y="320"/>
                </a:moveTo>
                <a:lnTo>
                  <a:pt x="928" y="321"/>
                </a:lnTo>
                <a:moveTo>
                  <a:pt x="936" y="324"/>
                </a:moveTo>
                <a:lnTo>
                  <a:pt x="941" y="325"/>
                </a:lnTo>
                <a:moveTo>
                  <a:pt x="949" y="328"/>
                </a:moveTo>
                <a:lnTo>
                  <a:pt x="953" y="330"/>
                </a:lnTo>
                <a:moveTo>
                  <a:pt x="962" y="333"/>
                </a:moveTo>
                <a:lnTo>
                  <a:pt x="966" y="334"/>
                </a:lnTo>
                <a:moveTo>
                  <a:pt x="975" y="337"/>
                </a:moveTo>
                <a:lnTo>
                  <a:pt x="979" y="339"/>
                </a:lnTo>
                <a:moveTo>
                  <a:pt x="987" y="341"/>
                </a:moveTo>
                <a:lnTo>
                  <a:pt x="991" y="343"/>
                </a:lnTo>
                <a:moveTo>
                  <a:pt x="1000" y="346"/>
                </a:moveTo>
                <a:lnTo>
                  <a:pt x="1004" y="347"/>
                </a:lnTo>
                <a:moveTo>
                  <a:pt x="1013" y="350"/>
                </a:moveTo>
                <a:lnTo>
                  <a:pt x="1017" y="352"/>
                </a:lnTo>
                <a:moveTo>
                  <a:pt x="1025" y="355"/>
                </a:moveTo>
                <a:lnTo>
                  <a:pt x="1030" y="356"/>
                </a:lnTo>
                <a:moveTo>
                  <a:pt x="1038" y="359"/>
                </a:moveTo>
                <a:lnTo>
                  <a:pt x="1042" y="361"/>
                </a:lnTo>
                <a:moveTo>
                  <a:pt x="1051" y="363"/>
                </a:moveTo>
                <a:lnTo>
                  <a:pt x="1055" y="365"/>
                </a:lnTo>
                <a:moveTo>
                  <a:pt x="1063" y="368"/>
                </a:moveTo>
                <a:lnTo>
                  <a:pt x="1068" y="369"/>
                </a:lnTo>
                <a:moveTo>
                  <a:pt x="1076" y="372"/>
                </a:moveTo>
                <a:lnTo>
                  <a:pt x="1080" y="374"/>
                </a:lnTo>
                <a:moveTo>
                  <a:pt x="1089" y="377"/>
                </a:moveTo>
                <a:lnTo>
                  <a:pt x="1093" y="378"/>
                </a:lnTo>
                <a:moveTo>
                  <a:pt x="1102" y="381"/>
                </a:moveTo>
                <a:lnTo>
                  <a:pt x="1106" y="383"/>
                </a:lnTo>
                <a:moveTo>
                  <a:pt x="1114" y="385"/>
                </a:moveTo>
                <a:lnTo>
                  <a:pt x="1118" y="387"/>
                </a:lnTo>
                <a:moveTo>
                  <a:pt x="1127" y="390"/>
                </a:moveTo>
                <a:lnTo>
                  <a:pt x="1131" y="391"/>
                </a:lnTo>
                <a:moveTo>
                  <a:pt x="1140" y="394"/>
                </a:moveTo>
                <a:lnTo>
                  <a:pt x="1144" y="396"/>
                </a:lnTo>
                <a:moveTo>
                  <a:pt x="1152" y="399"/>
                </a:moveTo>
                <a:lnTo>
                  <a:pt x="1157" y="400"/>
                </a:lnTo>
                <a:moveTo>
                  <a:pt x="1165" y="403"/>
                </a:moveTo>
                <a:lnTo>
                  <a:pt x="1169" y="404"/>
                </a:lnTo>
                <a:moveTo>
                  <a:pt x="1178" y="407"/>
                </a:moveTo>
                <a:lnTo>
                  <a:pt x="1182" y="409"/>
                </a:lnTo>
                <a:moveTo>
                  <a:pt x="1190" y="412"/>
                </a:moveTo>
                <a:lnTo>
                  <a:pt x="1195" y="413"/>
                </a:lnTo>
                <a:moveTo>
                  <a:pt x="1203" y="416"/>
                </a:moveTo>
                <a:lnTo>
                  <a:pt x="1207" y="418"/>
                </a:lnTo>
                <a:moveTo>
                  <a:pt x="1216" y="421"/>
                </a:moveTo>
                <a:lnTo>
                  <a:pt x="1220" y="422"/>
                </a:lnTo>
                <a:moveTo>
                  <a:pt x="1229" y="425"/>
                </a:moveTo>
                <a:lnTo>
                  <a:pt x="1233" y="426"/>
                </a:lnTo>
                <a:moveTo>
                  <a:pt x="1241" y="429"/>
                </a:moveTo>
                <a:lnTo>
                  <a:pt x="1246" y="43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" name="Line 81">
            <a:extLst>
              <a:ext uri="{FF2B5EF4-FFF2-40B4-BE49-F238E27FC236}">
                <a16:creationId xmlns:a16="http://schemas.microsoft.com/office/drawing/2014/main" id="{B9AE56DB-3D38-99DE-0234-CD7D6BD69D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3276" y="13017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Line 82">
            <a:extLst>
              <a:ext uri="{FF2B5EF4-FFF2-40B4-BE49-F238E27FC236}">
                <a16:creationId xmlns:a16="http://schemas.microsoft.com/office/drawing/2014/main" id="{F4CA8CB7-6D22-70DA-E634-EE7976A369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4476" y="13017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" name="Line 83">
            <a:extLst>
              <a:ext uri="{FF2B5EF4-FFF2-40B4-BE49-F238E27FC236}">
                <a16:creationId xmlns:a16="http://schemas.microsoft.com/office/drawing/2014/main" id="{3D0C0FBC-80FB-CA2D-8800-EF2EEF09B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3276" y="2111375"/>
            <a:ext cx="198120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Line 84">
            <a:extLst>
              <a:ext uri="{FF2B5EF4-FFF2-40B4-BE49-F238E27FC236}">
                <a16:creationId xmlns:a16="http://schemas.microsoft.com/office/drawing/2014/main" id="{3B6B7E0A-A245-08C8-0B3D-A498F62FA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3276" y="130175"/>
            <a:ext cx="198120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Rectangle 85">
            <a:extLst>
              <a:ext uri="{FF2B5EF4-FFF2-40B4-BE49-F238E27FC236}">
                <a16:creationId xmlns:a16="http://schemas.microsoft.com/office/drawing/2014/main" id="{3AE5FB5E-C482-BD67-7139-4B72B85E4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1" y="2192338"/>
            <a:ext cx="2317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(b)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5" name="Rectangle 86">
            <a:extLst>
              <a:ext uri="{FF2B5EF4-FFF2-40B4-BE49-F238E27FC236}">
                <a16:creationId xmlns:a16="http://schemas.microsoft.com/office/drawing/2014/main" id="{2386DF59-75A0-7824-9EDC-3C3164980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2197100"/>
            <a:ext cx="3794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角度概率：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6" name="Rectangle 87">
            <a:extLst>
              <a:ext uri="{FF2B5EF4-FFF2-40B4-BE49-F238E27FC236}">
                <a16:creationId xmlns:a16="http://schemas.microsoft.com/office/drawing/2014/main" id="{287C7337-06E1-EF45-CD29-FD6607C95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901" y="2192338"/>
            <a:ext cx="1428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7" name="Rectangle 88">
            <a:extLst>
              <a:ext uri="{FF2B5EF4-FFF2-40B4-BE49-F238E27FC236}">
                <a16:creationId xmlns:a16="http://schemas.microsoft.com/office/drawing/2014/main" id="{93B63835-D1C6-4248-BACD-82CE1DC4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2330450"/>
            <a:ext cx="1317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8" name="Rectangle 89">
            <a:extLst>
              <a:ext uri="{FF2B5EF4-FFF2-40B4-BE49-F238E27FC236}">
                <a16:creationId xmlns:a16="http://schemas.microsoft.com/office/drawing/2014/main" id="{45C93050-297C-73F1-BB12-CA7D3CAA6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1" y="233045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9" name="Rectangle 90">
            <a:extLst>
              <a:ext uri="{FF2B5EF4-FFF2-40B4-BE49-F238E27FC236}">
                <a16:creationId xmlns:a16="http://schemas.microsoft.com/office/drawing/2014/main" id="{3039A622-2A14-F793-6D4D-1A7E56449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1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" name="Rectangle 91">
            <a:extLst>
              <a:ext uri="{FF2B5EF4-FFF2-40B4-BE49-F238E27FC236}">
                <a16:creationId xmlns:a16="http://schemas.microsoft.com/office/drawing/2014/main" id="{9DD62135-449A-125D-50B8-5487BF7CF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138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" name="Rectangle 92">
            <a:extLst>
              <a:ext uri="{FF2B5EF4-FFF2-40B4-BE49-F238E27FC236}">
                <a16:creationId xmlns:a16="http://schemas.microsoft.com/office/drawing/2014/main" id="{11BE0EFC-0A99-CD5C-0B62-79EC4BD2F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6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" name="Rectangle 93">
            <a:extLst>
              <a:ext uri="{FF2B5EF4-FFF2-40B4-BE49-F238E27FC236}">
                <a16:creationId xmlns:a16="http://schemas.microsoft.com/office/drawing/2014/main" id="{D78A9C65-981C-A7B7-6FEC-3F34DA9C9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8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" name="Rectangle 94">
            <a:extLst>
              <a:ext uri="{FF2B5EF4-FFF2-40B4-BE49-F238E27FC236}">
                <a16:creationId xmlns:a16="http://schemas.microsoft.com/office/drawing/2014/main" id="{0EB873BD-D662-E717-567F-D3C547A68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6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4" name="Rectangle 95">
            <a:extLst>
              <a:ext uri="{FF2B5EF4-FFF2-40B4-BE49-F238E27FC236}">
                <a16:creationId xmlns:a16="http://schemas.microsoft.com/office/drawing/2014/main" id="{00227F2B-A42F-251C-5C7C-8C3DB5422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Rectangle 96">
            <a:extLst>
              <a:ext uri="{FF2B5EF4-FFF2-40B4-BE49-F238E27FC236}">
                <a16:creationId xmlns:a16="http://schemas.microsoft.com/office/drawing/2014/main" id="{B8724A34-25D7-DA82-FF59-47F0B28D8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1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6" name="Rectangle 97">
            <a:extLst>
              <a:ext uri="{FF2B5EF4-FFF2-40B4-BE49-F238E27FC236}">
                <a16:creationId xmlns:a16="http://schemas.microsoft.com/office/drawing/2014/main" id="{CE58EA14-8C38-3C79-8DDB-31F25C9CA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8" y="2330450"/>
            <a:ext cx="1016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Rectangle 98">
            <a:extLst>
              <a:ext uri="{FF2B5EF4-FFF2-40B4-BE49-F238E27FC236}">
                <a16:creationId xmlns:a16="http://schemas.microsoft.com/office/drawing/2014/main" id="{049F4473-6102-AEEE-434F-16C5F2FC1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8" name="Rectangle 99">
            <a:extLst>
              <a:ext uri="{FF2B5EF4-FFF2-40B4-BE49-F238E27FC236}">
                <a16:creationId xmlns:a16="http://schemas.microsoft.com/office/drawing/2014/main" id="{864C4EC6-35C9-5DF4-6223-0CE1FBE77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188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Rectangle 100">
            <a:extLst>
              <a:ext uri="{FF2B5EF4-FFF2-40B4-BE49-F238E27FC236}">
                <a16:creationId xmlns:a16="http://schemas.microsoft.com/office/drawing/2014/main" id="{3AC4D7B3-3BC9-D012-94FC-F77607B75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963" y="233045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0" name="Rectangle 101">
            <a:extLst>
              <a:ext uri="{FF2B5EF4-FFF2-40B4-BE49-F238E27FC236}">
                <a16:creationId xmlns:a16="http://schemas.microsoft.com/office/drawing/2014/main" id="{8F0E89A7-7D1D-6A4B-2DDC-150211340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1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Rectangle 102">
            <a:extLst>
              <a:ext uri="{FF2B5EF4-FFF2-40B4-BE49-F238E27FC236}">
                <a16:creationId xmlns:a16="http://schemas.microsoft.com/office/drawing/2014/main" id="{DCF7A865-09A7-2EF7-0FF0-D13B33B61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838" y="23304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" name="Rectangle 103">
            <a:extLst>
              <a:ext uri="{FF2B5EF4-FFF2-40B4-BE49-F238E27FC236}">
                <a16:creationId xmlns:a16="http://schemas.microsoft.com/office/drawing/2014/main" id="{36234389-67CC-A78A-DFC2-2FEE8CD78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413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Rectangle 104">
            <a:extLst>
              <a:ext uri="{FF2B5EF4-FFF2-40B4-BE49-F238E27FC236}">
                <a16:creationId xmlns:a16="http://schemas.microsoft.com/office/drawing/2014/main" id="{36071A09-16CD-7581-63BE-A6CDD2E84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1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4" name="Rectangle 105">
            <a:extLst>
              <a:ext uri="{FF2B5EF4-FFF2-40B4-BE49-F238E27FC236}">
                <a16:creationId xmlns:a16="http://schemas.microsoft.com/office/drawing/2014/main" id="{543A842E-AEFC-3775-B87E-E874814F4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Rectangle 106">
            <a:extLst>
              <a:ext uri="{FF2B5EF4-FFF2-40B4-BE49-F238E27FC236}">
                <a16:creationId xmlns:a16="http://schemas.microsoft.com/office/drawing/2014/main" id="{C4AB43AA-ABFE-6BAA-E796-7E090E03D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26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107">
            <a:extLst>
              <a:ext uri="{FF2B5EF4-FFF2-40B4-BE49-F238E27FC236}">
                <a16:creationId xmlns:a16="http://schemas.microsoft.com/office/drawing/2014/main" id="{7E0BDFE5-6EC9-F541-45B2-2341DBBF5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38" y="2330450"/>
            <a:ext cx="1127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Rectangle 108">
            <a:extLst>
              <a:ext uri="{FF2B5EF4-FFF2-40B4-BE49-F238E27FC236}">
                <a16:creationId xmlns:a16="http://schemas.microsoft.com/office/drawing/2014/main" id="{3C767AC1-9F64-C3F1-4BAA-AA3C6DAA2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1" y="2330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" name="Rectangle 109">
            <a:extLst>
              <a:ext uri="{FF2B5EF4-FFF2-40B4-BE49-F238E27FC236}">
                <a16:creationId xmlns:a16="http://schemas.microsoft.com/office/drawing/2014/main" id="{DBED195B-8A42-209F-FFC3-A21B8B73A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51" y="2476500"/>
            <a:ext cx="12858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Rectangle 110">
            <a:extLst>
              <a:ext uri="{FF2B5EF4-FFF2-40B4-BE49-F238E27FC236}">
                <a16:creationId xmlns:a16="http://schemas.microsoft.com/office/drawing/2014/main" id="{8A98F7B8-6D04-DDF8-7A15-B2DD9AFEC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2538413"/>
            <a:ext cx="619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" name="Rectangle 111">
            <a:extLst>
              <a:ext uri="{FF2B5EF4-FFF2-40B4-BE49-F238E27FC236}">
                <a16:creationId xmlns:a16="http://schemas.microsoft.com/office/drawing/2014/main" id="{A6E69018-799A-DA5F-8DA1-B1DB883E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1" y="2538413"/>
            <a:ext cx="762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Rectangle 112">
            <a:extLst>
              <a:ext uri="{FF2B5EF4-FFF2-40B4-BE49-F238E27FC236}">
                <a16:creationId xmlns:a16="http://schemas.microsoft.com/office/drawing/2014/main" id="{2438C750-AC53-8FFD-7BEB-90B1C8611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2538413"/>
            <a:ext cx="666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2" name="Rectangle 113">
            <a:extLst>
              <a:ext uri="{FF2B5EF4-FFF2-40B4-BE49-F238E27FC236}">
                <a16:creationId xmlns:a16="http://schemas.microsoft.com/office/drawing/2014/main" id="{E55C84D4-DC96-ACD9-6DC8-F58F845C3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01" y="2538413"/>
            <a:ext cx="1047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Rectangle 114">
            <a:extLst>
              <a:ext uri="{FF2B5EF4-FFF2-40B4-BE49-F238E27FC236}">
                <a16:creationId xmlns:a16="http://schemas.microsoft.com/office/drawing/2014/main" id="{B06187BC-63B3-209D-BC6F-FE1BCF9BC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26" y="247650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4" name="Rectangle 115">
            <a:extLst>
              <a:ext uri="{FF2B5EF4-FFF2-40B4-BE49-F238E27FC236}">
                <a16:creationId xmlns:a16="http://schemas.microsoft.com/office/drawing/2014/main" id="{E210118C-547A-9203-A41F-C25612D0E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463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Rectangle 116">
            <a:extLst>
              <a:ext uri="{FF2B5EF4-FFF2-40B4-BE49-F238E27FC236}">
                <a16:creationId xmlns:a16="http://schemas.microsoft.com/office/drawing/2014/main" id="{754F94B8-F979-5B1D-2C34-50F9BA98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1" y="24765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6" name="Rectangle 117">
            <a:extLst>
              <a:ext uri="{FF2B5EF4-FFF2-40B4-BE49-F238E27FC236}">
                <a16:creationId xmlns:a16="http://schemas.microsoft.com/office/drawing/2014/main" id="{972A2454-41D8-5821-B3DD-1C242FCE7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6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7" name="Rectangle 118">
            <a:extLst>
              <a:ext uri="{FF2B5EF4-FFF2-40B4-BE49-F238E27FC236}">
                <a16:creationId xmlns:a16="http://schemas.microsoft.com/office/drawing/2014/main" id="{59D70634-D909-09DE-CD5E-811C80197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8" name="Rectangle 119">
            <a:extLst>
              <a:ext uri="{FF2B5EF4-FFF2-40B4-BE49-F238E27FC236}">
                <a16:creationId xmlns:a16="http://schemas.microsoft.com/office/drawing/2014/main" id="{82AECCF7-B411-89E5-6C57-06417E2CC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1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Rectangle 120">
            <a:extLst>
              <a:ext uri="{FF2B5EF4-FFF2-40B4-BE49-F238E27FC236}">
                <a16:creationId xmlns:a16="http://schemas.microsoft.com/office/drawing/2014/main" id="{32CA4F65-8390-8778-2058-C7AF498A9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8" y="24765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0" name="Freeform 121">
            <a:extLst>
              <a:ext uri="{FF2B5EF4-FFF2-40B4-BE49-F238E27FC236}">
                <a16:creationId xmlns:a16="http://schemas.microsoft.com/office/drawing/2014/main" id="{F000AF61-6704-5C83-CDDA-F04770647925}"/>
              </a:ext>
            </a:extLst>
          </p:cNvPr>
          <p:cNvSpPr>
            <a:spLocks noEditPoints="1"/>
          </p:cNvSpPr>
          <p:nvPr/>
        </p:nvSpPr>
        <p:spPr bwMode="auto">
          <a:xfrm>
            <a:off x="3343276" y="777875"/>
            <a:ext cx="990600" cy="342900"/>
          </a:xfrm>
          <a:custGeom>
            <a:avLst/>
            <a:gdLst>
              <a:gd name="T0" fmla="*/ 0 w 1248"/>
              <a:gd name="T1" fmla="*/ 0 h 432"/>
              <a:gd name="T2" fmla="*/ 62 w 1248"/>
              <a:gd name="T3" fmla="*/ 21 h 432"/>
              <a:gd name="T4" fmla="*/ 130 w 1248"/>
              <a:gd name="T5" fmla="*/ 45 h 432"/>
              <a:gd name="T6" fmla="*/ 271 w 1248"/>
              <a:gd name="T7" fmla="*/ 94 h 432"/>
              <a:gd name="T8" fmla="*/ 339 w 1248"/>
              <a:gd name="T9" fmla="*/ 117 h 432"/>
              <a:gd name="T10" fmla="*/ 481 w 1248"/>
              <a:gd name="T11" fmla="*/ 166 h 432"/>
              <a:gd name="T12" fmla="*/ 549 w 1248"/>
              <a:gd name="T13" fmla="*/ 190 h 432"/>
              <a:gd name="T14" fmla="*/ 691 w 1248"/>
              <a:gd name="T15" fmla="*/ 239 h 432"/>
              <a:gd name="T16" fmla="*/ 759 w 1248"/>
              <a:gd name="T17" fmla="*/ 262 h 432"/>
              <a:gd name="T18" fmla="*/ 900 w 1248"/>
              <a:gd name="T19" fmla="*/ 311 h 432"/>
              <a:gd name="T20" fmla="*/ 968 w 1248"/>
              <a:gd name="T21" fmla="*/ 335 h 432"/>
              <a:gd name="T22" fmla="*/ 1110 w 1248"/>
              <a:gd name="T23" fmla="*/ 384 h 432"/>
              <a:gd name="T24" fmla="*/ 1178 w 1248"/>
              <a:gd name="T25" fmla="*/ 407 h 432"/>
              <a:gd name="T26" fmla="*/ 1248 w 1248"/>
              <a:gd name="T27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48" h="432">
                <a:moveTo>
                  <a:pt x="0" y="0"/>
                </a:moveTo>
                <a:lnTo>
                  <a:pt x="62" y="21"/>
                </a:lnTo>
                <a:moveTo>
                  <a:pt x="130" y="45"/>
                </a:moveTo>
                <a:lnTo>
                  <a:pt x="271" y="94"/>
                </a:lnTo>
                <a:moveTo>
                  <a:pt x="339" y="117"/>
                </a:moveTo>
                <a:lnTo>
                  <a:pt x="481" y="166"/>
                </a:lnTo>
                <a:moveTo>
                  <a:pt x="549" y="190"/>
                </a:moveTo>
                <a:lnTo>
                  <a:pt x="691" y="239"/>
                </a:lnTo>
                <a:moveTo>
                  <a:pt x="759" y="262"/>
                </a:moveTo>
                <a:lnTo>
                  <a:pt x="900" y="311"/>
                </a:lnTo>
                <a:moveTo>
                  <a:pt x="968" y="335"/>
                </a:moveTo>
                <a:lnTo>
                  <a:pt x="1110" y="384"/>
                </a:lnTo>
                <a:moveTo>
                  <a:pt x="1178" y="407"/>
                </a:moveTo>
                <a:lnTo>
                  <a:pt x="1248" y="432"/>
                </a:lnTo>
              </a:path>
            </a:pathLst>
          </a:cu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" name="Line 122">
            <a:extLst>
              <a:ext uri="{FF2B5EF4-FFF2-40B4-BE49-F238E27FC236}">
                <a16:creationId xmlns:a16="http://schemas.microsoft.com/office/drawing/2014/main" id="{A9F15103-BDC5-FE37-A92D-44ACBC588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6988" y="554038"/>
            <a:ext cx="1365250" cy="1557338"/>
          </a:xfrm>
          <a:prstGeom prst="line">
            <a:avLst/>
          </a:pr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" name="Freeform 123">
            <a:extLst>
              <a:ext uri="{FF2B5EF4-FFF2-40B4-BE49-F238E27FC236}">
                <a16:creationId xmlns:a16="http://schemas.microsoft.com/office/drawing/2014/main" id="{D8B93F1D-7962-3F29-B40F-838FA27E4B77}"/>
              </a:ext>
            </a:extLst>
          </p:cNvPr>
          <p:cNvSpPr>
            <a:spLocks/>
          </p:cNvSpPr>
          <p:nvPr/>
        </p:nvSpPr>
        <p:spPr bwMode="auto">
          <a:xfrm>
            <a:off x="4270376" y="1057275"/>
            <a:ext cx="128588" cy="127000"/>
          </a:xfrm>
          <a:custGeom>
            <a:avLst/>
            <a:gdLst>
              <a:gd name="T0" fmla="*/ 80 w 161"/>
              <a:gd name="T1" fmla="*/ 0 h 161"/>
              <a:gd name="T2" fmla="*/ 137 w 161"/>
              <a:gd name="T3" fmla="*/ 24 h 161"/>
              <a:gd name="T4" fmla="*/ 161 w 161"/>
              <a:gd name="T5" fmla="*/ 81 h 161"/>
              <a:gd name="T6" fmla="*/ 137 w 161"/>
              <a:gd name="T7" fmla="*/ 138 h 161"/>
              <a:gd name="T8" fmla="*/ 80 w 161"/>
              <a:gd name="T9" fmla="*/ 161 h 161"/>
              <a:gd name="T10" fmla="*/ 23 w 161"/>
              <a:gd name="T11" fmla="*/ 138 h 161"/>
              <a:gd name="T12" fmla="*/ 0 w 161"/>
              <a:gd name="T13" fmla="*/ 81 h 161"/>
              <a:gd name="T14" fmla="*/ 23 w 161"/>
              <a:gd name="T15" fmla="*/ 24 h 161"/>
              <a:gd name="T16" fmla="*/ 80 w 161"/>
              <a:gd name="T17" fmla="*/ 0 h 161"/>
              <a:gd name="T18" fmla="*/ 80 w 161"/>
              <a:gd name="T19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1" h="161">
                <a:moveTo>
                  <a:pt x="80" y="0"/>
                </a:moveTo>
                <a:cubicBezTo>
                  <a:pt x="102" y="0"/>
                  <a:pt x="122" y="9"/>
                  <a:pt x="137" y="24"/>
                </a:cubicBezTo>
                <a:cubicBezTo>
                  <a:pt x="152" y="39"/>
                  <a:pt x="161" y="59"/>
                  <a:pt x="161" y="81"/>
                </a:cubicBezTo>
                <a:cubicBezTo>
                  <a:pt x="161" y="102"/>
                  <a:pt x="152" y="123"/>
                  <a:pt x="137" y="138"/>
                </a:cubicBezTo>
                <a:cubicBezTo>
                  <a:pt x="122" y="153"/>
                  <a:pt x="102" y="161"/>
                  <a:pt x="80" y="161"/>
                </a:cubicBezTo>
                <a:cubicBezTo>
                  <a:pt x="59" y="161"/>
                  <a:pt x="38" y="153"/>
                  <a:pt x="23" y="138"/>
                </a:cubicBezTo>
                <a:cubicBezTo>
                  <a:pt x="8" y="123"/>
                  <a:pt x="0" y="102"/>
                  <a:pt x="0" y="81"/>
                </a:cubicBezTo>
                <a:cubicBezTo>
                  <a:pt x="0" y="59"/>
                  <a:pt x="8" y="39"/>
                  <a:pt x="23" y="24"/>
                </a:cubicBezTo>
                <a:cubicBezTo>
                  <a:pt x="38" y="9"/>
                  <a:pt x="59" y="0"/>
                  <a:pt x="80" y="0"/>
                </a:cubicBezTo>
                <a:lnTo>
                  <a:pt x="80" y="0"/>
                </a:ln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" name="Rectangle 124">
            <a:extLst>
              <a:ext uri="{FF2B5EF4-FFF2-40B4-BE49-F238E27FC236}">
                <a16:creationId xmlns:a16="http://schemas.microsoft.com/office/drawing/2014/main" id="{FE812F73-3951-1EF2-85A7-E57E812F3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3082925"/>
            <a:ext cx="1982788" cy="1981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" name="Freeform 125">
            <a:extLst>
              <a:ext uri="{FF2B5EF4-FFF2-40B4-BE49-F238E27FC236}">
                <a16:creationId xmlns:a16="http://schemas.microsoft.com/office/drawing/2014/main" id="{13FEEED8-F330-3351-6B02-2B0A1E7F62DB}"/>
              </a:ext>
            </a:extLst>
          </p:cNvPr>
          <p:cNvSpPr>
            <a:spLocks noEditPoints="1"/>
          </p:cNvSpPr>
          <p:nvPr/>
        </p:nvSpPr>
        <p:spPr bwMode="auto">
          <a:xfrm>
            <a:off x="2452688" y="3983038"/>
            <a:ext cx="14288" cy="20638"/>
          </a:xfrm>
          <a:custGeom>
            <a:avLst/>
            <a:gdLst>
              <a:gd name="T0" fmla="*/ 0 w 18"/>
              <a:gd name="T1" fmla="*/ 0 h 26"/>
              <a:gd name="T2" fmla="*/ 2 w 18"/>
              <a:gd name="T3" fmla="*/ 4 h 26"/>
              <a:gd name="T4" fmla="*/ 8 w 18"/>
              <a:gd name="T5" fmla="*/ 11 h 26"/>
              <a:gd name="T6" fmla="*/ 10 w 18"/>
              <a:gd name="T7" fmla="*/ 15 h 26"/>
              <a:gd name="T8" fmla="*/ 15 w 18"/>
              <a:gd name="T9" fmla="*/ 22 h 26"/>
              <a:gd name="T10" fmla="*/ 18 w 18"/>
              <a:gd name="T11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26">
                <a:moveTo>
                  <a:pt x="0" y="0"/>
                </a:moveTo>
                <a:lnTo>
                  <a:pt x="2" y="4"/>
                </a:lnTo>
                <a:moveTo>
                  <a:pt x="8" y="11"/>
                </a:moveTo>
                <a:lnTo>
                  <a:pt x="10" y="15"/>
                </a:lnTo>
                <a:moveTo>
                  <a:pt x="15" y="22"/>
                </a:moveTo>
                <a:lnTo>
                  <a:pt x="18" y="2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" name="Freeform 126">
            <a:extLst>
              <a:ext uri="{FF2B5EF4-FFF2-40B4-BE49-F238E27FC236}">
                <a16:creationId xmlns:a16="http://schemas.microsoft.com/office/drawing/2014/main" id="{0889DB0E-7680-78C4-A531-C7E893867D67}"/>
              </a:ext>
            </a:extLst>
          </p:cNvPr>
          <p:cNvSpPr>
            <a:spLocks noEditPoints="1"/>
          </p:cNvSpPr>
          <p:nvPr/>
        </p:nvSpPr>
        <p:spPr bwMode="auto">
          <a:xfrm>
            <a:off x="488950" y="3963988"/>
            <a:ext cx="279400" cy="266700"/>
          </a:xfrm>
          <a:custGeom>
            <a:avLst/>
            <a:gdLst>
              <a:gd name="T0" fmla="*/ 4 w 352"/>
              <a:gd name="T1" fmla="*/ 3 h 336"/>
              <a:gd name="T2" fmla="*/ 13 w 352"/>
              <a:gd name="T3" fmla="*/ 12 h 336"/>
              <a:gd name="T4" fmla="*/ 23 w 352"/>
              <a:gd name="T5" fmla="*/ 21 h 336"/>
              <a:gd name="T6" fmla="*/ 33 w 352"/>
              <a:gd name="T7" fmla="*/ 31 h 336"/>
              <a:gd name="T8" fmla="*/ 42 w 352"/>
              <a:gd name="T9" fmla="*/ 40 h 336"/>
              <a:gd name="T10" fmla="*/ 52 w 352"/>
              <a:gd name="T11" fmla="*/ 49 h 336"/>
              <a:gd name="T12" fmla="*/ 62 w 352"/>
              <a:gd name="T13" fmla="*/ 59 h 336"/>
              <a:gd name="T14" fmla="*/ 72 w 352"/>
              <a:gd name="T15" fmla="*/ 68 h 336"/>
              <a:gd name="T16" fmla="*/ 81 w 352"/>
              <a:gd name="T17" fmla="*/ 77 h 336"/>
              <a:gd name="T18" fmla="*/ 91 w 352"/>
              <a:gd name="T19" fmla="*/ 86 h 336"/>
              <a:gd name="T20" fmla="*/ 101 w 352"/>
              <a:gd name="T21" fmla="*/ 96 h 336"/>
              <a:gd name="T22" fmla="*/ 110 w 352"/>
              <a:gd name="T23" fmla="*/ 105 h 336"/>
              <a:gd name="T24" fmla="*/ 120 w 352"/>
              <a:gd name="T25" fmla="*/ 114 h 336"/>
              <a:gd name="T26" fmla="*/ 130 w 352"/>
              <a:gd name="T27" fmla="*/ 124 h 336"/>
              <a:gd name="T28" fmla="*/ 140 w 352"/>
              <a:gd name="T29" fmla="*/ 133 h 336"/>
              <a:gd name="T30" fmla="*/ 149 w 352"/>
              <a:gd name="T31" fmla="*/ 142 h 336"/>
              <a:gd name="T32" fmla="*/ 159 w 352"/>
              <a:gd name="T33" fmla="*/ 151 h 336"/>
              <a:gd name="T34" fmla="*/ 169 w 352"/>
              <a:gd name="T35" fmla="*/ 161 h 336"/>
              <a:gd name="T36" fmla="*/ 178 w 352"/>
              <a:gd name="T37" fmla="*/ 170 h 336"/>
              <a:gd name="T38" fmla="*/ 188 w 352"/>
              <a:gd name="T39" fmla="*/ 179 h 336"/>
              <a:gd name="T40" fmla="*/ 198 w 352"/>
              <a:gd name="T41" fmla="*/ 189 h 336"/>
              <a:gd name="T42" fmla="*/ 208 w 352"/>
              <a:gd name="T43" fmla="*/ 198 h 336"/>
              <a:gd name="T44" fmla="*/ 217 w 352"/>
              <a:gd name="T45" fmla="*/ 207 h 336"/>
              <a:gd name="T46" fmla="*/ 227 w 352"/>
              <a:gd name="T47" fmla="*/ 216 h 336"/>
              <a:gd name="T48" fmla="*/ 237 w 352"/>
              <a:gd name="T49" fmla="*/ 226 h 336"/>
              <a:gd name="T50" fmla="*/ 246 w 352"/>
              <a:gd name="T51" fmla="*/ 235 h 336"/>
              <a:gd name="T52" fmla="*/ 256 w 352"/>
              <a:gd name="T53" fmla="*/ 244 h 336"/>
              <a:gd name="T54" fmla="*/ 266 w 352"/>
              <a:gd name="T55" fmla="*/ 254 h 336"/>
              <a:gd name="T56" fmla="*/ 276 w 352"/>
              <a:gd name="T57" fmla="*/ 263 h 336"/>
              <a:gd name="T58" fmla="*/ 285 w 352"/>
              <a:gd name="T59" fmla="*/ 272 h 336"/>
              <a:gd name="T60" fmla="*/ 295 w 352"/>
              <a:gd name="T61" fmla="*/ 282 h 336"/>
              <a:gd name="T62" fmla="*/ 305 w 352"/>
              <a:gd name="T63" fmla="*/ 291 h 336"/>
              <a:gd name="T64" fmla="*/ 314 w 352"/>
              <a:gd name="T65" fmla="*/ 300 h 336"/>
              <a:gd name="T66" fmla="*/ 324 w 352"/>
              <a:gd name="T67" fmla="*/ 309 h 336"/>
              <a:gd name="T68" fmla="*/ 334 w 352"/>
              <a:gd name="T69" fmla="*/ 319 h 336"/>
              <a:gd name="T70" fmla="*/ 344 w 352"/>
              <a:gd name="T71" fmla="*/ 328 h 336"/>
              <a:gd name="T72" fmla="*/ 352 w 352"/>
              <a:gd name="T7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52" h="336">
                <a:moveTo>
                  <a:pt x="0" y="0"/>
                </a:moveTo>
                <a:lnTo>
                  <a:pt x="4" y="3"/>
                </a:lnTo>
                <a:moveTo>
                  <a:pt x="10" y="9"/>
                </a:moveTo>
                <a:lnTo>
                  <a:pt x="13" y="12"/>
                </a:lnTo>
                <a:moveTo>
                  <a:pt x="20" y="18"/>
                </a:moveTo>
                <a:lnTo>
                  <a:pt x="23" y="21"/>
                </a:lnTo>
                <a:moveTo>
                  <a:pt x="29" y="28"/>
                </a:moveTo>
                <a:lnTo>
                  <a:pt x="33" y="31"/>
                </a:lnTo>
                <a:moveTo>
                  <a:pt x="39" y="37"/>
                </a:moveTo>
                <a:lnTo>
                  <a:pt x="42" y="40"/>
                </a:lnTo>
                <a:moveTo>
                  <a:pt x="49" y="46"/>
                </a:moveTo>
                <a:lnTo>
                  <a:pt x="52" y="49"/>
                </a:lnTo>
                <a:moveTo>
                  <a:pt x="59" y="55"/>
                </a:moveTo>
                <a:lnTo>
                  <a:pt x="62" y="59"/>
                </a:lnTo>
                <a:moveTo>
                  <a:pt x="68" y="65"/>
                </a:moveTo>
                <a:lnTo>
                  <a:pt x="72" y="68"/>
                </a:lnTo>
                <a:moveTo>
                  <a:pt x="78" y="74"/>
                </a:moveTo>
                <a:lnTo>
                  <a:pt x="81" y="77"/>
                </a:lnTo>
                <a:moveTo>
                  <a:pt x="88" y="83"/>
                </a:moveTo>
                <a:lnTo>
                  <a:pt x="91" y="86"/>
                </a:lnTo>
                <a:moveTo>
                  <a:pt x="97" y="93"/>
                </a:moveTo>
                <a:lnTo>
                  <a:pt x="101" y="96"/>
                </a:lnTo>
                <a:moveTo>
                  <a:pt x="107" y="102"/>
                </a:moveTo>
                <a:lnTo>
                  <a:pt x="110" y="105"/>
                </a:lnTo>
                <a:moveTo>
                  <a:pt x="117" y="111"/>
                </a:moveTo>
                <a:lnTo>
                  <a:pt x="120" y="114"/>
                </a:lnTo>
                <a:moveTo>
                  <a:pt x="127" y="120"/>
                </a:moveTo>
                <a:lnTo>
                  <a:pt x="130" y="124"/>
                </a:lnTo>
                <a:moveTo>
                  <a:pt x="136" y="130"/>
                </a:moveTo>
                <a:lnTo>
                  <a:pt x="140" y="133"/>
                </a:lnTo>
                <a:moveTo>
                  <a:pt x="146" y="139"/>
                </a:moveTo>
                <a:lnTo>
                  <a:pt x="149" y="142"/>
                </a:lnTo>
                <a:moveTo>
                  <a:pt x="156" y="148"/>
                </a:moveTo>
                <a:lnTo>
                  <a:pt x="159" y="151"/>
                </a:lnTo>
                <a:moveTo>
                  <a:pt x="165" y="158"/>
                </a:moveTo>
                <a:lnTo>
                  <a:pt x="169" y="161"/>
                </a:lnTo>
                <a:moveTo>
                  <a:pt x="175" y="167"/>
                </a:moveTo>
                <a:lnTo>
                  <a:pt x="178" y="170"/>
                </a:lnTo>
                <a:moveTo>
                  <a:pt x="185" y="176"/>
                </a:moveTo>
                <a:lnTo>
                  <a:pt x="188" y="179"/>
                </a:lnTo>
                <a:moveTo>
                  <a:pt x="195" y="186"/>
                </a:moveTo>
                <a:lnTo>
                  <a:pt x="198" y="189"/>
                </a:lnTo>
                <a:moveTo>
                  <a:pt x="204" y="195"/>
                </a:moveTo>
                <a:lnTo>
                  <a:pt x="208" y="198"/>
                </a:lnTo>
                <a:moveTo>
                  <a:pt x="214" y="204"/>
                </a:moveTo>
                <a:lnTo>
                  <a:pt x="217" y="207"/>
                </a:lnTo>
                <a:moveTo>
                  <a:pt x="224" y="213"/>
                </a:moveTo>
                <a:lnTo>
                  <a:pt x="227" y="216"/>
                </a:lnTo>
                <a:moveTo>
                  <a:pt x="233" y="223"/>
                </a:moveTo>
                <a:lnTo>
                  <a:pt x="237" y="226"/>
                </a:lnTo>
                <a:moveTo>
                  <a:pt x="243" y="232"/>
                </a:moveTo>
                <a:lnTo>
                  <a:pt x="246" y="235"/>
                </a:lnTo>
                <a:moveTo>
                  <a:pt x="253" y="241"/>
                </a:moveTo>
                <a:lnTo>
                  <a:pt x="256" y="244"/>
                </a:lnTo>
                <a:moveTo>
                  <a:pt x="263" y="251"/>
                </a:moveTo>
                <a:lnTo>
                  <a:pt x="266" y="254"/>
                </a:lnTo>
                <a:moveTo>
                  <a:pt x="272" y="260"/>
                </a:moveTo>
                <a:lnTo>
                  <a:pt x="276" y="263"/>
                </a:lnTo>
                <a:moveTo>
                  <a:pt x="282" y="269"/>
                </a:moveTo>
                <a:lnTo>
                  <a:pt x="285" y="272"/>
                </a:lnTo>
                <a:moveTo>
                  <a:pt x="292" y="278"/>
                </a:moveTo>
                <a:lnTo>
                  <a:pt x="295" y="282"/>
                </a:lnTo>
                <a:moveTo>
                  <a:pt x="301" y="288"/>
                </a:moveTo>
                <a:lnTo>
                  <a:pt x="305" y="291"/>
                </a:lnTo>
                <a:moveTo>
                  <a:pt x="311" y="297"/>
                </a:moveTo>
                <a:lnTo>
                  <a:pt x="314" y="300"/>
                </a:lnTo>
                <a:moveTo>
                  <a:pt x="321" y="306"/>
                </a:moveTo>
                <a:lnTo>
                  <a:pt x="324" y="309"/>
                </a:lnTo>
                <a:moveTo>
                  <a:pt x="331" y="316"/>
                </a:moveTo>
                <a:lnTo>
                  <a:pt x="334" y="319"/>
                </a:lnTo>
                <a:moveTo>
                  <a:pt x="340" y="325"/>
                </a:moveTo>
                <a:lnTo>
                  <a:pt x="344" y="328"/>
                </a:lnTo>
                <a:moveTo>
                  <a:pt x="350" y="334"/>
                </a:moveTo>
                <a:lnTo>
                  <a:pt x="352" y="33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6" name="Freeform 127">
            <a:extLst>
              <a:ext uri="{FF2B5EF4-FFF2-40B4-BE49-F238E27FC236}">
                <a16:creationId xmlns:a16="http://schemas.microsoft.com/office/drawing/2014/main" id="{9A9A9EEC-6F7B-D49A-E436-DBEA77322DE8}"/>
              </a:ext>
            </a:extLst>
          </p:cNvPr>
          <p:cNvSpPr>
            <a:spLocks noEditPoints="1"/>
          </p:cNvSpPr>
          <p:nvPr/>
        </p:nvSpPr>
        <p:spPr bwMode="auto">
          <a:xfrm>
            <a:off x="488950" y="4286250"/>
            <a:ext cx="1100138" cy="676275"/>
          </a:xfrm>
          <a:custGeom>
            <a:avLst/>
            <a:gdLst>
              <a:gd name="T0" fmla="*/ 15 w 1385"/>
              <a:gd name="T1" fmla="*/ 10 h 853"/>
              <a:gd name="T2" fmla="*/ 38 w 1385"/>
              <a:gd name="T3" fmla="*/ 24 h 853"/>
              <a:gd name="T4" fmla="*/ 61 w 1385"/>
              <a:gd name="T5" fmla="*/ 38 h 853"/>
              <a:gd name="T6" fmla="*/ 83 w 1385"/>
              <a:gd name="T7" fmla="*/ 52 h 853"/>
              <a:gd name="T8" fmla="*/ 106 w 1385"/>
              <a:gd name="T9" fmla="*/ 66 h 853"/>
              <a:gd name="T10" fmla="*/ 129 w 1385"/>
              <a:gd name="T11" fmla="*/ 80 h 853"/>
              <a:gd name="T12" fmla="*/ 152 w 1385"/>
              <a:gd name="T13" fmla="*/ 94 h 853"/>
              <a:gd name="T14" fmla="*/ 175 w 1385"/>
              <a:gd name="T15" fmla="*/ 108 h 853"/>
              <a:gd name="T16" fmla="*/ 198 w 1385"/>
              <a:gd name="T17" fmla="*/ 122 h 853"/>
              <a:gd name="T18" fmla="*/ 221 w 1385"/>
              <a:gd name="T19" fmla="*/ 136 h 853"/>
              <a:gd name="T20" fmla="*/ 244 w 1385"/>
              <a:gd name="T21" fmla="*/ 150 h 853"/>
              <a:gd name="T22" fmla="*/ 267 w 1385"/>
              <a:gd name="T23" fmla="*/ 165 h 853"/>
              <a:gd name="T24" fmla="*/ 289 w 1385"/>
              <a:gd name="T25" fmla="*/ 179 h 853"/>
              <a:gd name="T26" fmla="*/ 312 w 1385"/>
              <a:gd name="T27" fmla="*/ 193 h 853"/>
              <a:gd name="T28" fmla="*/ 335 w 1385"/>
              <a:gd name="T29" fmla="*/ 207 h 853"/>
              <a:gd name="T30" fmla="*/ 358 w 1385"/>
              <a:gd name="T31" fmla="*/ 221 h 853"/>
              <a:gd name="T32" fmla="*/ 381 w 1385"/>
              <a:gd name="T33" fmla="*/ 235 h 853"/>
              <a:gd name="T34" fmla="*/ 404 w 1385"/>
              <a:gd name="T35" fmla="*/ 249 h 853"/>
              <a:gd name="T36" fmla="*/ 427 w 1385"/>
              <a:gd name="T37" fmla="*/ 263 h 853"/>
              <a:gd name="T38" fmla="*/ 450 w 1385"/>
              <a:gd name="T39" fmla="*/ 277 h 853"/>
              <a:gd name="T40" fmla="*/ 473 w 1385"/>
              <a:gd name="T41" fmla="*/ 291 h 853"/>
              <a:gd name="T42" fmla="*/ 495 w 1385"/>
              <a:gd name="T43" fmla="*/ 305 h 853"/>
              <a:gd name="T44" fmla="*/ 518 w 1385"/>
              <a:gd name="T45" fmla="*/ 320 h 853"/>
              <a:gd name="T46" fmla="*/ 541 w 1385"/>
              <a:gd name="T47" fmla="*/ 334 h 853"/>
              <a:gd name="T48" fmla="*/ 564 w 1385"/>
              <a:gd name="T49" fmla="*/ 348 h 853"/>
              <a:gd name="T50" fmla="*/ 587 w 1385"/>
              <a:gd name="T51" fmla="*/ 362 h 853"/>
              <a:gd name="T52" fmla="*/ 610 w 1385"/>
              <a:gd name="T53" fmla="*/ 376 h 853"/>
              <a:gd name="T54" fmla="*/ 633 w 1385"/>
              <a:gd name="T55" fmla="*/ 390 h 853"/>
              <a:gd name="T56" fmla="*/ 656 w 1385"/>
              <a:gd name="T57" fmla="*/ 404 h 853"/>
              <a:gd name="T58" fmla="*/ 679 w 1385"/>
              <a:gd name="T59" fmla="*/ 418 h 853"/>
              <a:gd name="T60" fmla="*/ 701 w 1385"/>
              <a:gd name="T61" fmla="*/ 432 h 853"/>
              <a:gd name="T62" fmla="*/ 724 w 1385"/>
              <a:gd name="T63" fmla="*/ 446 h 853"/>
              <a:gd name="T64" fmla="*/ 747 w 1385"/>
              <a:gd name="T65" fmla="*/ 460 h 853"/>
              <a:gd name="T66" fmla="*/ 770 w 1385"/>
              <a:gd name="T67" fmla="*/ 475 h 853"/>
              <a:gd name="T68" fmla="*/ 793 w 1385"/>
              <a:gd name="T69" fmla="*/ 489 h 853"/>
              <a:gd name="T70" fmla="*/ 816 w 1385"/>
              <a:gd name="T71" fmla="*/ 503 h 853"/>
              <a:gd name="T72" fmla="*/ 839 w 1385"/>
              <a:gd name="T73" fmla="*/ 517 h 853"/>
              <a:gd name="T74" fmla="*/ 862 w 1385"/>
              <a:gd name="T75" fmla="*/ 531 h 853"/>
              <a:gd name="T76" fmla="*/ 885 w 1385"/>
              <a:gd name="T77" fmla="*/ 545 h 853"/>
              <a:gd name="T78" fmla="*/ 908 w 1385"/>
              <a:gd name="T79" fmla="*/ 559 h 853"/>
              <a:gd name="T80" fmla="*/ 930 w 1385"/>
              <a:gd name="T81" fmla="*/ 573 h 853"/>
              <a:gd name="T82" fmla="*/ 953 w 1385"/>
              <a:gd name="T83" fmla="*/ 587 h 853"/>
              <a:gd name="T84" fmla="*/ 976 w 1385"/>
              <a:gd name="T85" fmla="*/ 601 h 853"/>
              <a:gd name="T86" fmla="*/ 999 w 1385"/>
              <a:gd name="T87" fmla="*/ 615 h 853"/>
              <a:gd name="T88" fmla="*/ 1022 w 1385"/>
              <a:gd name="T89" fmla="*/ 630 h 853"/>
              <a:gd name="T90" fmla="*/ 1045 w 1385"/>
              <a:gd name="T91" fmla="*/ 644 h 853"/>
              <a:gd name="T92" fmla="*/ 1068 w 1385"/>
              <a:gd name="T93" fmla="*/ 658 h 853"/>
              <a:gd name="T94" fmla="*/ 1091 w 1385"/>
              <a:gd name="T95" fmla="*/ 672 h 853"/>
              <a:gd name="T96" fmla="*/ 1114 w 1385"/>
              <a:gd name="T97" fmla="*/ 686 h 853"/>
              <a:gd name="T98" fmla="*/ 1136 w 1385"/>
              <a:gd name="T99" fmla="*/ 700 h 853"/>
              <a:gd name="T100" fmla="*/ 1159 w 1385"/>
              <a:gd name="T101" fmla="*/ 714 h 853"/>
              <a:gd name="T102" fmla="*/ 1182 w 1385"/>
              <a:gd name="T103" fmla="*/ 728 h 853"/>
              <a:gd name="T104" fmla="*/ 1205 w 1385"/>
              <a:gd name="T105" fmla="*/ 742 h 853"/>
              <a:gd name="T106" fmla="*/ 1228 w 1385"/>
              <a:gd name="T107" fmla="*/ 756 h 853"/>
              <a:gd name="T108" fmla="*/ 1251 w 1385"/>
              <a:gd name="T109" fmla="*/ 770 h 853"/>
              <a:gd name="T110" fmla="*/ 1274 w 1385"/>
              <a:gd name="T111" fmla="*/ 785 h 853"/>
              <a:gd name="T112" fmla="*/ 1297 w 1385"/>
              <a:gd name="T113" fmla="*/ 799 h 853"/>
              <a:gd name="T114" fmla="*/ 1320 w 1385"/>
              <a:gd name="T115" fmla="*/ 813 h 853"/>
              <a:gd name="T116" fmla="*/ 1342 w 1385"/>
              <a:gd name="T117" fmla="*/ 827 h 853"/>
              <a:gd name="T118" fmla="*/ 1365 w 1385"/>
              <a:gd name="T119" fmla="*/ 841 h 853"/>
              <a:gd name="T120" fmla="*/ 1385 w 1385"/>
              <a:gd name="T121" fmla="*/ 853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85" h="853">
                <a:moveTo>
                  <a:pt x="0" y="0"/>
                </a:moveTo>
                <a:lnTo>
                  <a:pt x="3" y="2"/>
                </a:lnTo>
                <a:moveTo>
                  <a:pt x="11" y="7"/>
                </a:moveTo>
                <a:lnTo>
                  <a:pt x="15" y="10"/>
                </a:lnTo>
                <a:moveTo>
                  <a:pt x="22" y="14"/>
                </a:moveTo>
                <a:lnTo>
                  <a:pt x="26" y="17"/>
                </a:lnTo>
                <a:moveTo>
                  <a:pt x="34" y="21"/>
                </a:moveTo>
                <a:lnTo>
                  <a:pt x="38" y="24"/>
                </a:lnTo>
                <a:moveTo>
                  <a:pt x="45" y="28"/>
                </a:moveTo>
                <a:lnTo>
                  <a:pt x="49" y="31"/>
                </a:lnTo>
                <a:moveTo>
                  <a:pt x="57" y="35"/>
                </a:moveTo>
                <a:lnTo>
                  <a:pt x="61" y="38"/>
                </a:lnTo>
                <a:moveTo>
                  <a:pt x="68" y="42"/>
                </a:moveTo>
                <a:lnTo>
                  <a:pt x="72" y="45"/>
                </a:lnTo>
                <a:moveTo>
                  <a:pt x="80" y="49"/>
                </a:moveTo>
                <a:lnTo>
                  <a:pt x="83" y="52"/>
                </a:lnTo>
                <a:moveTo>
                  <a:pt x="91" y="56"/>
                </a:moveTo>
                <a:lnTo>
                  <a:pt x="95" y="59"/>
                </a:lnTo>
                <a:moveTo>
                  <a:pt x="103" y="64"/>
                </a:moveTo>
                <a:lnTo>
                  <a:pt x="106" y="66"/>
                </a:lnTo>
                <a:moveTo>
                  <a:pt x="114" y="71"/>
                </a:moveTo>
                <a:lnTo>
                  <a:pt x="118" y="73"/>
                </a:lnTo>
                <a:moveTo>
                  <a:pt x="125" y="78"/>
                </a:moveTo>
                <a:lnTo>
                  <a:pt x="129" y="80"/>
                </a:lnTo>
                <a:moveTo>
                  <a:pt x="137" y="85"/>
                </a:moveTo>
                <a:lnTo>
                  <a:pt x="141" y="87"/>
                </a:lnTo>
                <a:moveTo>
                  <a:pt x="148" y="92"/>
                </a:moveTo>
                <a:lnTo>
                  <a:pt x="152" y="94"/>
                </a:lnTo>
                <a:moveTo>
                  <a:pt x="160" y="99"/>
                </a:moveTo>
                <a:lnTo>
                  <a:pt x="164" y="101"/>
                </a:lnTo>
                <a:moveTo>
                  <a:pt x="171" y="106"/>
                </a:moveTo>
                <a:lnTo>
                  <a:pt x="175" y="108"/>
                </a:lnTo>
                <a:moveTo>
                  <a:pt x="183" y="113"/>
                </a:moveTo>
                <a:lnTo>
                  <a:pt x="186" y="115"/>
                </a:lnTo>
                <a:moveTo>
                  <a:pt x="194" y="120"/>
                </a:moveTo>
                <a:lnTo>
                  <a:pt x="198" y="122"/>
                </a:lnTo>
                <a:moveTo>
                  <a:pt x="206" y="127"/>
                </a:moveTo>
                <a:lnTo>
                  <a:pt x="209" y="129"/>
                </a:lnTo>
                <a:moveTo>
                  <a:pt x="217" y="134"/>
                </a:moveTo>
                <a:lnTo>
                  <a:pt x="221" y="136"/>
                </a:lnTo>
                <a:moveTo>
                  <a:pt x="228" y="141"/>
                </a:moveTo>
                <a:lnTo>
                  <a:pt x="232" y="143"/>
                </a:lnTo>
                <a:moveTo>
                  <a:pt x="240" y="148"/>
                </a:moveTo>
                <a:lnTo>
                  <a:pt x="244" y="150"/>
                </a:lnTo>
                <a:moveTo>
                  <a:pt x="251" y="155"/>
                </a:moveTo>
                <a:lnTo>
                  <a:pt x="255" y="157"/>
                </a:lnTo>
                <a:moveTo>
                  <a:pt x="263" y="162"/>
                </a:moveTo>
                <a:lnTo>
                  <a:pt x="267" y="165"/>
                </a:lnTo>
                <a:moveTo>
                  <a:pt x="274" y="169"/>
                </a:moveTo>
                <a:lnTo>
                  <a:pt x="278" y="172"/>
                </a:lnTo>
                <a:moveTo>
                  <a:pt x="286" y="176"/>
                </a:moveTo>
                <a:lnTo>
                  <a:pt x="289" y="179"/>
                </a:lnTo>
                <a:moveTo>
                  <a:pt x="297" y="183"/>
                </a:moveTo>
                <a:lnTo>
                  <a:pt x="301" y="186"/>
                </a:lnTo>
                <a:moveTo>
                  <a:pt x="309" y="190"/>
                </a:moveTo>
                <a:lnTo>
                  <a:pt x="312" y="193"/>
                </a:lnTo>
                <a:moveTo>
                  <a:pt x="320" y="197"/>
                </a:moveTo>
                <a:lnTo>
                  <a:pt x="324" y="200"/>
                </a:lnTo>
                <a:moveTo>
                  <a:pt x="331" y="204"/>
                </a:moveTo>
                <a:lnTo>
                  <a:pt x="335" y="207"/>
                </a:lnTo>
                <a:moveTo>
                  <a:pt x="343" y="212"/>
                </a:moveTo>
                <a:lnTo>
                  <a:pt x="347" y="214"/>
                </a:lnTo>
                <a:moveTo>
                  <a:pt x="354" y="219"/>
                </a:moveTo>
                <a:lnTo>
                  <a:pt x="358" y="221"/>
                </a:lnTo>
                <a:moveTo>
                  <a:pt x="366" y="226"/>
                </a:moveTo>
                <a:lnTo>
                  <a:pt x="370" y="228"/>
                </a:lnTo>
                <a:moveTo>
                  <a:pt x="377" y="233"/>
                </a:moveTo>
                <a:lnTo>
                  <a:pt x="381" y="235"/>
                </a:lnTo>
                <a:moveTo>
                  <a:pt x="389" y="240"/>
                </a:moveTo>
                <a:lnTo>
                  <a:pt x="392" y="242"/>
                </a:lnTo>
                <a:moveTo>
                  <a:pt x="400" y="247"/>
                </a:moveTo>
                <a:lnTo>
                  <a:pt x="404" y="249"/>
                </a:lnTo>
                <a:moveTo>
                  <a:pt x="412" y="254"/>
                </a:moveTo>
                <a:lnTo>
                  <a:pt x="415" y="256"/>
                </a:lnTo>
                <a:moveTo>
                  <a:pt x="423" y="261"/>
                </a:moveTo>
                <a:lnTo>
                  <a:pt x="427" y="263"/>
                </a:lnTo>
                <a:moveTo>
                  <a:pt x="434" y="268"/>
                </a:moveTo>
                <a:lnTo>
                  <a:pt x="438" y="270"/>
                </a:lnTo>
                <a:moveTo>
                  <a:pt x="446" y="275"/>
                </a:moveTo>
                <a:lnTo>
                  <a:pt x="450" y="277"/>
                </a:lnTo>
                <a:moveTo>
                  <a:pt x="457" y="282"/>
                </a:moveTo>
                <a:lnTo>
                  <a:pt x="461" y="284"/>
                </a:lnTo>
                <a:moveTo>
                  <a:pt x="469" y="289"/>
                </a:moveTo>
                <a:lnTo>
                  <a:pt x="473" y="291"/>
                </a:lnTo>
                <a:moveTo>
                  <a:pt x="480" y="296"/>
                </a:moveTo>
                <a:lnTo>
                  <a:pt x="484" y="298"/>
                </a:lnTo>
                <a:moveTo>
                  <a:pt x="492" y="303"/>
                </a:moveTo>
                <a:lnTo>
                  <a:pt x="495" y="305"/>
                </a:lnTo>
                <a:moveTo>
                  <a:pt x="503" y="310"/>
                </a:moveTo>
                <a:lnTo>
                  <a:pt x="507" y="312"/>
                </a:lnTo>
                <a:moveTo>
                  <a:pt x="515" y="317"/>
                </a:moveTo>
                <a:lnTo>
                  <a:pt x="518" y="320"/>
                </a:lnTo>
                <a:moveTo>
                  <a:pt x="526" y="324"/>
                </a:moveTo>
                <a:lnTo>
                  <a:pt x="530" y="327"/>
                </a:lnTo>
                <a:moveTo>
                  <a:pt x="537" y="331"/>
                </a:moveTo>
                <a:lnTo>
                  <a:pt x="541" y="334"/>
                </a:lnTo>
                <a:moveTo>
                  <a:pt x="549" y="338"/>
                </a:moveTo>
                <a:lnTo>
                  <a:pt x="553" y="341"/>
                </a:lnTo>
                <a:moveTo>
                  <a:pt x="560" y="345"/>
                </a:moveTo>
                <a:lnTo>
                  <a:pt x="564" y="348"/>
                </a:lnTo>
                <a:moveTo>
                  <a:pt x="572" y="352"/>
                </a:moveTo>
                <a:lnTo>
                  <a:pt x="576" y="355"/>
                </a:lnTo>
                <a:moveTo>
                  <a:pt x="583" y="359"/>
                </a:moveTo>
                <a:lnTo>
                  <a:pt x="587" y="362"/>
                </a:lnTo>
                <a:moveTo>
                  <a:pt x="595" y="367"/>
                </a:moveTo>
                <a:lnTo>
                  <a:pt x="598" y="369"/>
                </a:lnTo>
                <a:moveTo>
                  <a:pt x="606" y="374"/>
                </a:moveTo>
                <a:lnTo>
                  <a:pt x="610" y="376"/>
                </a:lnTo>
                <a:moveTo>
                  <a:pt x="618" y="381"/>
                </a:moveTo>
                <a:lnTo>
                  <a:pt x="621" y="383"/>
                </a:lnTo>
                <a:moveTo>
                  <a:pt x="629" y="388"/>
                </a:moveTo>
                <a:lnTo>
                  <a:pt x="633" y="390"/>
                </a:lnTo>
                <a:moveTo>
                  <a:pt x="640" y="395"/>
                </a:moveTo>
                <a:lnTo>
                  <a:pt x="644" y="397"/>
                </a:lnTo>
                <a:moveTo>
                  <a:pt x="652" y="402"/>
                </a:moveTo>
                <a:lnTo>
                  <a:pt x="656" y="404"/>
                </a:lnTo>
                <a:moveTo>
                  <a:pt x="663" y="409"/>
                </a:moveTo>
                <a:lnTo>
                  <a:pt x="667" y="411"/>
                </a:lnTo>
                <a:moveTo>
                  <a:pt x="675" y="416"/>
                </a:moveTo>
                <a:lnTo>
                  <a:pt x="679" y="418"/>
                </a:lnTo>
                <a:moveTo>
                  <a:pt x="686" y="423"/>
                </a:moveTo>
                <a:lnTo>
                  <a:pt x="690" y="425"/>
                </a:lnTo>
                <a:moveTo>
                  <a:pt x="698" y="430"/>
                </a:moveTo>
                <a:lnTo>
                  <a:pt x="701" y="432"/>
                </a:lnTo>
                <a:moveTo>
                  <a:pt x="709" y="437"/>
                </a:moveTo>
                <a:lnTo>
                  <a:pt x="713" y="439"/>
                </a:lnTo>
                <a:moveTo>
                  <a:pt x="721" y="444"/>
                </a:moveTo>
                <a:lnTo>
                  <a:pt x="724" y="446"/>
                </a:lnTo>
                <a:moveTo>
                  <a:pt x="732" y="451"/>
                </a:moveTo>
                <a:lnTo>
                  <a:pt x="736" y="453"/>
                </a:lnTo>
                <a:moveTo>
                  <a:pt x="743" y="458"/>
                </a:moveTo>
                <a:lnTo>
                  <a:pt x="747" y="460"/>
                </a:lnTo>
                <a:moveTo>
                  <a:pt x="755" y="465"/>
                </a:moveTo>
                <a:lnTo>
                  <a:pt x="759" y="468"/>
                </a:lnTo>
                <a:moveTo>
                  <a:pt x="766" y="472"/>
                </a:moveTo>
                <a:lnTo>
                  <a:pt x="770" y="475"/>
                </a:lnTo>
                <a:moveTo>
                  <a:pt x="778" y="479"/>
                </a:moveTo>
                <a:lnTo>
                  <a:pt x="782" y="482"/>
                </a:lnTo>
                <a:moveTo>
                  <a:pt x="789" y="486"/>
                </a:moveTo>
                <a:lnTo>
                  <a:pt x="793" y="489"/>
                </a:lnTo>
                <a:moveTo>
                  <a:pt x="801" y="493"/>
                </a:moveTo>
                <a:lnTo>
                  <a:pt x="805" y="496"/>
                </a:lnTo>
                <a:moveTo>
                  <a:pt x="812" y="500"/>
                </a:moveTo>
                <a:lnTo>
                  <a:pt x="816" y="503"/>
                </a:lnTo>
                <a:moveTo>
                  <a:pt x="824" y="507"/>
                </a:moveTo>
                <a:lnTo>
                  <a:pt x="827" y="510"/>
                </a:lnTo>
                <a:moveTo>
                  <a:pt x="835" y="514"/>
                </a:moveTo>
                <a:lnTo>
                  <a:pt x="839" y="517"/>
                </a:lnTo>
                <a:moveTo>
                  <a:pt x="846" y="522"/>
                </a:moveTo>
                <a:lnTo>
                  <a:pt x="850" y="524"/>
                </a:lnTo>
                <a:moveTo>
                  <a:pt x="858" y="529"/>
                </a:moveTo>
                <a:lnTo>
                  <a:pt x="862" y="531"/>
                </a:lnTo>
                <a:moveTo>
                  <a:pt x="869" y="536"/>
                </a:moveTo>
                <a:lnTo>
                  <a:pt x="873" y="538"/>
                </a:lnTo>
                <a:moveTo>
                  <a:pt x="881" y="543"/>
                </a:moveTo>
                <a:lnTo>
                  <a:pt x="885" y="545"/>
                </a:lnTo>
                <a:moveTo>
                  <a:pt x="892" y="550"/>
                </a:moveTo>
                <a:lnTo>
                  <a:pt x="896" y="552"/>
                </a:lnTo>
                <a:moveTo>
                  <a:pt x="904" y="557"/>
                </a:moveTo>
                <a:lnTo>
                  <a:pt x="908" y="559"/>
                </a:lnTo>
                <a:moveTo>
                  <a:pt x="915" y="564"/>
                </a:moveTo>
                <a:lnTo>
                  <a:pt x="919" y="566"/>
                </a:lnTo>
                <a:moveTo>
                  <a:pt x="927" y="571"/>
                </a:moveTo>
                <a:lnTo>
                  <a:pt x="930" y="573"/>
                </a:lnTo>
                <a:moveTo>
                  <a:pt x="938" y="578"/>
                </a:moveTo>
                <a:lnTo>
                  <a:pt x="942" y="580"/>
                </a:lnTo>
                <a:moveTo>
                  <a:pt x="949" y="585"/>
                </a:moveTo>
                <a:lnTo>
                  <a:pt x="953" y="587"/>
                </a:lnTo>
                <a:moveTo>
                  <a:pt x="961" y="592"/>
                </a:moveTo>
                <a:lnTo>
                  <a:pt x="965" y="594"/>
                </a:lnTo>
                <a:moveTo>
                  <a:pt x="972" y="599"/>
                </a:moveTo>
                <a:lnTo>
                  <a:pt x="976" y="601"/>
                </a:lnTo>
                <a:moveTo>
                  <a:pt x="984" y="606"/>
                </a:moveTo>
                <a:lnTo>
                  <a:pt x="988" y="608"/>
                </a:lnTo>
                <a:moveTo>
                  <a:pt x="995" y="613"/>
                </a:moveTo>
                <a:lnTo>
                  <a:pt x="999" y="615"/>
                </a:lnTo>
                <a:moveTo>
                  <a:pt x="1007" y="620"/>
                </a:moveTo>
                <a:lnTo>
                  <a:pt x="1011" y="623"/>
                </a:lnTo>
                <a:moveTo>
                  <a:pt x="1018" y="627"/>
                </a:moveTo>
                <a:lnTo>
                  <a:pt x="1022" y="630"/>
                </a:lnTo>
                <a:moveTo>
                  <a:pt x="1030" y="634"/>
                </a:moveTo>
                <a:lnTo>
                  <a:pt x="1033" y="637"/>
                </a:lnTo>
                <a:moveTo>
                  <a:pt x="1041" y="641"/>
                </a:moveTo>
                <a:lnTo>
                  <a:pt x="1045" y="644"/>
                </a:lnTo>
                <a:moveTo>
                  <a:pt x="1052" y="648"/>
                </a:moveTo>
                <a:lnTo>
                  <a:pt x="1056" y="651"/>
                </a:lnTo>
                <a:moveTo>
                  <a:pt x="1064" y="655"/>
                </a:moveTo>
                <a:lnTo>
                  <a:pt x="1068" y="658"/>
                </a:lnTo>
                <a:moveTo>
                  <a:pt x="1075" y="662"/>
                </a:moveTo>
                <a:lnTo>
                  <a:pt x="1079" y="665"/>
                </a:lnTo>
                <a:moveTo>
                  <a:pt x="1087" y="669"/>
                </a:moveTo>
                <a:lnTo>
                  <a:pt x="1091" y="672"/>
                </a:lnTo>
                <a:moveTo>
                  <a:pt x="1098" y="677"/>
                </a:moveTo>
                <a:lnTo>
                  <a:pt x="1102" y="679"/>
                </a:lnTo>
                <a:moveTo>
                  <a:pt x="1110" y="684"/>
                </a:moveTo>
                <a:lnTo>
                  <a:pt x="1114" y="686"/>
                </a:lnTo>
                <a:moveTo>
                  <a:pt x="1121" y="691"/>
                </a:moveTo>
                <a:lnTo>
                  <a:pt x="1125" y="693"/>
                </a:lnTo>
                <a:moveTo>
                  <a:pt x="1133" y="698"/>
                </a:moveTo>
                <a:lnTo>
                  <a:pt x="1136" y="700"/>
                </a:lnTo>
                <a:moveTo>
                  <a:pt x="1144" y="705"/>
                </a:moveTo>
                <a:lnTo>
                  <a:pt x="1148" y="707"/>
                </a:lnTo>
                <a:moveTo>
                  <a:pt x="1155" y="712"/>
                </a:moveTo>
                <a:lnTo>
                  <a:pt x="1159" y="714"/>
                </a:lnTo>
                <a:moveTo>
                  <a:pt x="1167" y="719"/>
                </a:moveTo>
                <a:lnTo>
                  <a:pt x="1171" y="721"/>
                </a:lnTo>
                <a:moveTo>
                  <a:pt x="1178" y="726"/>
                </a:moveTo>
                <a:lnTo>
                  <a:pt x="1182" y="728"/>
                </a:lnTo>
                <a:moveTo>
                  <a:pt x="1190" y="733"/>
                </a:moveTo>
                <a:lnTo>
                  <a:pt x="1194" y="735"/>
                </a:lnTo>
                <a:moveTo>
                  <a:pt x="1201" y="740"/>
                </a:moveTo>
                <a:lnTo>
                  <a:pt x="1205" y="742"/>
                </a:lnTo>
                <a:moveTo>
                  <a:pt x="1213" y="747"/>
                </a:moveTo>
                <a:lnTo>
                  <a:pt x="1217" y="749"/>
                </a:lnTo>
                <a:moveTo>
                  <a:pt x="1224" y="754"/>
                </a:moveTo>
                <a:lnTo>
                  <a:pt x="1228" y="756"/>
                </a:lnTo>
                <a:moveTo>
                  <a:pt x="1236" y="761"/>
                </a:moveTo>
                <a:lnTo>
                  <a:pt x="1239" y="763"/>
                </a:lnTo>
                <a:moveTo>
                  <a:pt x="1247" y="768"/>
                </a:moveTo>
                <a:lnTo>
                  <a:pt x="1251" y="770"/>
                </a:lnTo>
                <a:moveTo>
                  <a:pt x="1258" y="775"/>
                </a:moveTo>
                <a:lnTo>
                  <a:pt x="1262" y="778"/>
                </a:lnTo>
                <a:moveTo>
                  <a:pt x="1270" y="782"/>
                </a:moveTo>
                <a:lnTo>
                  <a:pt x="1274" y="785"/>
                </a:lnTo>
                <a:moveTo>
                  <a:pt x="1281" y="789"/>
                </a:moveTo>
                <a:lnTo>
                  <a:pt x="1285" y="792"/>
                </a:lnTo>
                <a:moveTo>
                  <a:pt x="1293" y="796"/>
                </a:moveTo>
                <a:lnTo>
                  <a:pt x="1297" y="799"/>
                </a:lnTo>
                <a:moveTo>
                  <a:pt x="1304" y="803"/>
                </a:moveTo>
                <a:lnTo>
                  <a:pt x="1308" y="806"/>
                </a:lnTo>
                <a:moveTo>
                  <a:pt x="1316" y="810"/>
                </a:moveTo>
                <a:lnTo>
                  <a:pt x="1320" y="813"/>
                </a:lnTo>
                <a:moveTo>
                  <a:pt x="1327" y="817"/>
                </a:moveTo>
                <a:lnTo>
                  <a:pt x="1331" y="820"/>
                </a:lnTo>
                <a:moveTo>
                  <a:pt x="1339" y="824"/>
                </a:moveTo>
                <a:lnTo>
                  <a:pt x="1342" y="827"/>
                </a:lnTo>
                <a:moveTo>
                  <a:pt x="1350" y="832"/>
                </a:moveTo>
                <a:lnTo>
                  <a:pt x="1354" y="834"/>
                </a:lnTo>
                <a:moveTo>
                  <a:pt x="1361" y="839"/>
                </a:moveTo>
                <a:lnTo>
                  <a:pt x="1365" y="841"/>
                </a:lnTo>
                <a:moveTo>
                  <a:pt x="1373" y="846"/>
                </a:moveTo>
                <a:lnTo>
                  <a:pt x="1377" y="848"/>
                </a:lnTo>
                <a:moveTo>
                  <a:pt x="1384" y="853"/>
                </a:moveTo>
                <a:lnTo>
                  <a:pt x="1385" y="85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7" name="Freeform 128">
            <a:extLst>
              <a:ext uri="{FF2B5EF4-FFF2-40B4-BE49-F238E27FC236}">
                <a16:creationId xmlns:a16="http://schemas.microsoft.com/office/drawing/2014/main" id="{E4BC4A10-849D-FB04-A554-65F6FF4A11E2}"/>
              </a:ext>
            </a:extLst>
          </p:cNvPr>
          <p:cNvSpPr>
            <a:spLocks noEditPoints="1"/>
          </p:cNvSpPr>
          <p:nvPr/>
        </p:nvSpPr>
        <p:spPr bwMode="auto">
          <a:xfrm>
            <a:off x="490538" y="4319588"/>
            <a:ext cx="219075" cy="92075"/>
          </a:xfrm>
          <a:custGeom>
            <a:avLst/>
            <a:gdLst>
              <a:gd name="T0" fmla="*/ 0 w 277"/>
              <a:gd name="T1" fmla="*/ 0 h 116"/>
              <a:gd name="T2" fmla="*/ 4 w 277"/>
              <a:gd name="T3" fmla="*/ 2 h 116"/>
              <a:gd name="T4" fmla="*/ 12 w 277"/>
              <a:gd name="T5" fmla="*/ 5 h 116"/>
              <a:gd name="T6" fmla="*/ 16 w 277"/>
              <a:gd name="T7" fmla="*/ 7 h 116"/>
              <a:gd name="T8" fmla="*/ 24 w 277"/>
              <a:gd name="T9" fmla="*/ 10 h 116"/>
              <a:gd name="T10" fmla="*/ 28 w 277"/>
              <a:gd name="T11" fmla="*/ 12 h 116"/>
              <a:gd name="T12" fmla="*/ 37 w 277"/>
              <a:gd name="T13" fmla="*/ 15 h 116"/>
              <a:gd name="T14" fmla="*/ 41 w 277"/>
              <a:gd name="T15" fmla="*/ 17 h 116"/>
              <a:gd name="T16" fmla="*/ 49 w 277"/>
              <a:gd name="T17" fmla="*/ 21 h 116"/>
              <a:gd name="T18" fmla="*/ 53 w 277"/>
              <a:gd name="T19" fmla="*/ 22 h 116"/>
              <a:gd name="T20" fmla="*/ 62 w 277"/>
              <a:gd name="T21" fmla="*/ 26 h 116"/>
              <a:gd name="T22" fmla="*/ 66 w 277"/>
              <a:gd name="T23" fmla="*/ 28 h 116"/>
              <a:gd name="T24" fmla="*/ 74 w 277"/>
              <a:gd name="T25" fmla="*/ 31 h 116"/>
              <a:gd name="T26" fmla="*/ 78 w 277"/>
              <a:gd name="T27" fmla="*/ 33 h 116"/>
              <a:gd name="T28" fmla="*/ 86 w 277"/>
              <a:gd name="T29" fmla="*/ 36 h 116"/>
              <a:gd name="T30" fmla="*/ 90 w 277"/>
              <a:gd name="T31" fmla="*/ 38 h 116"/>
              <a:gd name="T32" fmla="*/ 99 w 277"/>
              <a:gd name="T33" fmla="*/ 41 h 116"/>
              <a:gd name="T34" fmla="*/ 103 w 277"/>
              <a:gd name="T35" fmla="*/ 43 h 116"/>
              <a:gd name="T36" fmla="*/ 111 w 277"/>
              <a:gd name="T37" fmla="*/ 47 h 116"/>
              <a:gd name="T38" fmla="*/ 115 w 277"/>
              <a:gd name="T39" fmla="*/ 48 h 116"/>
              <a:gd name="T40" fmla="*/ 124 w 277"/>
              <a:gd name="T41" fmla="*/ 52 h 116"/>
              <a:gd name="T42" fmla="*/ 128 w 277"/>
              <a:gd name="T43" fmla="*/ 53 h 116"/>
              <a:gd name="T44" fmla="*/ 136 w 277"/>
              <a:gd name="T45" fmla="*/ 57 h 116"/>
              <a:gd name="T46" fmla="*/ 140 w 277"/>
              <a:gd name="T47" fmla="*/ 59 h 116"/>
              <a:gd name="T48" fmla="*/ 148 w 277"/>
              <a:gd name="T49" fmla="*/ 62 h 116"/>
              <a:gd name="T50" fmla="*/ 153 w 277"/>
              <a:gd name="T51" fmla="*/ 64 h 116"/>
              <a:gd name="T52" fmla="*/ 161 w 277"/>
              <a:gd name="T53" fmla="*/ 67 h 116"/>
              <a:gd name="T54" fmla="*/ 165 w 277"/>
              <a:gd name="T55" fmla="*/ 69 h 116"/>
              <a:gd name="T56" fmla="*/ 173 w 277"/>
              <a:gd name="T57" fmla="*/ 72 h 116"/>
              <a:gd name="T58" fmla="*/ 177 w 277"/>
              <a:gd name="T59" fmla="*/ 74 h 116"/>
              <a:gd name="T60" fmla="*/ 186 w 277"/>
              <a:gd name="T61" fmla="*/ 78 h 116"/>
              <a:gd name="T62" fmla="*/ 190 w 277"/>
              <a:gd name="T63" fmla="*/ 79 h 116"/>
              <a:gd name="T64" fmla="*/ 198 w 277"/>
              <a:gd name="T65" fmla="*/ 83 h 116"/>
              <a:gd name="T66" fmla="*/ 202 w 277"/>
              <a:gd name="T67" fmla="*/ 84 h 116"/>
              <a:gd name="T68" fmla="*/ 210 w 277"/>
              <a:gd name="T69" fmla="*/ 88 h 116"/>
              <a:gd name="T70" fmla="*/ 215 w 277"/>
              <a:gd name="T71" fmla="*/ 90 h 116"/>
              <a:gd name="T72" fmla="*/ 223 w 277"/>
              <a:gd name="T73" fmla="*/ 93 h 116"/>
              <a:gd name="T74" fmla="*/ 227 w 277"/>
              <a:gd name="T75" fmla="*/ 95 h 116"/>
              <a:gd name="T76" fmla="*/ 235 w 277"/>
              <a:gd name="T77" fmla="*/ 98 h 116"/>
              <a:gd name="T78" fmla="*/ 239 w 277"/>
              <a:gd name="T79" fmla="*/ 100 h 116"/>
              <a:gd name="T80" fmla="*/ 248 w 277"/>
              <a:gd name="T81" fmla="*/ 103 h 116"/>
              <a:gd name="T82" fmla="*/ 252 w 277"/>
              <a:gd name="T83" fmla="*/ 105 h 116"/>
              <a:gd name="T84" fmla="*/ 260 w 277"/>
              <a:gd name="T85" fmla="*/ 109 h 116"/>
              <a:gd name="T86" fmla="*/ 264 w 277"/>
              <a:gd name="T87" fmla="*/ 110 h 116"/>
              <a:gd name="T88" fmla="*/ 272 w 277"/>
              <a:gd name="T89" fmla="*/ 114 h 116"/>
              <a:gd name="T90" fmla="*/ 277 w 277"/>
              <a:gd name="T91" fmla="*/ 116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77" h="116">
                <a:moveTo>
                  <a:pt x="0" y="0"/>
                </a:moveTo>
                <a:lnTo>
                  <a:pt x="4" y="2"/>
                </a:lnTo>
                <a:moveTo>
                  <a:pt x="12" y="5"/>
                </a:moveTo>
                <a:lnTo>
                  <a:pt x="16" y="7"/>
                </a:lnTo>
                <a:moveTo>
                  <a:pt x="24" y="10"/>
                </a:moveTo>
                <a:lnTo>
                  <a:pt x="28" y="12"/>
                </a:lnTo>
                <a:moveTo>
                  <a:pt x="37" y="15"/>
                </a:moveTo>
                <a:lnTo>
                  <a:pt x="41" y="17"/>
                </a:lnTo>
                <a:moveTo>
                  <a:pt x="49" y="21"/>
                </a:moveTo>
                <a:lnTo>
                  <a:pt x="53" y="22"/>
                </a:lnTo>
                <a:moveTo>
                  <a:pt x="62" y="26"/>
                </a:moveTo>
                <a:lnTo>
                  <a:pt x="66" y="28"/>
                </a:lnTo>
                <a:moveTo>
                  <a:pt x="74" y="31"/>
                </a:moveTo>
                <a:lnTo>
                  <a:pt x="78" y="33"/>
                </a:lnTo>
                <a:moveTo>
                  <a:pt x="86" y="36"/>
                </a:moveTo>
                <a:lnTo>
                  <a:pt x="90" y="38"/>
                </a:lnTo>
                <a:moveTo>
                  <a:pt x="99" y="41"/>
                </a:moveTo>
                <a:lnTo>
                  <a:pt x="103" y="43"/>
                </a:lnTo>
                <a:moveTo>
                  <a:pt x="111" y="47"/>
                </a:moveTo>
                <a:lnTo>
                  <a:pt x="115" y="48"/>
                </a:lnTo>
                <a:moveTo>
                  <a:pt x="124" y="52"/>
                </a:moveTo>
                <a:lnTo>
                  <a:pt x="128" y="53"/>
                </a:lnTo>
                <a:moveTo>
                  <a:pt x="136" y="57"/>
                </a:moveTo>
                <a:lnTo>
                  <a:pt x="140" y="59"/>
                </a:lnTo>
                <a:moveTo>
                  <a:pt x="148" y="62"/>
                </a:moveTo>
                <a:lnTo>
                  <a:pt x="153" y="64"/>
                </a:lnTo>
                <a:moveTo>
                  <a:pt x="161" y="67"/>
                </a:moveTo>
                <a:lnTo>
                  <a:pt x="165" y="69"/>
                </a:lnTo>
                <a:moveTo>
                  <a:pt x="173" y="72"/>
                </a:moveTo>
                <a:lnTo>
                  <a:pt x="177" y="74"/>
                </a:lnTo>
                <a:moveTo>
                  <a:pt x="186" y="78"/>
                </a:moveTo>
                <a:lnTo>
                  <a:pt x="190" y="79"/>
                </a:lnTo>
                <a:moveTo>
                  <a:pt x="198" y="83"/>
                </a:moveTo>
                <a:lnTo>
                  <a:pt x="202" y="84"/>
                </a:lnTo>
                <a:moveTo>
                  <a:pt x="210" y="88"/>
                </a:moveTo>
                <a:lnTo>
                  <a:pt x="215" y="90"/>
                </a:lnTo>
                <a:moveTo>
                  <a:pt x="223" y="93"/>
                </a:moveTo>
                <a:lnTo>
                  <a:pt x="227" y="95"/>
                </a:lnTo>
                <a:moveTo>
                  <a:pt x="235" y="98"/>
                </a:moveTo>
                <a:lnTo>
                  <a:pt x="239" y="100"/>
                </a:lnTo>
                <a:moveTo>
                  <a:pt x="248" y="103"/>
                </a:moveTo>
                <a:lnTo>
                  <a:pt x="252" y="105"/>
                </a:lnTo>
                <a:moveTo>
                  <a:pt x="260" y="109"/>
                </a:moveTo>
                <a:lnTo>
                  <a:pt x="264" y="110"/>
                </a:lnTo>
                <a:moveTo>
                  <a:pt x="272" y="114"/>
                </a:moveTo>
                <a:lnTo>
                  <a:pt x="277" y="11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8" name="Freeform 129">
            <a:extLst>
              <a:ext uri="{FF2B5EF4-FFF2-40B4-BE49-F238E27FC236}">
                <a16:creationId xmlns:a16="http://schemas.microsoft.com/office/drawing/2014/main" id="{72F59014-CD9E-6176-530B-E9DAD756801D}"/>
              </a:ext>
            </a:extLst>
          </p:cNvPr>
          <p:cNvSpPr>
            <a:spLocks noEditPoints="1"/>
          </p:cNvSpPr>
          <p:nvPr/>
        </p:nvSpPr>
        <p:spPr bwMode="auto">
          <a:xfrm>
            <a:off x="869950" y="3987800"/>
            <a:ext cx="484188" cy="485775"/>
          </a:xfrm>
          <a:custGeom>
            <a:avLst/>
            <a:gdLst>
              <a:gd name="T0" fmla="*/ 10 w 610"/>
              <a:gd name="T1" fmla="*/ 9 h 613"/>
              <a:gd name="T2" fmla="*/ 22 w 610"/>
              <a:gd name="T3" fmla="*/ 22 h 613"/>
              <a:gd name="T4" fmla="*/ 38 w 610"/>
              <a:gd name="T5" fmla="*/ 38 h 613"/>
              <a:gd name="T6" fmla="*/ 51 w 610"/>
              <a:gd name="T7" fmla="*/ 51 h 613"/>
              <a:gd name="T8" fmla="*/ 66 w 610"/>
              <a:gd name="T9" fmla="*/ 67 h 613"/>
              <a:gd name="T10" fmla="*/ 79 w 610"/>
              <a:gd name="T11" fmla="*/ 79 h 613"/>
              <a:gd name="T12" fmla="*/ 95 w 610"/>
              <a:gd name="T13" fmla="*/ 95 h 613"/>
              <a:gd name="T14" fmla="*/ 107 w 610"/>
              <a:gd name="T15" fmla="*/ 108 h 613"/>
              <a:gd name="T16" fmla="*/ 123 w 610"/>
              <a:gd name="T17" fmla="*/ 124 h 613"/>
              <a:gd name="T18" fmla="*/ 136 w 610"/>
              <a:gd name="T19" fmla="*/ 137 h 613"/>
              <a:gd name="T20" fmla="*/ 152 w 610"/>
              <a:gd name="T21" fmla="*/ 152 h 613"/>
              <a:gd name="T22" fmla="*/ 164 w 610"/>
              <a:gd name="T23" fmla="*/ 165 h 613"/>
              <a:gd name="T24" fmla="*/ 180 w 610"/>
              <a:gd name="T25" fmla="*/ 181 h 613"/>
              <a:gd name="T26" fmla="*/ 193 w 610"/>
              <a:gd name="T27" fmla="*/ 194 h 613"/>
              <a:gd name="T28" fmla="*/ 208 w 610"/>
              <a:gd name="T29" fmla="*/ 210 h 613"/>
              <a:gd name="T30" fmla="*/ 221 w 610"/>
              <a:gd name="T31" fmla="*/ 222 h 613"/>
              <a:gd name="T32" fmla="*/ 237 w 610"/>
              <a:gd name="T33" fmla="*/ 238 h 613"/>
              <a:gd name="T34" fmla="*/ 250 w 610"/>
              <a:gd name="T35" fmla="*/ 251 h 613"/>
              <a:gd name="T36" fmla="*/ 265 w 610"/>
              <a:gd name="T37" fmla="*/ 267 h 613"/>
              <a:gd name="T38" fmla="*/ 278 w 610"/>
              <a:gd name="T39" fmla="*/ 280 h 613"/>
              <a:gd name="T40" fmla="*/ 294 w 610"/>
              <a:gd name="T41" fmla="*/ 295 h 613"/>
              <a:gd name="T42" fmla="*/ 306 w 610"/>
              <a:gd name="T43" fmla="*/ 308 h 613"/>
              <a:gd name="T44" fmla="*/ 322 w 610"/>
              <a:gd name="T45" fmla="*/ 324 h 613"/>
              <a:gd name="T46" fmla="*/ 335 w 610"/>
              <a:gd name="T47" fmla="*/ 337 h 613"/>
              <a:gd name="T48" fmla="*/ 351 w 610"/>
              <a:gd name="T49" fmla="*/ 353 h 613"/>
              <a:gd name="T50" fmla="*/ 363 w 610"/>
              <a:gd name="T51" fmla="*/ 365 h 613"/>
              <a:gd name="T52" fmla="*/ 379 w 610"/>
              <a:gd name="T53" fmla="*/ 381 h 613"/>
              <a:gd name="T54" fmla="*/ 392 w 610"/>
              <a:gd name="T55" fmla="*/ 394 h 613"/>
              <a:gd name="T56" fmla="*/ 407 w 610"/>
              <a:gd name="T57" fmla="*/ 410 h 613"/>
              <a:gd name="T58" fmla="*/ 420 w 610"/>
              <a:gd name="T59" fmla="*/ 423 h 613"/>
              <a:gd name="T60" fmla="*/ 436 w 610"/>
              <a:gd name="T61" fmla="*/ 438 h 613"/>
              <a:gd name="T62" fmla="*/ 448 w 610"/>
              <a:gd name="T63" fmla="*/ 451 h 613"/>
              <a:gd name="T64" fmla="*/ 464 w 610"/>
              <a:gd name="T65" fmla="*/ 467 h 613"/>
              <a:gd name="T66" fmla="*/ 477 w 610"/>
              <a:gd name="T67" fmla="*/ 480 h 613"/>
              <a:gd name="T68" fmla="*/ 493 w 610"/>
              <a:gd name="T69" fmla="*/ 496 h 613"/>
              <a:gd name="T70" fmla="*/ 505 w 610"/>
              <a:gd name="T71" fmla="*/ 508 h 613"/>
              <a:gd name="T72" fmla="*/ 521 w 610"/>
              <a:gd name="T73" fmla="*/ 524 h 613"/>
              <a:gd name="T74" fmla="*/ 534 w 610"/>
              <a:gd name="T75" fmla="*/ 537 h 613"/>
              <a:gd name="T76" fmla="*/ 550 w 610"/>
              <a:gd name="T77" fmla="*/ 553 h 613"/>
              <a:gd name="T78" fmla="*/ 562 w 610"/>
              <a:gd name="T79" fmla="*/ 566 h 613"/>
              <a:gd name="T80" fmla="*/ 578 w 610"/>
              <a:gd name="T81" fmla="*/ 581 h 613"/>
              <a:gd name="T82" fmla="*/ 591 w 610"/>
              <a:gd name="T83" fmla="*/ 594 h 613"/>
              <a:gd name="T84" fmla="*/ 606 w 610"/>
              <a:gd name="T85" fmla="*/ 610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10" h="613">
                <a:moveTo>
                  <a:pt x="0" y="0"/>
                </a:moveTo>
                <a:lnTo>
                  <a:pt x="3" y="3"/>
                </a:lnTo>
                <a:moveTo>
                  <a:pt x="10" y="9"/>
                </a:moveTo>
                <a:lnTo>
                  <a:pt x="13" y="13"/>
                </a:lnTo>
                <a:moveTo>
                  <a:pt x="19" y="19"/>
                </a:moveTo>
                <a:lnTo>
                  <a:pt x="22" y="22"/>
                </a:lnTo>
                <a:moveTo>
                  <a:pt x="28" y="28"/>
                </a:moveTo>
                <a:lnTo>
                  <a:pt x="32" y="32"/>
                </a:lnTo>
                <a:moveTo>
                  <a:pt x="38" y="38"/>
                </a:moveTo>
                <a:lnTo>
                  <a:pt x="41" y="41"/>
                </a:lnTo>
                <a:moveTo>
                  <a:pt x="47" y="48"/>
                </a:moveTo>
                <a:lnTo>
                  <a:pt x="51" y="51"/>
                </a:lnTo>
                <a:moveTo>
                  <a:pt x="57" y="57"/>
                </a:moveTo>
                <a:lnTo>
                  <a:pt x="60" y="60"/>
                </a:lnTo>
                <a:moveTo>
                  <a:pt x="66" y="67"/>
                </a:moveTo>
                <a:lnTo>
                  <a:pt x="70" y="70"/>
                </a:lnTo>
                <a:moveTo>
                  <a:pt x="76" y="76"/>
                </a:moveTo>
                <a:lnTo>
                  <a:pt x="79" y="79"/>
                </a:lnTo>
                <a:moveTo>
                  <a:pt x="85" y="86"/>
                </a:moveTo>
                <a:lnTo>
                  <a:pt x="88" y="89"/>
                </a:lnTo>
                <a:moveTo>
                  <a:pt x="95" y="95"/>
                </a:moveTo>
                <a:lnTo>
                  <a:pt x="98" y="98"/>
                </a:lnTo>
                <a:moveTo>
                  <a:pt x="104" y="105"/>
                </a:moveTo>
                <a:lnTo>
                  <a:pt x="107" y="108"/>
                </a:lnTo>
                <a:moveTo>
                  <a:pt x="114" y="114"/>
                </a:moveTo>
                <a:lnTo>
                  <a:pt x="117" y="117"/>
                </a:lnTo>
                <a:moveTo>
                  <a:pt x="123" y="124"/>
                </a:moveTo>
                <a:lnTo>
                  <a:pt x="126" y="127"/>
                </a:lnTo>
                <a:moveTo>
                  <a:pt x="133" y="133"/>
                </a:moveTo>
                <a:lnTo>
                  <a:pt x="136" y="137"/>
                </a:lnTo>
                <a:moveTo>
                  <a:pt x="142" y="143"/>
                </a:moveTo>
                <a:lnTo>
                  <a:pt x="145" y="146"/>
                </a:lnTo>
                <a:moveTo>
                  <a:pt x="152" y="152"/>
                </a:moveTo>
                <a:lnTo>
                  <a:pt x="155" y="156"/>
                </a:lnTo>
                <a:moveTo>
                  <a:pt x="161" y="162"/>
                </a:moveTo>
                <a:lnTo>
                  <a:pt x="164" y="165"/>
                </a:lnTo>
                <a:moveTo>
                  <a:pt x="171" y="171"/>
                </a:moveTo>
                <a:lnTo>
                  <a:pt x="174" y="175"/>
                </a:lnTo>
                <a:moveTo>
                  <a:pt x="180" y="181"/>
                </a:moveTo>
                <a:lnTo>
                  <a:pt x="183" y="184"/>
                </a:lnTo>
                <a:moveTo>
                  <a:pt x="190" y="191"/>
                </a:moveTo>
                <a:lnTo>
                  <a:pt x="193" y="194"/>
                </a:lnTo>
                <a:moveTo>
                  <a:pt x="199" y="200"/>
                </a:moveTo>
                <a:lnTo>
                  <a:pt x="202" y="203"/>
                </a:lnTo>
                <a:moveTo>
                  <a:pt x="208" y="210"/>
                </a:moveTo>
                <a:lnTo>
                  <a:pt x="212" y="213"/>
                </a:lnTo>
                <a:moveTo>
                  <a:pt x="218" y="219"/>
                </a:moveTo>
                <a:lnTo>
                  <a:pt x="221" y="222"/>
                </a:lnTo>
                <a:moveTo>
                  <a:pt x="227" y="229"/>
                </a:moveTo>
                <a:lnTo>
                  <a:pt x="231" y="232"/>
                </a:lnTo>
                <a:moveTo>
                  <a:pt x="237" y="238"/>
                </a:moveTo>
                <a:lnTo>
                  <a:pt x="240" y="241"/>
                </a:lnTo>
                <a:moveTo>
                  <a:pt x="246" y="248"/>
                </a:moveTo>
                <a:lnTo>
                  <a:pt x="250" y="251"/>
                </a:lnTo>
                <a:moveTo>
                  <a:pt x="256" y="257"/>
                </a:moveTo>
                <a:lnTo>
                  <a:pt x="259" y="260"/>
                </a:lnTo>
                <a:moveTo>
                  <a:pt x="265" y="267"/>
                </a:moveTo>
                <a:lnTo>
                  <a:pt x="268" y="270"/>
                </a:lnTo>
                <a:moveTo>
                  <a:pt x="275" y="276"/>
                </a:moveTo>
                <a:lnTo>
                  <a:pt x="278" y="280"/>
                </a:lnTo>
                <a:moveTo>
                  <a:pt x="284" y="286"/>
                </a:moveTo>
                <a:lnTo>
                  <a:pt x="287" y="289"/>
                </a:lnTo>
                <a:moveTo>
                  <a:pt x="294" y="295"/>
                </a:moveTo>
                <a:lnTo>
                  <a:pt x="297" y="299"/>
                </a:lnTo>
                <a:moveTo>
                  <a:pt x="303" y="305"/>
                </a:moveTo>
                <a:lnTo>
                  <a:pt x="306" y="308"/>
                </a:lnTo>
                <a:moveTo>
                  <a:pt x="313" y="314"/>
                </a:moveTo>
                <a:lnTo>
                  <a:pt x="316" y="318"/>
                </a:lnTo>
                <a:moveTo>
                  <a:pt x="322" y="324"/>
                </a:moveTo>
                <a:lnTo>
                  <a:pt x="325" y="327"/>
                </a:lnTo>
                <a:moveTo>
                  <a:pt x="332" y="334"/>
                </a:moveTo>
                <a:lnTo>
                  <a:pt x="335" y="337"/>
                </a:lnTo>
                <a:moveTo>
                  <a:pt x="341" y="343"/>
                </a:moveTo>
                <a:lnTo>
                  <a:pt x="344" y="346"/>
                </a:lnTo>
                <a:moveTo>
                  <a:pt x="351" y="353"/>
                </a:moveTo>
                <a:lnTo>
                  <a:pt x="354" y="356"/>
                </a:lnTo>
                <a:moveTo>
                  <a:pt x="360" y="362"/>
                </a:moveTo>
                <a:lnTo>
                  <a:pt x="363" y="365"/>
                </a:lnTo>
                <a:moveTo>
                  <a:pt x="370" y="372"/>
                </a:moveTo>
                <a:lnTo>
                  <a:pt x="373" y="375"/>
                </a:lnTo>
                <a:moveTo>
                  <a:pt x="379" y="381"/>
                </a:moveTo>
                <a:lnTo>
                  <a:pt x="382" y="384"/>
                </a:lnTo>
                <a:moveTo>
                  <a:pt x="388" y="391"/>
                </a:moveTo>
                <a:lnTo>
                  <a:pt x="392" y="394"/>
                </a:lnTo>
                <a:moveTo>
                  <a:pt x="398" y="400"/>
                </a:moveTo>
                <a:lnTo>
                  <a:pt x="401" y="403"/>
                </a:lnTo>
                <a:moveTo>
                  <a:pt x="407" y="410"/>
                </a:moveTo>
                <a:lnTo>
                  <a:pt x="411" y="413"/>
                </a:lnTo>
                <a:moveTo>
                  <a:pt x="417" y="419"/>
                </a:moveTo>
                <a:lnTo>
                  <a:pt x="420" y="423"/>
                </a:lnTo>
                <a:moveTo>
                  <a:pt x="426" y="429"/>
                </a:moveTo>
                <a:lnTo>
                  <a:pt x="430" y="432"/>
                </a:lnTo>
                <a:moveTo>
                  <a:pt x="436" y="438"/>
                </a:moveTo>
                <a:lnTo>
                  <a:pt x="439" y="442"/>
                </a:lnTo>
                <a:moveTo>
                  <a:pt x="445" y="448"/>
                </a:moveTo>
                <a:lnTo>
                  <a:pt x="448" y="451"/>
                </a:lnTo>
                <a:moveTo>
                  <a:pt x="455" y="457"/>
                </a:moveTo>
                <a:lnTo>
                  <a:pt x="458" y="461"/>
                </a:lnTo>
                <a:moveTo>
                  <a:pt x="464" y="467"/>
                </a:moveTo>
                <a:lnTo>
                  <a:pt x="467" y="470"/>
                </a:lnTo>
                <a:moveTo>
                  <a:pt x="474" y="477"/>
                </a:moveTo>
                <a:lnTo>
                  <a:pt x="477" y="480"/>
                </a:lnTo>
                <a:moveTo>
                  <a:pt x="483" y="486"/>
                </a:moveTo>
                <a:lnTo>
                  <a:pt x="486" y="489"/>
                </a:lnTo>
                <a:moveTo>
                  <a:pt x="493" y="496"/>
                </a:moveTo>
                <a:lnTo>
                  <a:pt x="496" y="499"/>
                </a:lnTo>
                <a:moveTo>
                  <a:pt x="502" y="505"/>
                </a:moveTo>
                <a:lnTo>
                  <a:pt x="505" y="508"/>
                </a:lnTo>
                <a:moveTo>
                  <a:pt x="512" y="515"/>
                </a:moveTo>
                <a:lnTo>
                  <a:pt x="515" y="518"/>
                </a:lnTo>
                <a:moveTo>
                  <a:pt x="521" y="524"/>
                </a:moveTo>
                <a:lnTo>
                  <a:pt x="524" y="527"/>
                </a:lnTo>
                <a:moveTo>
                  <a:pt x="531" y="534"/>
                </a:moveTo>
                <a:lnTo>
                  <a:pt x="534" y="537"/>
                </a:lnTo>
                <a:moveTo>
                  <a:pt x="540" y="543"/>
                </a:moveTo>
                <a:lnTo>
                  <a:pt x="543" y="546"/>
                </a:lnTo>
                <a:moveTo>
                  <a:pt x="550" y="553"/>
                </a:moveTo>
                <a:lnTo>
                  <a:pt x="553" y="556"/>
                </a:lnTo>
                <a:moveTo>
                  <a:pt x="559" y="562"/>
                </a:moveTo>
                <a:lnTo>
                  <a:pt x="562" y="566"/>
                </a:lnTo>
                <a:moveTo>
                  <a:pt x="568" y="572"/>
                </a:moveTo>
                <a:lnTo>
                  <a:pt x="572" y="575"/>
                </a:lnTo>
                <a:moveTo>
                  <a:pt x="578" y="581"/>
                </a:moveTo>
                <a:lnTo>
                  <a:pt x="581" y="585"/>
                </a:lnTo>
                <a:moveTo>
                  <a:pt x="587" y="591"/>
                </a:moveTo>
                <a:lnTo>
                  <a:pt x="591" y="594"/>
                </a:lnTo>
                <a:moveTo>
                  <a:pt x="597" y="600"/>
                </a:moveTo>
                <a:lnTo>
                  <a:pt x="600" y="604"/>
                </a:lnTo>
                <a:moveTo>
                  <a:pt x="606" y="610"/>
                </a:moveTo>
                <a:lnTo>
                  <a:pt x="610" y="61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9" name="Freeform 130">
            <a:extLst>
              <a:ext uri="{FF2B5EF4-FFF2-40B4-BE49-F238E27FC236}">
                <a16:creationId xmlns:a16="http://schemas.microsoft.com/office/drawing/2014/main" id="{A068D147-A25D-D5B8-F3B1-C8CF4C3D2E00}"/>
              </a:ext>
            </a:extLst>
          </p:cNvPr>
          <p:cNvSpPr>
            <a:spLocks noEditPoints="1"/>
          </p:cNvSpPr>
          <p:nvPr/>
        </p:nvSpPr>
        <p:spPr bwMode="auto">
          <a:xfrm>
            <a:off x="1927225" y="3082925"/>
            <a:ext cx="539750" cy="638175"/>
          </a:xfrm>
          <a:custGeom>
            <a:avLst/>
            <a:gdLst>
              <a:gd name="T0" fmla="*/ 9 w 679"/>
              <a:gd name="T1" fmla="*/ 10 h 805"/>
              <a:gd name="T2" fmla="*/ 20 w 679"/>
              <a:gd name="T3" fmla="*/ 24 h 805"/>
              <a:gd name="T4" fmla="*/ 35 w 679"/>
              <a:gd name="T5" fmla="*/ 41 h 805"/>
              <a:gd name="T6" fmla="*/ 46 w 679"/>
              <a:gd name="T7" fmla="*/ 55 h 805"/>
              <a:gd name="T8" fmla="*/ 61 w 679"/>
              <a:gd name="T9" fmla="*/ 72 h 805"/>
              <a:gd name="T10" fmla="*/ 72 w 679"/>
              <a:gd name="T11" fmla="*/ 86 h 805"/>
              <a:gd name="T12" fmla="*/ 87 w 679"/>
              <a:gd name="T13" fmla="*/ 103 h 805"/>
              <a:gd name="T14" fmla="*/ 98 w 679"/>
              <a:gd name="T15" fmla="*/ 117 h 805"/>
              <a:gd name="T16" fmla="*/ 113 w 679"/>
              <a:gd name="T17" fmla="*/ 134 h 805"/>
              <a:gd name="T18" fmla="*/ 124 w 679"/>
              <a:gd name="T19" fmla="*/ 147 h 805"/>
              <a:gd name="T20" fmla="*/ 139 w 679"/>
              <a:gd name="T21" fmla="*/ 165 h 805"/>
              <a:gd name="T22" fmla="*/ 150 w 679"/>
              <a:gd name="T23" fmla="*/ 178 h 805"/>
              <a:gd name="T24" fmla="*/ 165 w 679"/>
              <a:gd name="T25" fmla="*/ 195 h 805"/>
              <a:gd name="T26" fmla="*/ 176 w 679"/>
              <a:gd name="T27" fmla="*/ 209 h 805"/>
              <a:gd name="T28" fmla="*/ 191 w 679"/>
              <a:gd name="T29" fmla="*/ 226 h 805"/>
              <a:gd name="T30" fmla="*/ 202 w 679"/>
              <a:gd name="T31" fmla="*/ 240 h 805"/>
              <a:gd name="T32" fmla="*/ 217 w 679"/>
              <a:gd name="T33" fmla="*/ 257 h 805"/>
              <a:gd name="T34" fmla="*/ 228 w 679"/>
              <a:gd name="T35" fmla="*/ 271 h 805"/>
              <a:gd name="T36" fmla="*/ 243 w 679"/>
              <a:gd name="T37" fmla="*/ 288 h 805"/>
              <a:gd name="T38" fmla="*/ 254 w 679"/>
              <a:gd name="T39" fmla="*/ 302 h 805"/>
              <a:gd name="T40" fmla="*/ 269 w 679"/>
              <a:gd name="T41" fmla="*/ 319 h 805"/>
              <a:gd name="T42" fmla="*/ 280 w 679"/>
              <a:gd name="T43" fmla="*/ 332 h 805"/>
              <a:gd name="T44" fmla="*/ 295 w 679"/>
              <a:gd name="T45" fmla="*/ 349 h 805"/>
              <a:gd name="T46" fmla="*/ 306 w 679"/>
              <a:gd name="T47" fmla="*/ 363 h 805"/>
              <a:gd name="T48" fmla="*/ 321 w 679"/>
              <a:gd name="T49" fmla="*/ 380 h 805"/>
              <a:gd name="T50" fmla="*/ 332 w 679"/>
              <a:gd name="T51" fmla="*/ 394 h 805"/>
              <a:gd name="T52" fmla="*/ 347 w 679"/>
              <a:gd name="T53" fmla="*/ 411 h 805"/>
              <a:gd name="T54" fmla="*/ 358 w 679"/>
              <a:gd name="T55" fmla="*/ 425 h 805"/>
              <a:gd name="T56" fmla="*/ 373 w 679"/>
              <a:gd name="T57" fmla="*/ 442 h 805"/>
              <a:gd name="T58" fmla="*/ 384 w 679"/>
              <a:gd name="T59" fmla="*/ 456 h 805"/>
              <a:gd name="T60" fmla="*/ 399 w 679"/>
              <a:gd name="T61" fmla="*/ 473 h 805"/>
              <a:gd name="T62" fmla="*/ 410 w 679"/>
              <a:gd name="T63" fmla="*/ 486 h 805"/>
              <a:gd name="T64" fmla="*/ 425 w 679"/>
              <a:gd name="T65" fmla="*/ 504 h 805"/>
              <a:gd name="T66" fmla="*/ 436 w 679"/>
              <a:gd name="T67" fmla="*/ 517 h 805"/>
              <a:gd name="T68" fmla="*/ 451 w 679"/>
              <a:gd name="T69" fmla="*/ 534 h 805"/>
              <a:gd name="T70" fmla="*/ 462 w 679"/>
              <a:gd name="T71" fmla="*/ 548 h 805"/>
              <a:gd name="T72" fmla="*/ 477 w 679"/>
              <a:gd name="T73" fmla="*/ 565 h 805"/>
              <a:gd name="T74" fmla="*/ 488 w 679"/>
              <a:gd name="T75" fmla="*/ 579 h 805"/>
              <a:gd name="T76" fmla="*/ 503 w 679"/>
              <a:gd name="T77" fmla="*/ 596 h 805"/>
              <a:gd name="T78" fmla="*/ 514 w 679"/>
              <a:gd name="T79" fmla="*/ 610 h 805"/>
              <a:gd name="T80" fmla="*/ 529 w 679"/>
              <a:gd name="T81" fmla="*/ 627 h 805"/>
              <a:gd name="T82" fmla="*/ 540 w 679"/>
              <a:gd name="T83" fmla="*/ 641 h 805"/>
              <a:gd name="T84" fmla="*/ 555 w 679"/>
              <a:gd name="T85" fmla="*/ 658 h 805"/>
              <a:gd name="T86" fmla="*/ 566 w 679"/>
              <a:gd name="T87" fmla="*/ 671 h 805"/>
              <a:gd name="T88" fmla="*/ 581 w 679"/>
              <a:gd name="T89" fmla="*/ 689 h 805"/>
              <a:gd name="T90" fmla="*/ 592 w 679"/>
              <a:gd name="T91" fmla="*/ 702 h 805"/>
              <a:gd name="T92" fmla="*/ 607 w 679"/>
              <a:gd name="T93" fmla="*/ 719 h 805"/>
              <a:gd name="T94" fmla="*/ 618 w 679"/>
              <a:gd name="T95" fmla="*/ 733 h 805"/>
              <a:gd name="T96" fmla="*/ 633 w 679"/>
              <a:gd name="T97" fmla="*/ 750 h 805"/>
              <a:gd name="T98" fmla="*/ 644 w 679"/>
              <a:gd name="T99" fmla="*/ 764 h 805"/>
              <a:gd name="T100" fmla="*/ 659 w 679"/>
              <a:gd name="T101" fmla="*/ 781 h 805"/>
              <a:gd name="T102" fmla="*/ 670 w 679"/>
              <a:gd name="T103" fmla="*/ 795 h 8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9" h="805">
                <a:moveTo>
                  <a:pt x="0" y="0"/>
                </a:moveTo>
                <a:lnTo>
                  <a:pt x="3" y="4"/>
                </a:lnTo>
                <a:moveTo>
                  <a:pt x="9" y="10"/>
                </a:moveTo>
                <a:lnTo>
                  <a:pt x="12" y="14"/>
                </a:lnTo>
                <a:moveTo>
                  <a:pt x="18" y="21"/>
                </a:moveTo>
                <a:lnTo>
                  <a:pt x="20" y="24"/>
                </a:lnTo>
                <a:moveTo>
                  <a:pt x="26" y="31"/>
                </a:moveTo>
                <a:lnTo>
                  <a:pt x="29" y="34"/>
                </a:lnTo>
                <a:moveTo>
                  <a:pt x="35" y="41"/>
                </a:moveTo>
                <a:lnTo>
                  <a:pt x="38" y="45"/>
                </a:lnTo>
                <a:moveTo>
                  <a:pt x="44" y="52"/>
                </a:moveTo>
                <a:lnTo>
                  <a:pt x="46" y="55"/>
                </a:lnTo>
                <a:moveTo>
                  <a:pt x="52" y="62"/>
                </a:moveTo>
                <a:lnTo>
                  <a:pt x="55" y="65"/>
                </a:lnTo>
                <a:moveTo>
                  <a:pt x="61" y="72"/>
                </a:moveTo>
                <a:lnTo>
                  <a:pt x="64" y="75"/>
                </a:lnTo>
                <a:moveTo>
                  <a:pt x="70" y="82"/>
                </a:moveTo>
                <a:lnTo>
                  <a:pt x="72" y="86"/>
                </a:lnTo>
                <a:moveTo>
                  <a:pt x="78" y="93"/>
                </a:moveTo>
                <a:lnTo>
                  <a:pt x="81" y="96"/>
                </a:lnTo>
                <a:moveTo>
                  <a:pt x="87" y="103"/>
                </a:moveTo>
                <a:lnTo>
                  <a:pt x="90" y="106"/>
                </a:lnTo>
                <a:moveTo>
                  <a:pt x="96" y="113"/>
                </a:moveTo>
                <a:lnTo>
                  <a:pt x="98" y="117"/>
                </a:lnTo>
                <a:moveTo>
                  <a:pt x="104" y="123"/>
                </a:moveTo>
                <a:lnTo>
                  <a:pt x="107" y="127"/>
                </a:lnTo>
                <a:moveTo>
                  <a:pt x="113" y="134"/>
                </a:moveTo>
                <a:lnTo>
                  <a:pt x="116" y="137"/>
                </a:lnTo>
                <a:moveTo>
                  <a:pt x="122" y="144"/>
                </a:moveTo>
                <a:lnTo>
                  <a:pt x="124" y="147"/>
                </a:lnTo>
                <a:moveTo>
                  <a:pt x="130" y="154"/>
                </a:moveTo>
                <a:lnTo>
                  <a:pt x="133" y="158"/>
                </a:lnTo>
                <a:moveTo>
                  <a:pt x="139" y="165"/>
                </a:moveTo>
                <a:lnTo>
                  <a:pt x="142" y="168"/>
                </a:lnTo>
                <a:moveTo>
                  <a:pt x="148" y="175"/>
                </a:moveTo>
                <a:lnTo>
                  <a:pt x="150" y="178"/>
                </a:lnTo>
                <a:moveTo>
                  <a:pt x="156" y="185"/>
                </a:moveTo>
                <a:lnTo>
                  <a:pt x="159" y="189"/>
                </a:lnTo>
                <a:moveTo>
                  <a:pt x="165" y="195"/>
                </a:moveTo>
                <a:lnTo>
                  <a:pt x="168" y="199"/>
                </a:lnTo>
                <a:moveTo>
                  <a:pt x="174" y="206"/>
                </a:moveTo>
                <a:lnTo>
                  <a:pt x="176" y="209"/>
                </a:lnTo>
                <a:moveTo>
                  <a:pt x="182" y="216"/>
                </a:moveTo>
                <a:lnTo>
                  <a:pt x="185" y="219"/>
                </a:lnTo>
                <a:moveTo>
                  <a:pt x="191" y="226"/>
                </a:moveTo>
                <a:lnTo>
                  <a:pt x="194" y="230"/>
                </a:lnTo>
                <a:moveTo>
                  <a:pt x="200" y="236"/>
                </a:moveTo>
                <a:lnTo>
                  <a:pt x="202" y="240"/>
                </a:lnTo>
                <a:moveTo>
                  <a:pt x="208" y="247"/>
                </a:moveTo>
                <a:lnTo>
                  <a:pt x="211" y="250"/>
                </a:lnTo>
                <a:moveTo>
                  <a:pt x="217" y="257"/>
                </a:moveTo>
                <a:lnTo>
                  <a:pt x="220" y="260"/>
                </a:lnTo>
                <a:moveTo>
                  <a:pt x="226" y="267"/>
                </a:moveTo>
                <a:lnTo>
                  <a:pt x="228" y="271"/>
                </a:lnTo>
                <a:moveTo>
                  <a:pt x="234" y="278"/>
                </a:moveTo>
                <a:lnTo>
                  <a:pt x="237" y="281"/>
                </a:lnTo>
                <a:moveTo>
                  <a:pt x="243" y="288"/>
                </a:moveTo>
                <a:lnTo>
                  <a:pt x="246" y="291"/>
                </a:lnTo>
                <a:moveTo>
                  <a:pt x="251" y="298"/>
                </a:moveTo>
                <a:lnTo>
                  <a:pt x="254" y="302"/>
                </a:lnTo>
                <a:moveTo>
                  <a:pt x="260" y="308"/>
                </a:moveTo>
                <a:lnTo>
                  <a:pt x="263" y="312"/>
                </a:lnTo>
                <a:moveTo>
                  <a:pt x="269" y="319"/>
                </a:moveTo>
                <a:lnTo>
                  <a:pt x="272" y="322"/>
                </a:lnTo>
                <a:moveTo>
                  <a:pt x="277" y="329"/>
                </a:moveTo>
                <a:lnTo>
                  <a:pt x="280" y="332"/>
                </a:lnTo>
                <a:moveTo>
                  <a:pt x="286" y="339"/>
                </a:moveTo>
                <a:lnTo>
                  <a:pt x="289" y="343"/>
                </a:lnTo>
                <a:moveTo>
                  <a:pt x="295" y="349"/>
                </a:moveTo>
                <a:lnTo>
                  <a:pt x="298" y="353"/>
                </a:lnTo>
                <a:moveTo>
                  <a:pt x="303" y="360"/>
                </a:moveTo>
                <a:lnTo>
                  <a:pt x="306" y="363"/>
                </a:lnTo>
                <a:moveTo>
                  <a:pt x="312" y="370"/>
                </a:moveTo>
                <a:lnTo>
                  <a:pt x="315" y="373"/>
                </a:lnTo>
                <a:moveTo>
                  <a:pt x="321" y="380"/>
                </a:moveTo>
                <a:lnTo>
                  <a:pt x="324" y="384"/>
                </a:lnTo>
                <a:moveTo>
                  <a:pt x="329" y="391"/>
                </a:moveTo>
                <a:lnTo>
                  <a:pt x="332" y="394"/>
                </a:lnTo>
                <a:moveTo>
                  <a:pt x="338" y="401"/>
                </a:moveTo>
                <a:lnTo>
                  <a:pt x="341" y="404"/>
                </a:lnTo>
                <a:moveTo>
                  <a:pt x="347" y="411"/>
                </a:moveTo>
                <a:lnTo>
                  <a:pt x="350" y="415"/>
                </a:lnTo>
                <a:moveTo>
                  <a:pt x="355" y="421"/>
                </a:moveTo>
                <a:lnTo>
                  <a:pt x="358" y="425"/>
                </a:lnTo>
                <a:moveTo>
                  <a:pt x="364" y="432"/>
                </a:moveTo>
                <a:lnTo>
                  <a:pt x="367" y="435"/>
                </a:lnTo>
                <a:moveTo>
                  <a:pt x="373" y="442"/>
                </a:moveTo>
                <a:lnTo>
                  <a:pt x="376" y="445"/>
                </a:lnTo>
                <a:moveTo>
                  <a:pt x="381" y="452"/>
                </a:moveTo>
                <a:lnTo>
                  <a:pt x="384" y="456"/>
                </a:lnTo>
                <a:moveTo>
                  <a:pt x="390" y="462"/>
                </a:moveTo>
                <a:lnTo>
                  <a:pt x="393" y="466"/>
                </a:lnTo>
                <a:moveTo>
                  <a:pt x="399" y="473"/>
                </a:moveTo>
                <a:lnTo>
                  <a:pt x="402" y="476"/>
                </a:lnTo>
                <a:moveTo>
                  <a:pt x="407" y="483"/>
                </a:moveTo>
                <a:lnTo>
                  <a:pt x="410" y="486"/>
                </a:lnTo>
                <a:moveTo>
                  <a:pt x="416" y="493"/>
                </a:moveTo>
                <a:lnTo>
                  <a:pt x="419" y="497"/>
                </a:lnTo>
                <a:moveTo>
                  <a:pt x="425" y="504"/>
                </a:moveTo>
                <a:lnTo>
                  <a:pt x="428" y="507"/>
                </a:lnTo>
                <a:moveTo>
                  <a:pt x="433" y="514"/>
                </a:moveTo>
                <a:lnTo>
                  <a:pt x="436" y="517"/>
                </a:lnTo>
                <a:moveTo>
                  <a:pt x="442" y="524"/>
                </a:moveTo>
                <a:lnTo>
                  <a:pt x="445" y="528"/>
                </a:lnTo>
                <a:moveTo>
                  <a:pt x="451" y="534"/>
                </a:moveTo>
                <a:lnTo>
                  <a:pt x="454" y="538"/>
                </a:lnTo>
                <a:moveTo>
                  <a:pt x="459" y="545"/>
                </a:moveTo>
                <a:lnTo>
                  <a:pt x="462" y="548"/>
                </a:lnTo>
                <a:moveTo>
                  <a:pt x="468" y="555"/>
                </a:moveTo>
                <a:lnTo>
                  <a:pt x="471" y="558"/>
                </a:lnTo>
                <a:moveTo>
                  <a:pt x="477" y="565"/>
                </a:moveTo>
                <a:lnTo>
                  <a:pt x="480" y="569"/>
                </a:lnTo>
                <a:moveTo>
                  <a:pt x="485" y="576"/>
                </a:moveTo>
                <a:lnTo>
                  <a:pt x="488" y="579"/>
                </a:lnTo>
                <a:moveTo>
                  <a:pt x="494" y="586"/>
                </a:moveTo>
                <a:lnTo>
                  <a:pt x="497" y="589"/>
                </a:lnTo>
                <a:moveTo>
                  <a:pt x="503" y="596"/>
                </a:moveTo>
                <a:lnTo>
                  <a:pt x="506" y="599"/>
                </a:lnTo>
                <a:moveTo>
                  <a:pt x="511" y="606"/>
                </a:moveTo>
                <a:lnTo>
                  <a:pt x="514" y="610"/>
                </a:lnTo>
                <a:moveTo>
                  <a:pt x="520" y="617"/>
                </a:moveTo>
                <a:lnTo>
                  <a:pt x="523" y="620"/>
                </a:lnTo>
                <a:moveTo>
                  <a:pt x="529" y="627"/>
                </a:moveTo>
                <a:lnTo>
                  <a:pt x="532" y="630"/>
                </a:lnTo>
                <a:moveTo>
                  <a:pt x="537" y="637"/>
                </a:moveTo>
                <a:lnTo>
                  <a:pt x="540" y="641"/>
                </a:lnTo>
                <a:moveTo>
                  <a:pt x="546" y="647"/>
                </a:moveTo>
                <a:lnTo>
                  <a:pt x="549" y="651"/>
                </a:lnTo>
                <a:moveTo>
                  <a:pt x="555" y="658"/>
                </a:moveTo>
                <a:lnTo>
                  <a:pt x="558" y="661"/>
                </a:lnTo>
                <a:moveTo>
                  <a:pt x="563" y="668"/>
                </a:moveTo>
                <a:lnTo>
                  <a:pt x="566" y="671"/>
                </a:lnTo>
                <a:moveTo>
                  <a:pt x="572" y="678"/>
                </a:moveTo>
                <a:lnTo>
                  <a:pt x="575" y="682"/>
                </a:lnTo>
                <a:moveTo>
                  <a:pt x="581" y="689"/>
                </a:moveTo>
                <a:lnTo>
                  <a:pt x="584" y="692"/>
                </a:lnTo>
                <a:moveTo>
                  <a:pt x="589" y="699"/>
                </a:moveTo>
                <a:lnTo>
                  <a:pt x="592" y="702"/>
                </a:lnTo>
                <a:moveTo>
                  <a:pt x="598" y="709"/>
                </a:moveTo>
                <a:lnTo>
                  <a:pt x="601" y="713"/>
                </a:lnTo>
                <a:moveTo>
                  <a:pt x="607" y="719"/>
                </a:moveTo>
                <a:lnTo>
                  <a:pt x="610" y="723"/>
                </a:lnTo>
                <a:moveTo>
                  <a:pt x="615" y="730"/>
                </a:moveTo>
                <a:lnTo>
                  <a:pt x="618" y="733"/>
                </a:lnTo>
                <a:moveTo>
                  <a:pt x="624" y="740"/>
                </a:moveTo>
                <a:lnTo>
                  <a:pt x="627" y="743"/>
                </a:lnTo>
                <a:moveTo>
                  <a:pt x="633" y="750"/>
                </a:moveTo>
                <a:lnTo>
                  <a:pt x="636" y="754"/>
                </a:lnTo>
                <a:moveTo>
                  <a:pt x="641" y="760"/>
                </a:moveTo>
                <a:lnTo>
                  <a:pt x="644" y="764"/>
                </a:lnTo>
                <a:moveTo>
                  <a:pt x="650" y="771"/>
                </a:moveTo>
                <a:lnTo>
                  <a:pt x="653" y="774"/>
                </a:lnTo>
                <a:moveTo>
                  <a:pt x="659" y="781"/>
                </a:moveTo>
                <a:lnTo>
                  <a:pt x="662" y="784"/>
                </a:lnTo>
                <a:moveTo>
                  <a:pt x="667" y="791"/>
                </a:moveTo>
                <a:lnTo>
                  <a:pt x="670" y="795"/>
                </a:lnTo>
                <a:moveTo>
                  <a:pt x="676" y="802"/>
                </a:moveTo>
                <a:lnTo>
                  <a:pt x="679" y="805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0" name="Freeform 131">
            <a:extLst>
              <a:ext uri="{FF2B5EF4-FFF2-40B4-BE49-F238E27FC236}">
                <a16:creationId xmlns:a16="http://schemas.microsoft.com/office/drawing/2014/main" id="{5911E473-63CA-95FB-9AC0-96B3A20BDCCE}"/>
              </a:ext>
            </a:extLst>
          </p:cNvPr>
          <p:cNvSpPr>
            <a:spLocks noEditPoints="1"/>
          </p:cNvSpPr>
          <p:nvPr/>
        </p:nvSpPr>
        <p:spPr bwMode="auto">
          <a:xfrm>
            <a:off x="1327150" y="3082925"/>
            <a:ext cx="1143000" cy="1000125"/>
          </a:xfrm>
          <a:custGeom>
            <a:avLst/>
            <a:gdLst>
              <a:gd name="T0" fmla="*/ 21 w 1439"/>
              <a:gd name="T1" fmla="*/ 18 h 1259"/>
              <a:gd name="T2" fmla="*/ 44 w 1439"/>
              <a:gd name="T3" fmla="*/ 38 h 1259"/>
              <a:gd name="T4" fmla="*/ 71 w 1439"/>
              <a:gd name="T5" fmla="*/ 62 h 1259"/>
              <a:gd name="T6" fmla="*/ 95 w 1439"/>
              <a:gd name="T7" fmla="*/ 83 h 1259"/>
              <a:gd name="T8" fmla="*/ 122 w 1439"/>
              <a:gd name="T9" fmla="*/ 106 h 1259"/>
              <a:gd name="T10" fmla="*/ 145 w 1439"/>
              <a:gd name="T11" fmla="*/ 127 h 1259"/>
              <a:gd name="T12" fmla="*/ 172 w 1439"/>
              <a:gd name="T13" fmla="*/ 150 h 1259"/>
              <a:gd name="T14" fmla="*/ 196 w 1439"/>
              <a:gd name="T15" fmla="*/ 171 h 1259"/>
              <a:gd name="T16" fmla="*/ 223 w 1439"/>
              <a:gd name="T17" fmla="*/ 195 h 1259"/>
              <a:gd name="T18" fmla="*/ 247 w 1439"/>
              <a:gd name="T19" fmla="*/ 215 h 1259"/>
              <a:gd name="T20" fmla="*/ 274 w 1439"/>
              <a:gd name="T21" fmla="*/ 239 h 1259"/>
              <a:gd name="T22" fmla="*/ 297 w 1439"/>
              <a:gd name="T23" fmla="*/ 260 h 1259"/>
              <a:gd name="T24" fmla="*/ 324 w 1439"/>
              <a:gd name="T25" fmla="*/ 283 h 1259"/>
              <a:gd name="T26" fmla="*/ 348 w 1439"/>
              <a:gd name="T27" fmla="*/ 304 h 1259"/>
              <a:gd name="T28" fmla="*/ 375 w 1439"/>
              <a:gd name="T29" fmla="*/ 327 h 1259"/>
              <a:gd name="T30" fmla="*/ 398 w 1439"/>
              <a:gd name="T31" fmla="*/ 348 h 1259"/>
              <a:gd name="T32" fmla="*/ 425 w 1439"/>
              <a:gd name="T33" fmla="*/ 372 h 1259"/>
              <a:gd name="T34" fmla="*/ 449 w 1439"/>
              <a:gd name="T35" fmla="*/ 392 h 1259"/>
              <a:gd name="T36" fmla="*/ 476 w 1439"/>
              <a:gd name="T37" fmla="*/ 416 h 1259"/>
              <a:gd name="T38" fmla="*/ 499 w 1439"/>
              <a:gd name="T39" fmla="*/ 437 h 1259"/>
              <a:gd name="T40" fmla="*/ 526 w 1439"/>
              <a:gd name="T41" fmla="*/ 460 h 1259"/>
              <a:gd name="T42" fmla="*/ 550 w 1439"/>
              <a:gd name="T43" fmla="*/ 481 h 1259"/>
              <a:gd name="T44" fmla="*/ 577 w 1439"/>
              <a:gd name="T45" fmla="*/ 504 h 1259"/>
              <a:gd name="T46" fmla="*/ 601 w 1439"/>
              <a:gd name="T47" fmla="*/ 525 h 1259"/>
              <a:gd name="T48" fmla="*/ 628 w 1439"/>
              <a:gd name="T49" fmla="*/ 549 h 1259"/>
              <a:gd name="T50" fmla="*/ 651 w 1439"/>
              <a:gd name="T51" fmla="*/ 569 h 1259"/>
              <a:gd name="T52" fmla="*/ 678 w 1439"/>
              <a:gd name="T53" fmla="*/ 593 h 1259"/>
              <a:gd name="T54" fmla="*/ 702 w 1439"/>
              <a:gd name="T55" fmla="*/ 614 h 1259"/>
              <a:gd name="T56" fmla="*/ 729 w 1439"/>
              <a:gd name="T57" fmla="*/ 637 h 1259"/>
              <a:gd name="T58" fmla="*/ 752 w 1439"/>
              <a:gd name="T59" fmla="*/ 658 h 1259"/>
              <a:gd name="T60" fmla="*/ 779 w 1439"/>
              <a:gd name="T61" fmla="*/ 681 h 1259"/>
              <a:gd name="T62" fmla="*/ 803 w 1439"/>
              <a:gd name="T63" fmla="*/ 702 h 1259"/>
              <a:gd name="T64" fmla="*/ 830 w 1439"/>
              <a:gd name="T65" fmla="*/ 726 h 1259"/>
              <a:gd name="T66" fmla="*/ 853 w 1439"/>
              <a:gd name="T67" fmla="*/ 746 h 1259"/>
              <a:gd name="T68" fmla="*/ 880 w 1439"/>
              <a:gd name="T69" fmla="*/ 770 h 1259"/>
              <a:gd name="T70" fmla="*/ 904 w 1439"/>
              <a:gd name="T71" fmla="*/ 791 h 1259"/>
              <a:gd name="T72" fmla="*/ 931 w 1439"/>
              <a:gd name="T73" fmla="*/ 814 h 1259"/>
              <a:gd name="T74" fmla="*/ 955 w 1439"/>
              <a:gd name="T75" fmla="*/ 835 h 1259"/>
              <a:gd name="T76" fmla="*/ 982 w 1439"/>
              <a:gd name="T77" fmla="*/ 858 h 1259"/>
              <a:gd name="T78" fmla="*/ 1005 w 1439"/>
              <a:gd name="T79" fmla="*/ 879 h 1259"/>
              <a:gd name="T80" fmla="*/ 1032 w 1439"/>
              <a:gd name="T81" fmla="*/ 903 h 1259"/>
              <a:gd name="T82" fmla="*/ 1056 w 1439"/>
              <a:gd name="T83" fmla="*/ 923 h 1259"/>
              <a:gd name="T84" fmla="*/ 1083 w 1439"/>
              <a:gd name="T85" fmla="*/ 947 h 1259"/>
              <a:gd name="T86" fmla="*/ 1106 w 1439"/>
              <a:gd name="T87" fmla="*/ 968 h 1259"/>
              <a:gd name="T88" fmla="*/ 1133 w 1439"/>
              <a:gd name="T89" fmla="*/ 991 h 1259"/>
              <a:gd name="T90" fmla="*/ 1157 w 1439"/>
              <a:gd name="T91" fmla="*/ 1012 h 1259"/>
              <a:gd name="T92" fmla="*/ 1184 w 1439"/>
              <a:gd name="T93" fmla="*/ 1035 h 1259"/>
              <a:gd name="T94" fmla="*/ 1207 w 1439"/>
              <a:gd name="T95" fmla="*/ 1056 h 1259"/>
              <a:gd name="T96" fmla="*/ 1234 w 1439"/>
              <a:gd name="T97" fmla="*/ 1080 h 1259"/>
              <a:gd name="T98" fmla="*/ 1258 w 1439"/>
              <a:gd name="T99" fmla="*/ 1100 h 1259"/>
              <a:gd name="T100" fmla="*/ 1285 w 1439"/>
              <a:gd name="T101" fmla="*/ 1124 h 1259"/>
              <a:gd name="T102" fmla="*/ 1309 w 1439"/>
              <a:gd name="T103" fmla="*/ 1145 h 1259"/>
              <a:gd name="T104" fmla="*/ 1336 w 1439"/>
              <a:gd name="T105" fmla="*/ 1168 h 1259"/>
              <a:gd name="T106" fmla="*/ 1359 w 1439"/>
              <a:gd name="T107" fmla="*/ 1189 h 1259"/>
              <a:gd name="T108" fmla="*/ 1386 w 1439"/>
              <a:gd name="T109" fmla="*/ 1212 h 1259"/>
              <a:gd name="T110" fmla="*/ 1410 w 1439"/>
              <a:gd name="T111" fmla="*/ 1233 h 1259"/>
              <a:gd name="T112" fmla="*/ 1437 w 1439"/>
              <a:gd name="T113" fmla="*/ 1257 h 1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39" h="1259">
                <a:moveTo>
                  <a:pt x="0" y="0"/>
                </a:moveTo>
                <a:lnTo>
                  <a:pt x="4" y="3"/>
                </a:lnTo>
                <a:moveTo>
                  <a:pt x="11" y="9"/>
                </a:moveTo>
                <a:lnTo>
                  <a:pt x="14" y="12"/>
                </a:lnTo>
                <a:moveTo>
                  <a:pt x="21" y="18"/>
                </a:moveTo>
                <a:lnTo>
                  <a:pt x="24" y="21"/>
                </a:lnTo>
                <a:moveTo>
                  <a:pt x="31" y="26"/>
                </a:moveTo>
                <a:lnTo>
                  <a:pt x="34" y="29"/>
                </a:lnTo>
                <a:moveTo>
                  <a:pt x="41" y="35"/>
                </a:moveTo>
                <a:lnTo>
                  <a:pt x="44" y="38"/>
                </a:lnTo>
                <a:moveTo>
                  <a:pt x="51" y="44"/>
                </a:moveTo>
                <a:lnTo>
                  <a:pt x="54" y="47"/>
                </a:lnTo>
                <a:moveTo>
                  <a:pt x="61" y="53"/>
                </a:moveTo>
                <a:lnTo>
                  <a:pt x="65" y="56"/>
                </a:lnTo>
                <a:moveTo>
                  <a:pt x="71" y="62"/>
                </a:moveTo>
                <a:lnTo>
                  <a:pt x="75" y="65"/>
                </a:lnTo>
                <a:moveTo>
                  <a:pt x="81" y="71"/>
                </a:moveTo>
                <a:lnTo>
                  <a:pt x="85" y="74"/>
                </a:lnTo>
                <a:moveTo>
                  <a:pt x="91" y="80"/>
                </a:moveTo>
                <a:lnTo>
                  <a:pt x="95" y="83"/>
                </a:lnTo>
                <a:moveTo>
                  <a:pt x="102" y="88"/>
                </a:moveTo>
                <a:lnTo>
                  <a:pt x="105" y="91"/>
                </a:lnTo>
                <a:moveTo>
                  <a:pt x="112" y="97"/>
                </a:moveTo>
                <a:lnTo>
                  <a:pt x="115" y="100"/>
                </a:lnTo>
                <a:moveTo>
                  <a:pt x="122" y="106"/>
                </a:moveTo>
                <a:lnTo>
                  <a:pt x="125" y="109"/>
                </a:lnTo>
                <a:moveTo>
                  <a:pt x="132" y="115"/>
                </a:moveTo>
                <a:lnTo>
                  <a:pt x="135" y="118"/>
                </a:lnTo>
                <a:moveTo>
                  <a:pt x="142" y="124"/>
                </a:moveTo>
                <a:lnTo>
                  <a:pt x="145" y="127"/>
                </a:lnTo>
                <a:moveTo>
                  <a:pt x="152" y="133"/>
                </a:moveTo>
                <a:lnTo>
                  <a:pt x="156" y="136"/>
                </a:lnTo>
                <a:moveTo>
                  <a:pt x="162" y="142"/>
                </a:moveTo>
                <a:lnTo>
                  <a:pt x="166" y="144"/>
                </a:lnTo>
                <a:moveTo>
                  <a:pt x="172" y="150"/>
                </a:moveTo>
                <a:lnTo>
                  <a:pt x="176" y="153"/>
                </a:lnTo>
                <a:moveTo>
                  <a:pt x="183" y="159"/>
                </a:moveTo>
                <a:lnTo>
                  <a:pt x="186" y="162"/>
                </a:lnTo>
                <a:moveTo>
                  <a:pt x="193" y="168"/>
                </a:moveTo>
                <a:lnTo>
                  <a:pt x="196" y="171"/>
                </a:lnTo>
                <a:moveTo>
                  <a:pt x="203" y="177"/>
                </a:moveTo>
                <a:lnTo>
                  <a:pt x="206" y="180"/>
                </a:lnTo>
                <a:moveTo>
                  <a:pt x="213" y="186"/>
                </a:moveTo>
                <a:lnTo>
                  <a:pt x="216" y="189"/>
                </a:lnTo>
                <a:moveTo>
                  <a:pt x="223" y="195"/>
                </a:moveTo>
                <a:lnTo>
                  <a:pt x="226" y="198"/>
                </a:lnTo>
                <a:moveTo>
                  <a:pt x="233" y="203"/>
                </a:moveTo>
                <a:lnTo>
                  <a:pt x="236" y="206"/>
                </a:lnTo>
                <a:moveTo>
                  <a:pt x="243" y="212"/>
                </a:moveTo>
                <a:lnTo>
                  <a:pt x="247" y="215"/>
                </a:lnTo>
                <a:moveTo>
                  <a:pt x="253" y="221"/>
                </a:moveTo>
                <a:lnTo>
                  <a:pt x="257" y="224"/>
                </a:lnTo>
                <a:moveTo>
                  <a:pt x="263" y="230"/>
                </a:moveTo>
                <a:lnTo>
                  <a:pt x="267" y="233"/>
                </a:lnTo>
                <a:moveTo>
                  <a:pt x="274" y="239"/>
                </a:moveTo>
                <a:lnTo>
                  <a:pt x="277" y="242"/>
                </a:lnTo>
                <a:moveTo>
                  <a:pt x="284" y="248"/>
                </a:moveTo>
                <a:lnTo>
                  <a:pt x="287" y="251"/>
                </a:lnTo>
                <a:moveTo>
                  <a:pt x="294" y="257"/>
                </a:moveTo>
                <a:lnTo>
                  <a:pt x="297" y="260"/>
                </a:lnTo>
                <a:moveTo>
                  <a:pt x="304" y="265"/>
                </a:moveTo>
                <a:lnTo>
                  <a:pt x="307" y="268"/>
                </a:lnTo>
                <a:moveTo>
                  <a:pt x="314" y="274"/>
                </a:moveTo>
                <a:lnTo>
                  <a:pt x="317" y="277"/>
                </a:lnTo>
                <a:moveTo>
                  <a:pt x="324" y="283"/>
                </a:moveTo>
                <a:lnTo>
                  <a:pt x="327" y="286"/>
                </a:lnTo>
                <a:moveTo>
                  <a:pt x="334" y="292"/>
                </a:moveTo>
                <a:lnTo>
                  <a:pt x="338" y="295"/>
                </a:lnTo>
                <a:moveTo>
                  <a:pt x="344" y="301"/>
                </a:moveTo>
                <a:lnTo>
                  <a:pt x="348" y="304"/>
                </a:lnTo>
                <a:moveTo>
                  <a:pt x="354" y="310"/>
                </a:moveTo>
                <a:lnTo>
                  <a:pt x="358" y="313"/>
                </a:lnTo>
                <a:moveTo>
                  <a:pt x="365" y="319"/>
                </a:moveTo>
                <a:lnTo>
                  <a:pt x="368" y="321"/>
                </a:lnTo>
                <a:moveTo>
                  <a:pt x="375" y="327"/>
                </a:moveTo>
                <a:lnTo>
                  <a:pt x="378" y="330"/>
                </a:lnTo>
                <a:moveTo>
                  <a:pt x="385" y="336"/>
                </a:moveTo>
                <a:lnTo>
                  <a:pt x="388" y="339"/>
                </a:lnTo>
                <a:moveTo>
                  <a:pt x="395" y="345"/>
                </a:moveTo>
                <a:lnTo>
                  <a:pt x="398" y="348"/>
                </a:lnTo>
                <a:moveTo>
                  <a:pt x="405" y="354"/>
                </a:moveTo>
                <a:lnTo>
                  <a:pt x="408" y="357"/>
                </a:lnTo>
                <a:moveTo>
                  <a:pt x="415" y="363"/>
                </a:moveTo>
                <a:lnTo>
                  <a:pt x="419" y="366"/>
                </a:lnTo>
                <a:moveTo>
                  <a:pt x="425" y="372"/>
                </a:moveTo>
                <a:lnTo>
                  <a:pt x="429" y="375"/>
                </a:lnTo>
                <a:moveTo>
                  <a:pt x="435" y="380"/>
                </a:moveTo>
                <a:lnTo>
                  <a:pt x="439" y="383"/>
                </a:lnTo>
                <a:moveTo>
                  <a:pt x="446" y="389"/>
                </a:moveTo>
                <a:lnTo>
                  <a:pt x="449" y="392"/>
                </a:lnTo>
                <a:moveTo>
                  <a:pt x="456" y="398"/>
                </a:moveTo>
                <a:lnTo>
                  <a:pt x="459" y="401"/>
                </a:lnTo>
                <a:moveTo>
                  <a:pt x="466" y="407"/>
                </a:moveTo>
                <a:lnTo>
                  <a:pt x="469" y="410"/>
                </a:lnTo>
                <a:moveTo>
                  <a:pt x="476" y="416"/>
                </a:moveTo>
                <a:lnTo>
                  <a:pt x="479" y="419"/>
                </a:lnTo>
                <a:moveTo>
                  <a:pt x="486" y="425"/>
                </a:moveTo>
                <a:lnTo>
                  <a:pt x="489" y="428"/>
                </a:lnTo>
                <a:moveTo>
                  <a:pt x="496" y="434"/>
                </a:moveTo>
                <a:lnTo>
                  <a:pt x="499" y="437"/>
                </a:lnTo>
                <a:moveTo>
                  <a:pt x="506" y="442"/>
                </a:moveTo>
                <a:lnTo>
                  <a:pt x="510" y="445"/>
                </a:lnTo>
                <a:moveTo>
                  <a:pt x="516" y="451"/>
                </a:moveTo>
                <a:lnTo>
                  <a:pt x="520" y="454"/>
                </a:lnTo>
                <a:moveTo>
                  <a:pt x="526" y="460"/>
                </a:moveTo>
                <a:lnTo>
                  <a:pt x="530" y="463"/>
                </a:lnTo>
                <a:moveTo>
                  <a:pt x="537" y="469"/>
                </a:moveTo>
                <a:lnTo>
                  <a:pt x="540" y="472"/>
                </a:lnTo>
                <a:moveTo>
                  <a:pt x="547" y="478"/>
                </a:moveTo>
                <a:lnTo>
                  <a:pt x="550" y="481"/>
                </a:lnTo>
                <a:moveTo>
                  <a:pt x="557" y="487"/>
                </a:moveTo>
                <a:lnTo>
                  <a:pt x="560" y="490"/>
                </a:lnTo>
                <a:moveTo>
                  <a:pt x="567" y="496"/>
                </a:moveTo>
                <a:lnTo>
                  <a:pt x="570" y="498"/>
                </a:lnTo>
                <a:moveTo>
                  <a:pt x="577" y="504"/>
                </a:moveTo>
                <a:lnTo>
                  <a:pt x="580" y="507"/>
                </a:lnTo>
                <a:moveTo>
                  <a:pt x="587" y="513"/>
                </a:moveTo>
                <a:lnTo>
                  <a:pt x="590" y="516"/>
                </a:lnTo>
                <a:moveTo>
                  <a:pt x="597" y="522"/>
                </a:moveTo>
                <a:lnTo>
                  <a:pt x="601" y="525"/>
                </a:lnTo>
                <a:moveTo>
                  <a:pt x="607" y="531"/>
                </a:moveTo>
                <a:lnTo>
                  <a:pt x="611" y="534"/>
                </a:lnTo>
                <a:moveTo>
                  <a:pt x="617" y="540"/>
                </a:moveTo>
                <a:lnTo>
                  <a:pt x="621" y="543"/>
                </a:lnTo>
                <a:moveTo>
                  <a:pt x="628" y="549"/>
                </a:moveTo>
                <a:lnTo>
                  <a:pt x="631" y="552"/>
                </a:lnTo>
                <a:moveTo>
                  <a:pt x="638" y="557"/>
                </a:moveTo>
                <a:lnTo>
                  <a:pt x="641" y="560"/>
                </a:lnTo>
                <a:moveTo>
                  <a:pt x="648" y="566"/>
                </a:moveTo>
                <a:lnTo>
                  <a:pt x="651" y="569"/>
                </a:lnTo>
                <a:moveTo>
                  <a:pt x="658" y="575"/>
                </a:moveTo>
                <a:lnTo>
                  <a:pt x="661" y="578"/>
                </a:lnTo>
                <a:moveTo>
                  <a:pt x="668" y="584"/>
                </a:moveTo>
                <a:lnTo>
                  <a:pt x="671" y="587"/>
                </a:lnTo>
                <a:moveTo>
                  <a:pt x="678" y="593"/>
                </a:moveTo>
                <a:lnTo>
                  <a:pt x="682" y="596"/>
                </a:lnTo>
                <a:moveTo>
                  <a:pt x="688" y="602"/>
                </a:moveTo>
                <a:lnTo>
                  <a:pt x="692" y="605"/>
                </a:lnTo>
                <a:moveTo>
                  <a:pt x="698" y="611"/>
                </a:moveTo>
                <a:lnTo>
                  <a:pt x="702" y="614"/>
                </a:lnTo>
                <a:moveTo>
                  <a:pt x="708" y="619"/>
                </a:moveTo>
                <a:lnTo>
                  <a:pt x="712" y="622"/>
                </a:lnTo>
                <a:moveTo>
                  <a:pt x="719" y="628"/>
                </a:moveTo>
                <a:lnTo>
                  <a:pt x="722" y="631"/>
                </a:lnTo>
                <a:moveTo>
                  <a:pt x="729" y="637"/>
                </a:moveTo>
                <a:lnTo>
                  <a:pt x="732" y="640"/>
                </a:lnTo>
                <a:moveTo>
                  <a:pt x="739" y="646"/>
                </a:moveTo>
                <a:lnTo>
                  <a:pt x="742" y="649"/>
                </a:lnTo>
                <a:moveTo>
                  <a:pt x="749" y="655"/>
                </a:moveTo>
                <a:lnTo>
                  <a:pt x="752" y="658"/>
                </a:lnTo>
                <a:moveTo>
                  <a:pt x="759" y="664"/>
                </a:moveTo>
                <a:lnTo>
                  <a:pt x="762" y="667"/>
                </a:lnTo>
                <a:moveTo>
                  <a:pt x="769" y="673"/>
                </a:moveTo>
                <a:lnTo>
                  <a:pt x="773" y="675"/>
                </a:lnTo>
                <a:moveTo>
                  <a:pt x="779" y="681"/>
                </a:moveTo>
                <a:lnTo>
                  <a:pt x="783" y="684"/>
                </a:lnTo>
                <a:moveTo>
                  <a:pt x="789" y="690"/>
                </a:moveTo>
                <a:lnTo>
                  <a:pt x="793" y="693"/>
                </a:lnTo>
                <a:moveTo>
                  <a:pt x="800" y="699"/>
                </a:moveTo>
                <a:lnTo>
                  <a:pt x="803" y="702"/>
                </a:lnTo>
                <a:moveTo>
                  <a:pt x="810" y="708"/>
                </a:moveTo>
                <a:lnTo>
                  <a:pt x="813" y="711"/>
                </a:lnTo>
                <a:moveTo>
                  <a:pt x="820" y="717"/>
                </a:moveTo>
                <a:lnTo>
                  <a:pt x="823" y="720"/>
                </a:lnTo>
                <a:moveTo>
                  <a:pt x="830" y="726"/>
                </a:moveTo>
                <a:lnTo>
                  <a:pt x="833" y="729"/>
                </a:lnTo>
                <a:moveTo>
                  <a:pt x="840" y="734"/>
                </a:moveTo>
                <a:lnTo>
                  <a:pt x="843" y="737"/>
                </a:lnTo>
                <a:moveTo>
                  <a:pt x="850" y="743"/>
                </a:moveTo>
                <a:lnTo>
                  <a:pt x="853" y="746"/>
                </a:lnTo>
                <a:moveTo>
                  <a:pt x="860" y="752"/>
                </a:moveTo>
                <a:lnTo>
                  <a:pt x="864" y="755"/>
                </a:lnTo>
                <a:moveTo>
                  <a:pt x="870" y="761"/>
                </a:moveTo>
                <a:lnTo>
                  <a:pt x="874" y="764"/>
                </a:lnTo>
                <a:moveTo>
                  <a:pt x="880" y="770"/>
                </a:moveTo>
                <a:lnTo>
                  <a:pt x="884" y="773"/>
                </a:lnTo>
                <a:moveTo>
                  <a:pt x="891" y="779"/>
                </a:moveTo>
                <a:lnTo>
                  <a:pt x="894" y="782"/>
                </a:lnTo>
                <a:moveTo>
                  <a:pt x="901" y="788"/>
                </a:moveTo>
                <a:lnTo>
                  <a:pt x="904" y="791"/>
                </a:lnTo>
                <a:moveTo>
                  <a:pt x="911" y="796"/>
                </a:moveTo>
                <a:lnTo>
                  <a:pt x="914" y="799"/>
                </a:lnTo>
                <a:moveTo>
                  <a:pt x="921" y="805"/>
                </a:moveTo>
                <a:lnTo>
                  <a:pt x="924" y="808"/>
                </a:lnTo>
                <a:moveTo>
                  <a:pt x="931" y="814"/>
                </a:moveTo>
                <a:lnTo>
                  <a:pt x="934" y="817"/>
                </a:lnTo>
                <a:moveTo>
                  <a:pt x="941" y="823"/>
                </a:moveTo>
                <a:lnTo>
                  <a:pt x="945" y="826"/>
                </a:lnTo>
                <a:moveTo>
                  <a:pt x="951" y="832"/>
                </a:moveTo>
                <a:lnTo>
                  <a:pt x="955" y="835"/>
                </a:lnTo>
                <a:moveTo>
                  <a:pt x="961" y="841"/>
                </a:moveTo>
                <a:lnTo>
                  <a:pt x="965" y="844"/>
                </a:lnTo>
                <a:moveTo>
                  <a:pt x="971" y="850"/>
                </a:moveTo>
                <a:lnTo>
                  <a:pt x="975" y="852"/>
                </a:lnTo>
                <a:moveTo>
                  <a:pt x="982" y="858"/>
                </a:moveTo>
                <a:lnTo>
                  <a:pt x="985" y="861"/>
                </a:lnTo>
                <a:moveTo>
                  <a:pt x="992" y="867"/>
                </a:moveTo>
                <a:lnTo>
                  <a:pt x="995" y="870"/>
                </a:lnTo>
                <a:moveTo>
                  <a:pt x="1002" y="876"/>
                </a:moveTo>
                <a:lnTo>
                  <a:pt x="1005" y="879"/>
                </a:lnTo>
                <a:moveTo>
                  <a:pt x="1012" y="885"/>
                </a:moveTo>
                <a:lnTo>
                  <a:pt x="1015" y="888"/>
                </a:lnTo>
                <a:moveTo>
                  <a:pt x="1022" y="894"/>
                </a:moveTo>
                <a:lnTo>
                  <a:pt x="1025" y="897"/>
                </a:lnTo>
                <a:moveTo>
                  <a:pt x="1032" y="903"/>
                </a:moveTo>
                <a:lnTo>
                  <a:pt x="1036" y="906"/>
                </a:lnTo>
                <a:moveTo>
                  <a:pt x="1042" y="911"/>
                </a:moveTo>
                <a:lnTo>
                  <a:pt x="1046" y="914"/>
                </a:lnTo>
                <a:moveTo>
                  <a:pt x="1052" y="920"/>
                </a:moveTo>
                <a:lnTo>
                  <a:pt x="1056" y="923"/>
                </a:lnTo>
                <a:moveTo>
                  <a:pt x="1063" y="929"/>
                </a:moveTo>
                <a:lnTo>
                  <a:pt x="1066" y="932"/>
                </a:lnTo>
                <a:moveTo>
                  <a:pt x="1073" y="938"/>
                </a:moveTo>
                <a:lnTo>
                  <a:pt x="1076" y="941"/>
                </a:lnTo>
                <a:moveTo>
                  <a:pt x="1083" y="947"/>
                </a:moveTo>
                <a:lnTo>
                  <a:pt x="1086" y="950"/>
                </a:lnTo>
                <a:moveTo>
                  <a:pt x="1093" y="956"/>
                </a:moveTo>
                <a:lnTo>
                  <a:pt x="1096" y="959"/>
                </a:lnTo>
                <a:moveTo>
                  <a:pt x="1103" y="965"/>
                </a:moveTo>
                <a:lnTo>
                  <a:pt x="1106" y="968"/>
                </a:lnTo>
                <a:moveTo>
                  <a:pt x="1113" y="973"/>
                </a:moveTo>
                <a:lnTo>
                  <a:pt x="1116" y="976"/>
                </a:lnTo>
                <a:moveTo>
                  <a:pt x="1123" y="982"/>
                </a:moveTo>
                <a:lnTo>
                  <a:pt x="1127" y="985"/>
                </a:lnTo>
                <a:moveTo>
                  <a:pt x="1133" y="991"/>
                </a:moveTo>
                <a:lnTo>
                  <a:pt x="1137" y="994"/>
                </a:lnTo>
                <a:moveTo>
                  <a:pt x="1143" y="1000"/>
                </a:moveTo>
                <a:lnTo>
                  <a:pt x="1147" y="1003"/>
                </a:lnTo>
                <a:moveTo>
                  <a:pt x="1154" y="1009"/>
                </a:moveTo>
                <a:lnTo>
                  <a:pt x="1157" y="1012"/>
                </a:lnTo>
                <a:moveTo>
                  <a:pt x="1164" y="1018"/>
                </a:moveTo>
                <a:lnTo>
                  <a:pt x="1167" y="1021"/>
                </a:lnTo>
                <a:moveTo>
                  <a:pt x="1174" y="1027"/>
                </a:moveTo>
                <a:lnTo>
                  <a:pt x="1177" y="1029"/>
                </a:lnTo>
                <a:moveTo>
                  <a:pt x="1184" y="1035"/>
                </a:moveTo>
                <a:lnTo>
                  <a:pt x="1187" y="1038"/>
                </a:lnTo>
                <a:moveTo>
                  <a:pt x="1194" y="1044"/>
                </a:moveTo>
                <a:lnTo>
                  <a:pt x="1197" y="1047"/>
                </a:lnTo>
                <a:moveTo>
                  <a:pt x="1204" y="1053"/>
                </a:moveTo>
                <a:lnTo>
                  <a:pt x="1207" y="1056"/>
                </a:lnTo>
                <a:moveTo>
                  <a:pt x="1214" y="1062"/>
                </a:moveTo>
                <a:lnTo>
                  <a:pt x="1218" y="1065"/>
                </a:lnTo>
                <a:moveTo>
                  <a:pt x="1224" y="1071"/>
                </a:moveTo>
                <a:lnTo>
                  <a:pt x="1228" y="1074"/>
                </a:lnTo>
                <a:moveTo>
                  <a:pt x="1234" y="1080"/>
                </a:moveTo>
                <a:lnTo>
                  <a:pt x="1238" y="1083"/>
                </a:lnTo>
                <a:moveTo>
                  <a:pt x="1245" y="1088"/>
                </a:moveTo>
                <a:lnTo>
                  <a:pt x="1248" y="1091"/>
                </a:lnTo>
                <a:moveTo>
                  <a:pt x="1255" y="1097"/>
                </a:moveTo>
                <a:lnTo>
                  <a:pt x="1258" y="1100"/>
                </a:lnTo>
                <a:moveTo>
                  <a:pt x="1265" y="1106"/>
                </a:moveTo>
                <a:lnTo>
                  <a:pt x="1268" y="1109"/>
                </a:lnTo>
                <a:moveTo>
                  <a:pt x="1275" y="1115"/>
                </a:moveTo>
                <a:lnTo>
                  <a:pt x="1278" y="1118"/>
                </a:lnTo>
                <a:moveTo>
                  <a:pt x="1285" y="1124"/>
                </a:moveTo>
                <a:lnTo>
                  <a:pt x="1288" y="1127"/>
                </a:lnTo>
                <a:moveTo>
                  <a:pt x="1295" y="1133"/>
                </a:moveTo>
                <a:lnTo>
                  <a:pt x="1299" y="1136"/>
                </a:lnTo>
                <a:moveTo>
                  <a:pt x="1305" y="1142"/>
                </a:moveTo>
                <a:lnTo>
                  <a:pt x="1309" y="1145"/>
                </a:lnTo>
                <a:moveTo>
                  <a:pt x="1315" y="1150"/>
                </a:moveTo>
                <a:lnTo>
                  <a:pt x="1319" y="1153"/>
                </a:lnTo>
                <a:moveTo>
                  <a:pt x="1325" y="1159"/>
                </a:moveTo>
                <a:lnTo>
                  <a:pt x="1329" y="1162"/>
                </a:lnTo>
                <a:moveTo>
                  <a:pt x="1336" y="1168"/>
                </a:moveTo>
                <a:lnTo>
                  <a:pt x="1339" y="1171"/>
                </a:lnTo>
                <a:moveTo>
                  <a:pt x="1346" y="1177"/>
                </a:moveTo>
                <a:lnTo>
                  <a:pt x="1349" y="1180"/>
                </a:lnTo>
                <a:moveTo>
                  <a:pt x="1356" y="1186"/>
                </a:moveTo>
                <a:lnTo>
                  <a:pt x="1359" y="1189"/>
                </a:lnTo>
                <a:moveTo>
                  <a:pt x="1366" y="1195"/>
                </a:moveTo>
                <a:lnTo>
                  <a:pt x="1369" y="1198"/>
                </a:lnTo>
                <a:moveTo>
                  <a:pt x="1376" y="1204"/>
                </a:moveTo>
                <a:lnTo>
                  <a:pt x="1379" y="1206"/>
                </a:lnTo>
                <a:moveTo>
                  <a:pt x="1386" y="1212"/>
                </a:moveTo>
                <a:lnTo>
                  <a:pt x="1390" y="1215"/>
                </a:lnTo>
                <a:moveTo>
                  <a:pt x="1396" y="1221"/>
                </a:moveTo>
                <a:lnTo>
                  <a:pt x="1400" y="1224"/>
                </a:lnTo>
                <a:moveTo>
                  <a:pt x="1406" y="1230"/>
                </a:moveTo>
                <a:lnTo>
                  <a:pt x="1410" y="1233"/>
                </a:lnTo>
                <a:moveTo>
                  <a:pt x="1417" y="1239"/>
                </a:moveTo>
                <a:lnTo>
                  <a:pt x="1420" y="1242"/>
                </a:lnTo>
                <a:moveTo>
                  <a:pt x="1427" y="1248"/>
                </a:moveTo>
                <a:lnTo>
                  <a:pt x="1430" y="1251"/>
                </a:lnTo>
                <a:moveTo>
                  <a:pt x="1437" y="1257"/>
                </a:moveTo>
                <a:lnTo>
                  <a:pt x="1439" y="125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1" name="Freeform 132">
            <a:extLst>
              <a:ext uri="{FF2B5EF4-FFF2-40B4-BE49-F238E27FC236}">
                <a16:creationId xmlns:a16="http://schemas.microsoft.com/office/drawing/2014/main" id="{1C5C8EE6-635C-4BD9-DA98-F68D6984802D}"/>
              </a:ext>
            </a:extLst>
          </p:cNvPr>
          <p:cNvSpPr>
            <a:spLocks noEditPoints="1"/>
          </p:cNvSpPr>
          <p:nvPr/>
        </p:nvSpPr>
        <p:spPr bwMode="auto">
          <a:xfrm>
            <a:off x="1325563" y="3798888"/>
            <a:ext cx="703263" cy="1260475"/>
          </a:xfrm>
          <a:custGeom>
            <a:avLst/>
            <a:gdLst>
              <a:gd name="T0" fmla="*/ 13 w 885"/>
              <a:gd name="T1" fmla="*/ 24 h 1589"/>
              <a:gd name="T2" fmla="*/ 28 w 885"/>
              <a:gd name="T3" fmla="*/ 51 h 1589"/>
              <a:gd name="T4" fmla="*/ 45 w 885"/>
              <a:gd name="T5" fmla="*/ 82 h 1589"/>
              <a:gd name="T6" fmla="*/ 61 w 885"/>
              <a:gd name="T7" fmla="*/ 110 h 1589"/>
              <a:gd name="T8" fmla="*/ 78 w 885"/>
              <a:gd name="T9" fmla="*/ 141 h 1589"/>
              <a:gd name="T10" fmla="*/ 93 w 885"/>
              <a:gd name="T11" fmla="*/ 168 h 1589"/>
              <a:gd name="T12" fmla="*/ 111 w 885"/>
              <a:gd name="T13" fmla="*/ 200 h 1589"/>
              <a:gd name="T14" fmla="*/ 126 w 885"/>
              <a:gd name="T15" fmla="*/ 227 h 1589"/>
              <a:gd name="T16" fmla="*/ 144 w 885"/>
              <a:gd name="T17" fmla="*/ 258 h 1589"/>
              <a:gd name="T18" fmla="*/ 159 w 885"/>
              <a:gd name="T19" fmla="*/ 286 h 1589"/>
              <a:gd name="T20" fmla="*/ 176 w 885"/>
              <a:gd name="T21" fmla="*/ 317 h 1589"/>
              <a:gd name="T22" fmla="*/ 192 w 885"/>
              <a:gd name="T23" fmla="*/ 345 h 1589"/>
              <a:gd name="T24" fmla="*/ 209 w 885"/>
              <a:gd name="T25" fmla="*/ 376 h 1589"/>
              <a:gd name="T26" fmla="*/ 224 w 885"/>
              <a:gd name="T27" fmla="*/ 403 h 1589"/>
              <a:gd name="T28" fmla="*/ 242 w 885"/>
              <a:gd name="T29" fmla="*/ 435 h 1589"/>
              <a:gd name="T30" fmla="*/ 257 w 885"/>
              <a:gd name="T31" fmla="*/ 462 h 1589"/>
              <a:gd name="T32" fmla="*/ 274 w 885"/>
              <a:gd name="T33" fmla="*/ 493 h 1589"/>
              <a:gd name="T34" fmla="*/ 290 w 885"/>
              <a:gd name="T35" fmla="*/ 521 h 1589"/>
              <a:gd name="T36" fmla="*/ 307 w 885"/>
              <a:gd name="T37" fmla="*/ 552 h 1589"/>
              <a:gd name="T38" fmla="*/ 322 w 885"/>
              <a:gd name="T39" fmla="*/ 579 h 1589"/>
              <a:gd name="T40" fmla="*/ 340 w 885"/>
              <a:gd name="T41" fmla="*/ 611 h 1589"/>
              <a:gd name="T42" fmla="*/ 355 w 885"/>
              <a:gd name="T43" fmla="*/ 638 h 1589"/>
              <a:gd name="T44" fmla="*/ 373 w 885"/>
              <a:gd name="T45" fmla="*/ 669 h 1589"/>
              <a:gd name="T46" fmla="*/ 388 w 885"/>
              <a:gd name="T47" fmla="*/ 697 h 1589"/>
              <a:gd name="T48" fmla="*/ 405 w 885"/>
              <a:gd name="T49" fmla="*/ 728 h 1589"/>
              <a:gd name="T50" fmla="*/ 421 w 885"/>
              <a:gd name="T51" fmla="*/ 755 h 1589"/>
              <a:gd name="T52" fmla="*/ 438 w 885"/>
              <a:gd name="T53" fmla="*/ 787 h 1589"/>
              <a:gd name="T54" fmla="*/ 453 w 885"/>
              <a:gd name="T55" fmla="*/ 814 h 1589"/>
              <a:gd name="T56" fmla="*/ 471 w 885"/>
              <a:gd name="T57" fmla="*/ 845 h 1589"/>
              <a:gd name="T58" fmla="*/ 486 w 885"/>
              <a:gd name="T59" fmla="*/ 873 h 1589"/>
              <a:gd name="T60" fmla="*/ 504 w 885"/>
              <a:gd name="T61" fmla="*/ 904 h 1589"/>
              <a:gd name="T62" fmla="*/ 519 w 885"/>
              <a:gd name="T63" fmla="*/ 931 h 1589"/>
              <a:gd name="T64" fmla="*/ 536 w 885"/>
              <a:gd name="T65" fmla="*/ 963 h 1589"/>
              <a:gd name="T66" fmla="*/ 552 w 885"/>
              <a:gd name="T67" fmla="*/ 990 h 1589"/>
              <a:gd name="T68" fmla="*/ 569 w 885"/>
              <a:gd name="T69" fmla="*/ 1021 h 1589"/>
              <a:gd name="T70" fmla="*/ 584 w 885"/>
              <a:gd name="T71" fmla="*/ 1049 h 1589"/>
              <a:gd name="T72" fmla="*/ 602 w 885"/>
              <a:gd name="T73" fmla="*/ 1080 h 1589"/>
              <a:gd name="T74" fmla="*/ 617 w 885"/>
              <a:gd name="T75" fmla="*/ 1108 h 1589"/>
              <a:gd name="T76" fmla="*/ 634 w 885"/>
              <a:gd name="T77" fmla="*/ 1139 h 1589"/>
              <a:gd name="T78" fmla="*/ 650 w 885"/>
              <a:gd name="T79" fmla="*/ 1166 h 1589"/>
              <a:gd name="T80" fmla="*/ 667 w 885"/>
              <a:gd name="T81" fmla="*/ 1198 h 1589"/>
              <a:gd name="T82" fmla="*/ 682 w 885"/>
              <a:gd name="T83" fmla="*/ 1225 h 1589"/>
              <a:gd name="T84" fmla="*/ 700 w 885"/>
              <a:gd name="T85" fmla="*/ 1256 h 1589"/>
              <a:gd name="T86" fmla="*/ 715 w 885"/>
              <a:gd name="T87" fmla="*/ 1284 h 1589"/>
              <a:gd name="T88" fmla="*/ 733 w 885"/>
              <a:gd name="T89" fmla="*/ 1315 h 1589"/>
              <a:gd name="T90" fmla="*/ 748 w 885"/>
              <a:gd name="T91" fmla="*/ 1342 h 1589"/>
              <a:gd name="T92" fmla="*/ 765 w 885"/>
              <a:gd name="T93" fmla="*/ 1374 h 1589"/>
              <a:gd name="T94" fmla="*/ 781 w 885"/>
              <a:gd name="T95" fmla="*/ 1401 h 1589"/>
              <a:gd name="T96" fmla="*/ 798 w 885"/>
              <a:gd name="T97" fmla="*/ 1432 h 1589"/>
              <a:gd name="T98" fmla="*/ 813 w 885"/>
              <a:gd name="T99" fmla="*/ 1460 h 1589"/>
              <a:gd name="T100" fmla="*/ 831 w 885"/>
              <a:gd name="T101" fmla="*/ 1491 h 1589"/>
              <a:gd name="T102" fmla="*/ 846 w 885"/>
              <a:gd name="T103" fmla="*/ 1518 h 1589"/>
              <a:gd name="T104" fmla="*/ 863 w 885"/>
              <a:gd name="T105" fmla="*/ 1550 h 1589"/>
              <a:gd name="T106" fmla="*/ 879 w 885"/>
              <a:gd name="T107" fmla="*/ 1577 h 1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85" h="1589">
                <a:moveTo>
                  <a:pt x="0" y="0"/>
                </a:moveTo>
                <a:lnTo>
                  <a:pt x="2" y="4"/>
                </a:lnTo>
                <a:moveTo>
                  <a:pt x="6" y="12"/>
                </a:moveTo>
                <a:lnTo>
                  <a:pt x="8" y="16"/>
                </a:lnTo>
                <a:moveTo>
                  <a:pt x="13" y="24"/>
                </a:moveTo>
                <a:lnTo>
                  <a:pt x="15" y="28"/>
                </a:lnTo>
                <a:moveTo>
                  <a:pt x="19" y="35"/>
                </a:moveTo>
                <a:lnTo>
                  <a:pt x="21" y="39"/>
                </a:lnTo>
                <a:moveTo>
                  <a:pt x="26" y="47"/>
                </a:moveTo>
                <a:lnTo>
                  <a:pt x="28" y="51"/>
                </a:lnTo>
                <a:moveTo>
                  <a:pt x="32" y="59"/>
                </a:moveTo>
                <a:lnTo>
                  <a:pt x="34" y="63"/>
                </a:lnTo>
                <a:moveTo>
                  <a:pt x="39" y="71"/>
                </a:moveTo>
                <a:lnTo>
                  <a:pt x="41" y="75"/>
                </a:lnTo>
                <a:moveTo>
                  <a:pt x="45" y="82"/>
                </a:moveTo>
                <a:lnTo>
                  <a:pt x="48" y="86"/>
                </a:lnTo>
                <a:moveTo>
                  <a:pt x="52" y="94"/>
                </a:moveTo>
                <a:lnTo>
                  <a:pt x="54" y="98"/>
                </a:lnTo>
                <a:moveTo>
                  <a:pt x="58" y="106"/>
                </a:moveTo>
                <a:lnTo>
                  <a:pt x="61" y="110"/>
                </a:lnTo>
                <a:moveTo>
                  <a:pt x="65" y="118"/>
                </a:moveTo>
                <a:lnTo>
                  <a:pt x="67" y="121"/>
                </a:lnTo>
                <a:moveTo>
                  <a:pt x="72" y="129"/>
                </a:moveTo>
                <a:lnTo>
                  <a:pt x="74" y="133"/>
                </a:lnTo>
                <a:moveTo>
                  <a:pt x="78" y="141"/>
                </a:moveTo>
                <a:lnTo>
                  <a:pt x="80" y="145"/>
                </a:lnTo>
                <a:moveTo>
                  <a:pt x="85" y="153"/>
                </a:moveTo>
                <a:lnTo>
                  <a:pt x="87" y="157"/>
                </a:lnTo>
                <a:moveTo>
                  <a:pt x="91" y="165"/>
                </a:moveTo>
                <a:lnTo>
                  <a:pt x="93" y="168"/>
                </a:lnTo>
                <a:moveTo>
                  <a:pt x="98" y="176"/>
                </a:moveTo>
                <a:lnTo>
                  <a:pt x="100" y="180"/>
                </a:lnTo>
                <a:moveTo>
                  <a:pt x="104" y="188"/>
                </a:moveTo>
                <a:lnTo>
                  <a:pt x="106" y="192"/>
                </a:lnTo>
                <a:moveTo>
                  <a:pt x="111" y="200"/>
                </a:moveTo>
                <a:lnTo>
                  <a:pt x="113" y="204"/>
                </a:lnTo>
                <a:moveTo>
                  <a:pt x="117" y="211"/>
                </a:moveTo>
                <a:lnTo>
                  <a:pt x="120" y="215"/>
                </a:lnTo>
                <a:moveTo>
                  <a:pt x="124" y="223"/>
                </a:moveTo>
                <a:lnTo>
                  <a:pt x="126" y="227"/>
                </a:lnTo>
                <a:moveTo>
                  <a:pt x="130" y="235"/>
                </a:moveTo>
                <a:lnTo>
                  <a:pt x="133" y="239"/>
                </a:lnTo>
                <a:moveTo>
                  <a:pt x="137" y="247"/>
                </a:moveTo>
                <a:lnTo>
                  <a:pt x="139" y="251"/>
                </a:lnTo>
                <a:moveTo>
                  <a:pt x="144" y="258"/>
                </a:moveTo>
                <a:lnTo>
                  <a:pt x="146" y="262"/>
                </a:lnTo>
                <a:moveTo>
                  <a:pt x="150" y="270"/>
                </a:moveTo>
                <a:lnTo>
                  <a:pt x="152" y="274"/>
                </a:lnTo>
                <a:moveTo>
                  <a:pt x="157" y="282"/>
                </a:moveTo>
                <a:lnTo>
                  <a:pt x="159" y="286"/>
                </a:lnTo>
                <a:moveTo>
                  <a:pt x="163" y="294"/>
                </a:moveTo>
                <a:lnTo>
                  <a:pt x="165" y="298"/>
                </a:lnTo>
                <a:moveTo>
                  <a:pt x="170" y="305"/>
                </a:moveTo>
                <a:lnTo>
                  <a:pt x="172" y="309"/>
                </a:lnTo>
                <a:moveTo>
                  <a:pt x="176" y="317"/>
                </a:moveTo>
                <a:lnTo>
                  <a:pt x="178" y="321"/>
                </a:lnTo>
                <a:moveTo>
                  <a:pt x="183" y="329"/>
                </a:moveTo>
                <a:lnTo>
                  <a:pt x="185" y="333"/>
                </a:lnTo>
                <a:moveTo>
                  <a:pt x="189" y="341"/>
                </a:moveTo>
                <a:lnTo>
                  <a:pt x="192" y="345"/>
                </a:lnTo>
                <a:moveTo>
                  <a:pt x="196" y="352"/>
                </a:moveTo>
                <a:lnTo>
                  <a:pt x="198" y="356"/>
                </a:lnTo>
                <a:moveTo>
                  <a:pt x="202" y="364"/>
                </a:moveTo>
                <a:lnTo>
                  <a:pt x="205" y="368"/>
                </a:lnTo>
                <a:moveTo>
                  <a:pt x="209" y="376"/>
                </a:moveTo>
                <a:lnTo>
                  <a:pt x="211" y="380"/>
                </a:lnTo>
                <a:moveTo>
                  <a:pt x="216" y="388"/>
                </a:moveTo>
                <a:lnTo>
                  <a:pt x="218" y="391"/>
                </a:lnTo>
                <a:moveTo>
                  <a:pt x="222" y="399"/>
                </a:moveTo>
                <a:lnTo>
                  <a:pt x="224" y="403"/>
                </a:lnTo>
                <a:moveTo>
                  <a:pt x="229" y="411"/>
                </a:moveTo>
                <a:lnTo>
                  <a:pt x="231" y="415"/>
                </a:lnTo>
                <a:moveTo>
                  <a:pt x="235" y="423"/>
                </a:moveTo>
                <a:lnTo>
                  <a:pt x="237" y="427"/>
                </a:lnTo>
                <a:moveTo>
                  <a:pt x="242" y="435"/>
                </a:moveTo>
                <a:lnTo>
                  <a:pt x="244" y="438"/>
                </a:lnTo>
                <a:moveTo>
                  <a:pt x="248" y="446"/>
                </a:moveTo>
                <a:lnTo>
                  <a:pt x="250" y="450"/>
                </a:lnTo>
                <a:moveTo>
                  <a:pt x="255" y="458"/>
                </a:moveTo>
                <a:lnTo>
                  <a:pt x="257" y="462"/>
                </a:lnTo>
                <a:moveTo>
                  <a:pt x="261" y="470"/>
                </a:moveTo>
                <a:lnTo>
                  <a:pt x="264" y="474"/>
                </a:lnTo>
                <a:moveTo>
                  <a:pt x="268" y="481"/>
                </a:moveTo>
                <a:lnTo>
                  <a:pt x="270" y="485"/>
                </a:lnTo>
                <a:moveTo>
                  <a:pt x="274" y="493"/>
                </a:moveTo>
                <a:lnTo>
                  <a:pt x="277" y="497"/>
                </a:lnTo>
                <a:moveTo>
                  <a:pt x="281" y="505"/>
                </a:moveTo>
                <a:lnTo>
                  <a:pt x="283" y="509"/>
                </a:lnTo>
                <a:moveTo>
                  <a:pt x="288" y="517"/>
                </a:moveTo>
                <a:lnTo>
                  <a:pt x="290" y="521"/>
                </a:lnTo>
                <a:moveTo>
                  <a:pt x="294" y="528"/>
                </a:moveTo>
                <a:lnTo>
                  <a:pt x="296" y="532"/>
                </a:lnTo>
                <a:moveTo>
                  <a:pt x="301" y="540"/>
                </a:moveTo>
                <a:lnTo>
                  <a:pt x="303" y="544"/>
                </a:lnTo>
                <a:moveTo>
                  <a:pt x="307" y="552"/>
                </a:moveTo>
                <a:lnTo>
                  <a:pt x="309" y="556"/>
                </a:lnTo>
                <a:moveTo>
                  <a:pt x="314" y="564"/>
                </a:moveTo>
                <a:lnTo>
                  <a:pt x="316" y="568"/>
                </a:lnTo>
                <a:moveTo>
                  <a:pt x="320" y="575"/>
                </a:moveTo>
                <a:lnTo>
                  <a:pt x="322" y="579"/>
                </a:lnTo>
                <a:moveTo>
                  <a:pt x="327" y="587"/>
                </a:moveTo>
                <a:lnTo>
                  <a:pt x="329" y="591"/>
                </a:lnTo>
                <a:moveTo>
                  <a:pt x="333" y="599"/>
                </a:moveTo>
                <a:lnTo>
                  <a:pt x="336" y="603"/>
                </a:lnTo>
                <a:moveTo>
                  <a:pt x="340" y="611"/>
                </a:moveTo>
                <a:lnTo>
                  <a:pt x="342" y="614"/>
                </a:lnTo>
                <a:moveTo>
                  <a:pt x="346" y="622"/>
                </a:moveTo>
                <a:lnTo>
                  <a:pt x="349" y="626"/>
                </a:lnTo>
                <a:moveTo>
                  <a:pt x="353" y="634"/>
                </a:moveTo>
                <a:lnTo>
                  <a:pt x="355" y="638"/>
                </a:lnTo>
                <a:moveTo>
                  <a:pt x="360" y="646"/>
                </a:moveTo>
                <a:lnTo>
                  <a:pt x="362" y="650"/>
                </a:lnTo>
                <a:moveTo>
                  <a:pt x="366" y="658"/>
                </a:moveTo>
                <a:lnTo>
                  <a:pt x="368" y="661"/>
                </a:lnTo>
                <a:moveTo>
                  <a:pt x="373" y="669"/>
                </a:moveTo>
                <a:lnTo>
                  <a:pt x="375" y="673"/>
                </a:lnTo>
                <a:moveTo>
                  <a:pt x="379" y="681"/>
                </a:moveTo>
                <a:lnTo>
                  <a:pt x="381" y="685"/>
                </a:lnTo>
                <a:moveTo>
                  <a:pt x="386" y="693"/>
                </a:moveTo>
                <a:lnTo>
                  <a:pt x="388" y="697"/>
                </a:lnTo>
                <a:moveTo>
                  <a:pt x="392" y="704"/>
                </a:moveTo>
                <a:lnTo>
                  <a:pt x="394" y="708"/>
                </a:lnTo>
                <a:moveTo>
                  <a:pt x="399" y="716"/>
                </a:moveTo>
                <a:lnTo>
                  <a:pt x="401" y="720"/>
                </a:lnTo>
                <a:moveTo>
                  <a:pt x="405" y="728"/>
                </a:moveTo>
                <a:lnTo>
                  <a:pt x="408" y="732"/>
                </a:lnTo>
                <a:moveTo>
                  <a:pt x="412" y="740"/>
                </a:moveTo>
                <a:lnTo>
                  <a:pt x="414" y="744"/>
                </a:lnTo>
                <a:moveTo>
                  <a:pt x="418" y="751"/>
                </a:moveTo>
                <a:lnTo>
                  <a:pt x="421" y="755"/>
                </a:lnTo>
                <a:moveTo>
                  <a:pt x="425" y="763"/>
                </a:moveTo>
                <a:lnTo>
                  <a:pt x="427" y="767"/>
                </a:lnTo>
                <a:moveTo>
                  <a:pt x="432" y="775"/>
                </a:moveTo>
                <a:lnTo>
                  <a:pt x="434" y="779"/>
                </a:lnTo>
                <a:moveTo>
                  <a:pt x="438" y="787"/>
                </a:moveTo>
                <a:lnTo>
                  <a:pt x="440" y="791"/>
                </a:lnTo>
                <a:moveTo>
                  <a:pt x="445" y="798"/>
                </a:moveTo>
                <a:lnTo>
                  <a:pt x="447" y="802"/>
                </a:lnTo>
                <a:moveTo>
                  <a:pt x="451" y="810"/>
                </a:moveTo>
                <a:lnTo>
                  <a:pt x="453" y="814"/>
                </a:lnTo>
                <a:moveTo>
                  <a:pt x="458" y="822"/>
                </a:moveTo>
                <a:lnTo>
                  <a:pt x="460" y="826"/>
                </a:lnTo>
                <a:moveTo>
                  <a:pt x="464" y="834"/>
                </a:moveTo>
                <a:lnTo>
                  <a:pt x="466" y="838"/>
                </a:lnTo>
                <a:moveTo>
                  <a:pt x="471" y="845"/>
                </a:moveTo>
                <a:lnTo>
                  <a:pt x="473" y="849"/>
                </a:lnTo>
                <a:moveTo>
                  <a:pt x="477" y="857"/>
                </a:moveTo>
                <a:lnTo>
                  <a:pt x="480" y="861"/>
                </a:lnTo>
                <a:moveTo>
                  <a:pt x="484" y="869"/>
                </a:moveTo>
                <a:lnTo>
                  <a:pt x="486" y="873"/>
                </a:lnTo>
                <a:moveTo>
                  <a:pt x="490" y="881"/>
                </a:moveTo>
                <a:lnTo>
                  <a:pt x="493" y="884"/>
                </a:lnTo>
                <a:moveTo>
                  <a:pt x="497" y="892"/>
                </a:moveTo>
                <a:lnTo>
                  <a:pt x="499" y="896"/>
                </a:lnTo>
                <a:moveTo>
                  <a:pt x="504" y="904"/>
                </a:moveTo>
                <a:lnTo>
                  <a:pt x="506" y="908"/>
                </a:lnTo>
                <a:moveTo>
                  <a:pt x="510" y="916"/>
                </a:moveTo>
                <a:lnTo>
                  <a:pt x="512" y="920"/>
                </a:lnTo>
                <a:moveTo>
                  <a:pt x="517" y="928"/>
                </a:moveTo>
                <a:lnTo>
                  <a:pt x="519" y="931"/>
                </a:lnTo>
                <a:moveTo>
                  <a:pt x="523" y="939"/>
                </a:moveTo>
                <a:lnTo>
                  <a:pt x="525" y="943"/>
                </a:lnTo>
                <a:moveTo>
                  <a:pt x="530" y="951"/>
                </a:moveTo>
                <a:lnTo>
                  <a:pt x="532" y="955"/>
                </a:lnTo>
                <a:moveTo>
                  <a:pt x="536" y="963"/>
                </a:moveTo>
                <a:lnTo>
                  <a:pt x="538" y="967"/>
                </a:lnTo>
                <a:moveTo>
                  <a:pt x="543" y="974"/>
                </a:moveTo>
                <a:lnTo>
                  <a:pt x="545" y="978"/>
                </a:lnTo>
                <a:moveTo>
                  <a:pt x="549" y="986"/>
                </a:moveTo>
                <a:lnTo>
                  <a:pt x="552" y="990"/>
                </a:lnTo>
                <a:moveTo>
                  <a:pt x="556" y="998"/>
                </a:moveTo>
                <a:lnTo>
                  <a:pt x="558" y="1002"/>
                </a:lnTo>
                <a:moveTo>
                  <a:pt x="562" y="1010"/>
                </a:moveTo>
                <a:lnTo>
                  <a:pt x="565" y="1014"/>
                </a:lnTo>
                <a:moveTo>
                  <a:pt x="569" y="1021"/>
                </a:moveTo>
                <a:lnTo>
                  <a:pt x="571" y="1025"/>
                </a:lnTo>
                <a:moveTo>
                  <a:pt x="576" y="1033"/>
                </a:moveTo>
                <a:lnTo>
                  <a:pt x="578" y="1037"/>
                </a:lnTo>
                <a:moveTo>
                  <a:pt x="582" y="1045"/>
                </a:moveTo>
                <a:lnTo>
                  <a:pt x="584" y="1049"/>
                </a:lnTo>
                <a:moveTo>
                  <a:pt x="589" y="1057"/>
                </a:moveTo>
                <a:lnTo>
                  <a:pt x="591" y="1061"/>
                </a:lnTo>
                <a:moveTo>
                  <a:pt x="595" y="1068"/>
                </a:moveTo>
                <a:lnTo>
                  <a:pt x="597" y="1072"/>
                </a:lnTo>
                <a:moveTo>
                  <a:pt x="602" y="1080"/>
                </a:moveTo>
                <a:lnTo>
                  <a:pt x="604" y="1084"/>
                </a:lnTo>
                <a:moveTo>
                  <a:pt x="608" y="1092"/>
                </a:moveTo>
                <a:lnTo>
                  <a:pt x="610" y="1096"/>
                </a:lnTo>
                <a:moveTo>
                  <a:pt x="615" y="1104"/>
                </a:moveTo>
                <a:lnTo>
                  <a:pt x="617" y="1108"/>
                </a:lnTo>
                <a:moveTo>
                  <a:pt x="621" y="1115"/>
                </a:moveTo>
                <a:lnTo>
                  <a:pt x="624" y="1119"/>
                </a:lnTo>
                <a:moveTo>
                  <a:pt x="628" y="1127"/>
                </a:moveTo>
                <a:lnTo>
                  <a:pt x="630" y="1131"/>
                </a:lnTo>
                <a:moveTo>
                  <a:pt x="634" y="1139"/>
                </a:moveTo>
                <a:lnTo>
                  <a:pt x="637" y="1143"/>
                </a:lnTo>
                <a:moveTo>
                  <a:pt x="641" y="1151"/>
                </a:moveTo>
                <a:lnTo>
                  <a:pt x="643" y="1154"/>
                </a:lnTo>
                <a:moveTo>
                  <a:pt x="648" y="1162"/>
                </a:moveTo>
                <a:lnTo>
                  <a:pt x="650" y="1166"/>
                </a:lnTo>
                <a:moveTo>
                  <a:pt x="654" y="1174"/>
                </a:moveTo>
                <a:lnTo>
                  <a:pt x="656" y="1178"/>
                </a:lnTo>
                <a:moveTo>
                  <a:pt x="661" y="1186"/>
                </a:moveTo>
                <a:lnTo>
                  <a:pt x="663" y="1190"/>
                </a:lnTo>
                <a:moveTo>
                  <a:pt x="667" y="1198"/>
                </a:moveTo>
                <a:lnTo>
                  <a:pt x="669" y="1201"/>
                </a:lnTo>
                <a:moveTo>
                  <a:pt x="674" y="1209"/>
                </a:moveTo>
                <a:lnTo>
                  <a:pt x="676" y="1213"/>
                </a:lnTo>
                <a:moveTo>
                  <a:pt x="680" y="1221"/>
                </a:moveTo>
                <a:lnTo>
                  <a:pt x="682" y="1225"/>
                </a:lnTo>
                <a:moveTo>
                  <a:pt x="687" y="1233"/>
                </a:moveTo>
                <a:lnTo>
                  <a:pt x="689" y="1237"/>
                </a:lnTo>
                <a:moveTo>
                  <a:pt x="693" y="1244"/>
                </a:moveTo>
                <a:lnTo>
                  <a:pt x="696" y="1248"/>
                </a:lnTo>
                <a:moveTo>
                  <a:pt x="700" y="1256"/>
                </a:moveTo>
                <a:lnTo>
                  <a:pt x="702" y="1260"/>
                </a:lnTo>
                <a:moveTo>
                  <a:pt x="706" y="1268"/>
                </a:moveTo>
                <a:lnTo>
                  <a:pt x="709" y="1272"/>
                </a:lnTo>
                <a:moveTo>
                  <a:pt x="713" y="1280"/>
                </a:moveTo>
                <a:lnTo>
                  <a:pt x="715" y="1284"/>
                </a:lnTo>
                <a:moveTo>
                  <a:pt x="720" y="1291"/>
                </a:moveTo>
                <a:lnTo>
                  <a:pt x="722" y="1295"/>
                </a:lnTo>
                <a:moveTo>
                  <a:pt x="726" y="1303"/>
                </a:moveTo>
                <a:lnTo>
                  <a:pt x="728" y="1307"/>
                </a:lnTo>
                <a:moveTo>
                  <a:pt x="733" y="1315"/>
                </a:moveTo>
                <a:lnTo>
                  <a:pt x="735" y="1319"/>
                </a:lnTo>
                <a:moveTo>
                  <a:pt x="739" y="1327"/>
                </a:moveTo>
                <a:lnTo>
                  <a:pt x="741" y="1331"/>
                </a:lnTo>
                <a:moveTo>
                  <a:pt x="746" y="1338"/>
                </a:moveTo>
                <a:lnTo>
                  <a:pt x="748" y="1342"/>
                </a:lnTo>
                <a:moveTo>
                  <a:pt x="752" y="1350"/>
                </a:moveTo>
                <a:lnTo>
                  <a:pt x="754" y="1354"/>
                </a:lnTo>
                <a:moveTo>
                  <a:pt x="759" y="1362"/>
                </a:moveTo>
                <a:lnTo>
                  <a:pt x="761" y="1366"/>
                </a:lnTo>
                <a:moveTo>
                  <a:pt x="765" y="1374"/>
                </a:moveTo>
                <a:lnTo>
                  <a:pt x="768" y="1378"/>
                </a:lnTo>
                <a:moveTo>
                  <a:pt x="772" y="1385"/>
                </a:moveTo>
                <a:lnTo>
                  <a:pt x="774" y="1389"/>
                </a:lnTo>
                <a:moveTo>
                  <a:pt x="778" y="1397"/>
                </a:moveTo>
                <a:lnTo>
                  <a:pt x="781" y="1401"/>
                </a:lnTo>
                <a:moveTo>
                  <a:pt x="785" y="1409"/>
                </a:moveTo>
                <a:lnTo>
                  <a:pt x="787" y="1413"/>
                </a:lnTo>
                <a:moveTo>
                  <a:pt x="792" y="1421"/>
                </a:moveTo>
                <a:lnTo>
                  <a:pt x="794" y="1424"/>
                </a:lnTo>
                <a:moveTo>
                  <a:pt x="798" y="1432"/>
                </a:moveTo>
                <a:lnTo>
                  <a:pt x="800" y="1436"/>
                </a:lnTo>
                <a:moveTo>
                  <a:pt x="805" y="1444"/>
                </a:moveTo>
                <a:lnTo>
                  <a:pt x="807" y="1448"/>
                </a:lnTo>
                <a:moveTo>
                  <a:pt x="811" y="1456"/>
                </a:moveTo>
                <a:lnTo>
                  <a:pt x="813" y="1460"/>
                </a:lnTo>
                <a:moveTo>
                  <a:pt x="818" y="1468"/>
                </a:moveTo>
                <a:lnTo>
                  <a:pt x="820" y="1471"/>
                </a:lnTo>
                <a:moveTo>
                  <a:pt x="824" y="1479"/>
                </a:moveTo>
                <a:lnTo>
                  <a:pt x="826" y="1483"/>
                </a:lnTo>
                <a:moveTo>
                  <a:pt x="831" y="1491"/>
                </a:moveTo>
                <a:lnTo>
                  <a:pt x="833" y="1495"/>
                </a:lnTo>
                <a:moveTo>
                  <a:pt x="837" y="1503"/>
                </a:moveTo>
                <a:lnTo>
                  <a:pt x="839" y="1507"/>
                </a:lnTo>
                <a:moveTo>
                  <a:pt x="844" y="1514"/>
                </a:moveTo>
                <a:lnTo>
                  <a:pt x="846" y="1518"/>
                </a:lnTo>
                <a:moveTo>
                  <a:pt x="850" y="1526"/>
                </a:moveTo>
                <a:lnTo>
                  <a:pt x="853" y="1530"/>
                </a:lnTo>
                <a:moveTo>
                  <a:pt x="857" y="1538"/>
                </a:moveTo>
                <a:lnTo>
                  <a:pt x="859" y="1542"/>
                </a:lnTo>
                <a:moveTo>
                  <a:pt x="863" y="1550"/>
                </a:moveTo>
                <a:lnTo>
                  <a:pt x="866" y="1554"/>
                </a:lnTo>
                <a:moveTo>
                  <a:pt x="870" y="1561"/>
                </a:moveTo>
                <a:lnTo>
                  <a:pt x="872" y="1565"/>
                </a:lnTo>
                <a:moveTo>
                  <a:pt x="877" y="1573"/>
                </a:moveTo>
                <a:lnTo>
                  <a:pt x="879" y="1577"/>
                </a:lnTo>
                <a:moveTo>
                  <a:pt x="883" y="1585"/>
                </a:moveTo>
                <a:lnTo>
                  <a:pt x="885" y="158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2" name="Freeform 133">
            <a:extLst>
              <a:ext uri="{FF2B5EF4-FFF2-40B4-BE49-F238E27FC236}">
                <a16:creationId xmlns:a16="http://schemas.microsoft.com/office/drawing/2014/main" id="{4BBEB113-17FC-2E72-42AF-C41A40F26964}"/>
              </a:ext>
            </a:extLst>
          </p:cNvPr>
          <p:cNvSpPr>
            <a:spLocks noEditPoints="1"/>
          </p:cNvSpPr>
          <p:nvPr/>
        </p:nvSpPr>
        <p:spPr bwMode="auto">
          <a:xfrm>
            <a:off x="487363" y="3732213"/>
            <a:ext cx="474663" cy="227013"/>
          </a:xfrm>
          <a:custGeom>
            <a:avLst/>
            <a:gdLst>
              <a:gd name="T0" fmla="*/ 4 w 598"/>
              <a:gd name="T1" fmla="*/ 1 h 286"/>
              <a:gd name="T2" fmla="*/ 16 w 598"/>
              <a:gd name="T3" fmla="*/ 7 h 286"/>
              <a:gd name="T4" fmla="*/ 28 w 598"/>
              <a:gd name="T5" fmla="*/ 13 h 286"/>
              <a:gd name="T6" fmla="*/ 40 w 598"/>
              <a:gd name="T7" fmla="*/ 19 h 286"/>
              <a:gd name="T8" fmla="*/ 52 w 598"/>
              <a:gd name="T9" fmla="*/ 25 h 286"/>
              <a:gd name="T10" fmla="*/ 65 w 598"/>
              <a:gd name="T11" fmla="*/ 30 h 286"/>
              <a:gd name="T12" fmla="*/ 77 w 598"/>
              <a:gd name="T13" fmla="*/ 36 h 286"/>
              <a:gd name="T14" fmla="*/ 89 w 598"/>
              <a:gd name="T15" fmla="*/ 42 h 286"/>
              <a:gd name="T16" fmla="*/ 101 w 598"/>
              <a:gd name="T17" fmla="*/ 48 h 286"/>
              <a:gd name="T18" fmla="*/ 113 w 598"/>
              <a:gd name="T19" fmla="*/ 54 h 286"/>
              <a:gd name="T20" fmla="*/ 125 w 598"/>
              <a:gd name="T21" fmla="*/ 60 h 286"/>
              <a:gd name="T22" fmla="*/ 137 w 598"/>
              <a:gd name="T23" fmla="*/ 65 h 286"/>
              <a:gd name="T24" fmla="*/ 149 w 598"/>
              <a:gd name="T25" fmla="*/ 71 h 286"/>
              <a:gd name="T26" fmla="*/ 162 w 598"/>
              <a:gd name="T27" fmla="*/ 77 h 286"/>
              <a:gd name="T28" fmla="*/ 174 w 598"/>
              <a:gd name="T29" fmla="*/ 83 h 286"/>
              <a:gd name="T30" fmla="*/ 186 w 598"/>
              <a:gd name="T31" fmla="*/ 89 h 286"/>
              <a:gd name="T32" fmla="*/ 198 w 598"/>
              <a:gd name="T33" fmla="*/ 94 h 286"/>
              <a:gd name="T34" fmla="*/ 210 w 598"/>
              <a:gd name="T35" fmla="*/ 100 h 286"/>
              <a:gd name="T36" fmla="*/ 222 w 598"/>
              <a:gd name="T37" fmla="*/ 106 h 286"/>
              <a:gd name="T38" fmla="*/ 234 w 598"/>
              <a:gd name="T39" fmla="*/ 112 h 286"/>
              <a:gd name="T40" fmla="*/ 246 w 598"/>
              <a:gd name="T41" fmla="*/ 118 h 286"/>
              <a:gd name="T42" fmla="*/ 258 w 598"/>
              <a:gd name="T43" fmla="*/ 124 h 286"/>
              <a:gd name="T44" fmla="*/ 271 w 598"/>
              <a:gd name="T45" fmla="*/ 129 h 286"/>
              <a:gd name="T46" fmla="*/ 283 w 598"/>
              <a:gd name="T47" fmla="*/ 135 h 286"/>
              <a:gd name="T48" fmla="*/ 295 w 598"/>
              <a:gd name="T49" fmla="*/ 141 h 286"/>
              <a:gd name="T50" fmla="*/ 307 w 598"/>
              <a:gd name="T51" fmla="*/ 147 h 286"/>
              <a:gd name="T52" fmla="*/ 319 w 598"/>
              <a:gd name="T53" fmla="*/ 153 h 286"/>
              <a:gd name="T54" fmla="*/ 331 w 598"/>
              <a:gd name="T55" fmla="*/ 158 h 286"/>
              <a:gd name="T56" fmla="*/ 343 w 598"/>
              <a:gd name="T57" fmla="*/ 164 h 286"/>
              <a:gd name="T58" fmla="*/ 355 w 598"/>
              <a:gd name="T59" fmla="*/ 170 h 286"/>
              <a:gd name="T60" fmla="*/ 367 w 598"/>
              <a:gd name="T61" fmla="*/ 176 h 286"/>
              <a:gd name="T62" fmla="*/ 380 w 598"/>
              <a:gd name="T63" fmla="*/ 182 h 286"/>
              <a:gd name="T64" fmla="*/ 392 w 598"/>
              <a:gd name="T65" fmla="*/ 188 h 286"/>
              <a:gd name="T66" fmla="*/ 404 w 598"/>
              <a:gd name="T67" fmla="*/ 193 h 286"/>
              <a:gd name="T68" fmla="*/ 416 w 598"/>
              <a:gd name="T69" fmla="*/ 199 h 286"/>
              <a:gd name="T70" fmla="*/ 428 w 598"/>
              <a:gd name="T71" fmla="*/ 205 h 286"/>
              <a:gd name="T72" fmla="*/ 440 w 598"/>
              <a:gd name="T73" fmla="*/ 211 h 286"/>
              <a:gd name="T74" fmla="*/ 452 w 598"/>
              <a:gd name="T75" fmla="*/ 217 h 286"/>
              <a:gd name="T76" fmla="*/ 464 w 598"/>
              <a:gd name="T77" fmla="*/ 222 h 286"/>
              <a:gd name="T78" fmla="*/ 477 w 598"/>
              <a:gd name="T79" fmla="*/ 228 h 286"/>
              <a:gd name="T80" fmla="*/ 489 w 598"/>
              <a:gd name="T81" fmla="*/ 234 h 286"/>
              <a:gd name="T82" fmla="*/ 501 w 598"/>
              <a:gd name="T83" fmla="*/ 240 h 286"/>
              <a:gd name="T84" fmla="*/ 513 w 598"/>
              <a:gd name="T85" fmla="*/ 246 h 286"/>
              <a:gd name="T86" fmla="*/ 525 w 598"/>
              <a:gd name="T87" fmla="*/ 252 h 286"/>
              <a:gd name="T88" fmla="*/ 537 w 598"/>
              <a:gd name="T89" fmla="*/ 257 h 286"/>
              <a:gd name="T90" fmla="*/ 549 w 598"/>
              <a:gd name="T91" fmla="*/ 263 h 286"/>
              <a:gd name="T92" fmla="*/ 561 w 598"/>
              <a:gd name="T93" fmla="*/ 269 h 286"/>
              <a:gd name="T94" fmla="*/ 573 w 598"/>
              <a:gd name="T95" fmla="*/ 275 h 286"/>
              <a:gd name="T96" fmla="*/ 586 w 598"/>
              <a:gd name="T97" fmla="*/ 281 h 286"/>
              <a:gd name="T98" fmla="*/ 598 w 598"/>
              <a:gd name="T9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98" h="286">
                <a:moveTo>
                  <a:pt x="0" y="0"/>
                </a:moveTo>
                <a:lnTo>
                  <a:pt x="4" y="1"/>
                </a:lnTo>
                <a:moveTo>
                  <a:pt x="12" y="5"/>
                </a:moveTo>
                <a:lnTo>
                  <a:pt x="16" y="7"/>
                </a:lnTo>
                <a:moveTo>
                  <a:pt x="24" y="11"/>
                </a:moveTo>
                <a:lnTo>
                  <a:pt x="28" y="13"/>
                </a:lnTo>
                <a:moveTo>
                  <a:pt x="36" y="17"/>
                </a:moveTo>
                <a:lnTo>
                  <a:pt x="40" y="19"/>
                </a:lnTo>
                <a:moveTo>
                  <a:pt x="48" y="23"/>
                </a:moveTo>
                <a:lnTo>
                  <a:pt x="52" y="25"/>
                </a:lnTo>
                <a:moveTo>
                  <a:pt x="61" y="28"/>
                </a:moveTo>
                <a:lnTo>
                  <a:pt x="65" y="30"/>
                </a:lnTo>
                <a:moveTo>
                  <a:pt x="73" y="34"/>
                </a:moveTo>
                <a:lnTo>
                  <a:pt x="77" y="36"/>
                </a:lnTo>
                <a:moveTo>
                  <a:pt x="85" y="40"/>
                </a:moveTo>
                <a:lnTo>
                  <a:pt x="89" y="42"/>
                </a:lnTo>
                <a:moveTo>
                  <a:pt x="97" y="46"/>
                </a:moveTo>
                <a:lnTo>
                  <a:pt x="101" y="48"/>
                </a:lnTo>
                <a:moveTo>
                  <a:pt x="109" y="52"/>
                </a:moveTo>
                <a:lnTo>
                  <a:pt x="113" y="54"/>
                </a:lnTo>
                <a:moveTo>
                  <a:pt x="121" y="58"/>
                </a:moveTo>
                <a:lnTo>
                  <a:pt x="125" y="60"/>
                </a:lnTo>
                <a:moveTo>
                  <a:pt x="133" y="63"/>
                </a:moveTo>
                <a:lnTo>
                  <a:pt x="137" y="65"/>
                </a:lnTo>
                <a:moveTo>
                  <a:pt x="145" y="69"/>
                </a:moveTo>
                <a:lnTo>
                  <a:pt x="149" y="71"/>
                </a:lnTo>
                <a:moveTo>
                  <a:pt x="157" y="75"/>
                </a:moveTo>
                <a:lnTo>
                  <a:pt x="162" y="77"/>
                </a:lnTo>
                <a:moveTo>
                  <a:pt x="170" y="81"/>
                </a:moveTo>
                <a:lnTo>
                  <a:pt x="174" y="83"/>
                </a:lnTo>
                <a:moveTo>
                  <a:pt x="182" y="87"/>
                </a:moveTo>
                <a:lnTo>
                  <a:pt x="186" y="89"/>
                </a:lnTo>
                <a:moveTo>
                  <a:pt x="194" y="93"/>
                </a:moveTo>
                <a:lnTo>
                  <a:pt x="198" y="94"/>
                </a:lnTo>
                <a:moveTo>
                  <a:pt x="206" y="98"/>
                </a:moveTo>
                <a:lnTo>
                  <a:pt x="210" y="100"/>
                </a:lnTo>
                <a:moveTo>
                  <a:pt x="218" y="104"/>
                </a:moveTo>
                <a:lnTo>
                  <a:pt x="222" y="106"/>
                </a:lnTo>
                <a:moveTo>
                  <a:pt x="230" y="110"/>
                </a:moveTo>
                <a:lnTo>
                  <a:pt x="234" y="112"/>
                </a:lnTo>
                <a:moveTo>
                  <a:pt x="242" y="116"/>
                </a:moveTo>
                <a:lnTo>
                  <a:pt x="246" y="118"/>
                </a:lnTo>
                <a:moveTo>
                  <a:pt x="254" y="122"/>
                </a:moveTo>
                <a:lnTo>
                  <a:pt x="258" y="124"/>
                </a:lnTo>
                <a:moveTo>
                  <a:pt x="267" y="127"/>
                </a:moveTo>
                <a:lnTo>
                  <a:pt x="271" y="129"/>
                </a:lnTo>
                <a:moveTo>
                  <a:pt x="279" y="133"/>
                </a:moveTo>
                <a:lnTo>
                  <a:pt x="283" y="135"/>
                </a:lnTo>
                <a:moveTo>
                  <a:pt x="291" y="139"/>
                </a:moveTo>
                <a:lnTo>
                  <a:pt x="295" y="141"/>
                </a:lnTo>
                <a:moveTo>
                  <a:pt x="303" y="145"/>
                </a:moveTo>
                <a:lnTo>
                  <a:pt x="307" y="147"/>
                </a:lnTo>
                <a:moveTo>
                  <a:pt x="315" y="151"/>
                </a:moveTo>
                <a:lnTo>
                  <a:pt x="319" y="153"/>
                </a:lnTo>
                <a:moveTo>
                  <a:pt x="327" y="157"/>
                </a:moveTo>
                <a:lnTo>
                  <a:pt x="331" y="158"/>
                </a:lnTo>
                <a:moveTo>
                  <a:pt x="339" y="162"/>
                </a:moveTo>
                <a:lnTo>
                  <a:pt x="343" y="164"/>
                </a:lnTo>
                <a:moveTo>
                  <a:pt x="351" y="168"/>
                </a:moveTo>
                <a:lnTo>
                  <a:pt x="355" y="170"/>
                </a:lnTo>
                <a:moveTo>
                  <a:pt x="363" y="174"/>
                </a:moveTo>
                <a:lnTo>
                  <a:pt x="367" y="176"/>
                </a:lnTo>
                <a:moveTo>
                  <a:pt x="376" y="180"/>
                </a:moveTo>
                <a:lnTo>
                  <a:pt x="380" y="182"/>
                </a:lnTo>
                <a:moveTo>
                  <a:pt x="388" y="186"/>
                </a:moveTo>
                <a:lnTo>
                  <a:pt x="392" y="188"/>
                </a:lnTo>
                <a:moveTo>
                  <a:pt x="400" y="191"/>
                </a:moveTo>
                <a:lnTo>
                  <a:pt x="404" y="193"/>
                </a:lnTo>
                <a:moveTo>
                  <a:pt x="412" y="197"/>
                </a:moveTo>
                <a:lnTo>
                  <a:pt x="416" y="199"/>
                </a:lnTo>
                <a:moveTo>
                  <a:pt x="424" y="203"/>
                </a:moveTo>
                <a:lnTo>
                  <a:pt x="428" y="205"/>
                </a:lnTo>
                <a:moveTo>
                  <a:pt x="436" y="209"/>
                </a:moveTo>
                <a:lnTo>
                  <a:pt x="440" y="211"/>
                </a:lnTo>
                <a:moveTo>
                  <a:pt x="448" y="215"/>
                </a:moveTo>
                <a:lnTo>
                  <a:pt x="452" y="217"/>
                </a:lnTo>
                <a:moveTo>
                  <a:pt x="460" y="221"/>
                </a:moveTo>
                <a:lnTo>
                  <a:pt x="464" y="222"/>
                </a:lnTo>
                <a:moveTo>
                  <a:pt x="472" y="226"/>
                </a:moveTo>
                <a:lnTo>
                  <a:pt x="477" y="228"/>
                </a:lnTo>
                <a:moveTo>
                  <a:pt x="485" y="232"/>
                </a:moveTo>
                <a:lnTo>
                  <a:pt x="489" y="234"/>
                </a:lnTo>
                <a:moveTo>
                  <a:pt x="497" y="238"/>
                </a:moveTo>
                <a:lnTo>
                  <a:pt x="501" y="240"/>
                </a:lnTo>
                <a:moveTo>
                  <a:pt x="509" y="244"/>
                </a:moveTo>
                <a:lnTo>
                  <a:pt x="513" y="246"/>
                </a:lnTo>
                <a:moveTo>
                  <a:pt x="521" y="250"/>
                </a:moveTo>
                <a:lnTo>
                  <a:pt x="525" y="252"/>
                </a:lnTo>
                <a:moveTo>
                  <a:pt x="533" y="255"/>
                </a:moveTo>
                <a:lnTo>
                  <a:pt x="537" y="257"/>
                </a:lnTo>
                <a:moveTo>
                  <a:pt x="545" y="261"/>
                </a:moveTo>
                <a:lnTo>
                  <a:pt x="549" y="263"/>
                </a:lnTo>
                <a:moveTo>
                  <a:pt x="557" y="267"/>
                </a:moveTo>
                <a:lnTo>
                  <a:pt x="561" y="269"/>
                </a:lnTo>
                <a:moveTo>
                  <a:pt x="569" y="273"/>
                </a:moveTo>
                <a:lnTo>
                  <a:pt x="573" y="275"/>
                </a:lnTo>
                <a:moveTo>
                  <a:pt x="582" y="279"/>
                </a:moveTo>
                <a:lnTo>
                  <a:pt x="586" y="281"/>
                </a:lnTo>
                <a:moveTo>
                  <a:pt x="594" y="285"/>
                </a:moveTo>
                <a:lnTo>
                  <a:pt x="598" y="28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3" name="Freeform 134">
            <a:extLst>
              <a:ext uri="{FF2B5EF4-FFF2-40B4-BE49-F238E27FC236}">
                <a16:creationId xmlns:a16="http://schemas.microsoft.com/office/drawing/2014/main" id="{BBEC524C-4EDF-A84F-3971-3B4065FE949A}"/>
              </a:ext>
            </a:extLst>
          </p:cNvPr>
          <p:cNvSpPr>
            <a:spLocks noEditPoints="1"/>
          </p:cNvSpPr>
          <p:nvPr/>
        </p:nvSpPr>
        <p:spPr bwMode="auto">
          <a:xfrm>
            <a:off x="487363" y="4935538"/>
            <a:ext cx="144463" cy="128588"/>
          </a:xfrm>
          <a:custGeom>
            <a:avLst/>
            <a:gdLst>
              <a:gd name="T0" fmla="*/ 0 w 181"/>
              <a:gd name="T1" fmla="*/ 0 h 163"/>
              <a:gd name="T2" fmla="*/ 2 w 181"/>
              <a:gd name="T3" fmla="*/ 2 h 163"/>
              <a:gd name="T4" fmla="*/ 9 w 181"/>
              <a:gd name="T5" fmla="*/ 8 h 163"/>
              <a:gd name="T6" fmla="*/ 12 w 181"/>
              <a:gd name="T7" fmla="*/ 11 h 163"/>
              <a:gd name="T8" fmla="*/ 19 w 181"/>
              <a:gd name="T9" fmla="*/ 17 h 163"/>
              <a:gd name="T10" fmla="*/ 22 w 181"/>
              <a:gd name="T11" fmla="*/ 20 h 163"/>
              <a:gd name="T12" fmla="*/ 29 w 181"/>
              <a:gd name="T13" fmla="*/ 26 h 163"/>
              <a:gd name="T14" fmla="*/ 32 w 181"/>
              <a:gd name="T15" fmla="*/ 29 h 163"/>
              <a:gd name="T16" fmla="*/ 39 w 181"/>
              <a:gd name="T17" fmla="*/ 35 h 163"/>
              <a:gd name="T18" fmla="*/ 42 w 181"/>
              <a:gd name="T19" fmla="*/ 38 h 163"/>
              <a:gd name="T20" fmla="*/ 49 w 181"/>
              <a:gd name="T21" fmla="*/ 44 h 163"/>
              <a:gd name="T22" fmla="*/ 52 w 181"/>
              <a:gd name="T23" fmla="*/ 47 h 163"/>
              <a:gd name="T24" fmla="*/ 59 w 181"/>
              <a:gd name="T25" fmla="*/ 53 h 163"/>
              <a:gd name="T26" fmla="*/ 62 w 181"/>
              <a:gd name="T27" fmla="*/ 56 h 163"/>
              <a:gd name="T28" fmla="*/ 69 w 181"/>
              <a:gd name="T29" fmla="*/ 62 h 163"/>
              <a:gd name="T30" fmla="*/ 72 w 181"/>
              <a:gd name="T31" fmla="*/ 65 h 163"/>
              <a:gd name="T32" fmla="*/ 79 w 181"/>
              <a:gd name="T33" fmla="*/ 71 h 163"/>
              <a:gd name="T34" fmla="*/ 82 w 181"/>
              <a:gd name="T35" fmla="*/ 74 h 163"/>
              <a:gd name="T36" fmla="*/ 89 w 181"/>
              <a:gd name="T37" fmla="*/ 80 h 163"/>
              <a:gd name="T38" fmla="*/ 92 w 181"/>
              <a:gd name="T39" fmla="*/ 83 h 163"/>
              <a:gd name="T40" fmla="*/ 99 w 181"/>
              <a:gd name="T41" fmla="*/ 89 h 163"/>
              <a:gd name="T42" fmla="*/ 102 w 181"/>
              <a:gd name="T43" fmla="*/ 92 h 163"/>
              <a:gd name="T44" fmla="*/ 109 w 181"/>
              <a:gd name="T45" fmla="*/ 98 h 163"/>
              <a:gd name="T46" fmla="*/ 112 w 181"/>
              <a:gd name="T47" fmla="*/ 101 h 163"/>
              <a:gd name="T48" fmla="*/ 119 w 181"/>
              <a:gd name="T49" fmla="*/ 107 h 163"/>
              <a:gd name="T50" fmla="*/ 122 w 181"/>
              <a:gd name="T51" fmla="*/ 110 h 163"/>
              <a:gd name="T52" fmla="*/ 129 w 181"/>
              <a:gd name="T53" fmla="*/ 116 h 163"/>
              <a:gd name="T54" fmla="*/ 132 w 181"/>
              <a:gd name="T55" fmla="*/ 119 h 163"/>
              <a:gd name="T56" fmla="*/ 139 w 181"/>
              <a:gd name="T57" fmla="*/ 125 h 163"/>
              <a:gd name="T58" fmla="*/ 142 w 181"/>
              <a:gd name="T59" fmla="*/ 128 h 163"/>
              <a:gd name="T60" fmla="*/ 149 w 181"/>
              <a:gd name="T61" fmla="*/ 134 h 163"/>
              <a:gd name="T62" fmla="*/ 152 w 181"/>
              <a:gd name="T63" fmla="*/ 137 h 163"/>
              <a:gd name="T64" fmla="*/ 159 w 181"/>
              <a:gd name="T65" fmla="*/ 143 h 163"/>
              <a:gd name="T66" fmla="*/ 162 w 181"/>
              <a:gd name="T67" fmla="*/ 146 h 163"/>
              <a:gd name="T68" fmla="*/ 169 w 181"/>
              <a:gd name="T69" fmla="*/ 152 h 163"/>
              <a:gd name="T70" fmla="*/ 172 w 181"/>
              <a:gd name="T71" fmla="*/ 155 h 163"/>
              <a:gd name="T72" fmla="*/ 179 w 181"/>
              <a:gd name="T73" fmla="*/ 161 h 163"/>
              <a:gd name="T74" fmla="*/ 181 w 181"/>
              <a:gd name="T75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81" h="163">
                <a:moveTo>
                  <a:pt x="0" y="0"/>
                </a:moveTo>
                <a:lnTo>
                  <a:pt x="2" y="2"/>
                </a:lnTo>
                <a:moveTo>
                  <a:pt x="9" y="8"/>
                </a:moveTo>
                <a:lnTo>
                  <a:pt x="12" y="11"/>
                </a:lnTo>
                <a:moveTo>
                  <a:pt x="19" y="17"/>
                </a:moveTo>
                <a:lnTo>
                  <a:pt x="22" y="20"/>
                </a:lnTo>
                <a:moveTo>
                  <a:pt x="29" y="26"/>
                </a:moveTo>
                <a:lnTo>
                  <a:pt x="32" y="29"/>
                </a:lnTo>
                <a:moveTo>
                  <a:pt x="39" y="35"/>
                </a:moveTo>
                <a:lnTo>
                  <a:pt x="42" y="38"/>
                </a:lnTo>
                <a:moveTo>
                  <a:pt x="49" y="44"/>
                </a:moveTo>
                <a:lnTo>
                  <a:pt x="52" y="47"/>
                </a:lnTo>
                <a:moveTo>
                  <a:pt x="59" y="53"/>
                </a:moveTo>
                <a:lnTo>
                  <a:pt x="62" y="56"/>
                </a:lnTo>
                <a:moveTo>
                  <a:pt x="69" y="62"/>
                </a:moveTo>
                <a:lnTo>
                  <a:pt x="72" y="65"/>
                </a:lnTo>
                <a:moveTo>
                  <a:pt x="79" y="71"/>
                </a:moveTo>
                <a:lnTo>
                  <a:pt x="82" y="74"/>
                </a:lnTo>
                <a:moveTo>
                  <a:pt x="89" y="80"/>
                </a:moveTo>
                <a:lnTo>
                  <a:pt x="92" y="83"/>
                </a:lnTo>
                <a:moveTo>
                  <a:pt x="99" y="89"/>
                </a:moveTo>
                <a:lnTo>
                  <a:pt x="102" y="92"/>
                </a:lnTo>
                <a:moveTo>
                  <a:pt x="109" y="98"/>
                </a:moveTo>
                <a:lnTo>
                  <a:pt x="112" y="101"/>
                </a:lnTo>
                <a:moveTo>
                  <a:pt x="119" y="107"/>
                </a:moveTo>
                <a:lnTo>
                  <a:pt x="122" y="110"/>
                </a:lnTo>
                <a:moveTo>
                  <a:pt x="129" y="116"/>
                </a:moveTo>
                <a:lnTo>
                  <a:pt x="132" y="119"/>
                </a:lnTo>
                <a:moveTo>
                  <a:pt x="139" y="125"/>
                </a:moveTo>
                <a:lnTo>
                  <a:pt x="142" y="128"/>
                </a:lnTo>
                <a:moveTo>
                  <a:pt x="149" y="134"/>
                </a:moveTo>
                <a:lnTo>
                  <a:pt x="152" y="137"/>
                </a:lnTo>
                <a:moveTo>
                  <a:pt x="159" y="143"/>
                </a:moveTo>
                <a:lnTo>
                  <a:pt x="162" y="146"/>
                </a:lnTo>
                <a:moveTo>
                  <a:pt x="169" y="152"/>
                </a:moveTo>
                <a:lnTo>
                  <a:pt x="172" y="155"/>
                </a:lnTo>
                <a:moveTo>
                  <a:pt x="179" y="161"/>
                </a:moveTo>
                <a:lnTo>
                  <a:pt x="181" y="16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CB46644E-73E1-82F1-87E5-5CD4E6B75F43}"/>
              </a:ext>
            </a:extLst>
          </p:cNvPr>
          <p:cNvSpPr>
            <a:spLocks noEditPoints="1"/>
          </p:cNvSpPr>
          <p:nvPr/>
        </p:nvSpPr>
        <p:spPr bwMode="auto">
          <a:xfrm>
            <a:off x="1222375" y="3270250"/>
            <a:ext cx="1243013" cy="1370013"/>
          </a:xfrm>
          <a:custGeom>
            <a:avLst/>
            <a:gdLst>
              <a:gd name="T0" fmla="*/ 21 w 1565"/>
              <a:gd name="T1" fmla="*/ 23 h 1726"/>
              <a:gd name="T2" fmla="*/ 48 w 1565"/>
              <a:gd name="T3" fmla="*/ 53 h 1726"/>
              <a:gd name="T4" fmla="*/ 75 w 1565"/>
              <a:gd name="T5" fmla="*/ 83 h 1726"/>
              <a:gd name="T6" fmla="*/ 102 w 1565"/>
              <a:gd name="T7" fmla="*/ 113 h 1726"/>
              <a:gd name="T8" fmla="*/ 130 w 1565"/>
              <a:gd name="T9" fmla="*/ 143 h 1726"/>
              <a:gd name="T10" fmla="*/ 157 w 1565"/>
              <a:gd name="T11" fmla="*/ 173 h 1726"/>
              <a:gd name="T12" fmla="*/ 184 w 1565"/>
              <a:gd name="T13" fmla="*/ 203 h 1726"/>
              <a:gd name="T14" fmla="*/ 211 w 1565"/>
              <a:gd name="T15" fmla="*/ 232 h 1726"/>
              <a:gd name="T16" fmla="*/ 238 w 1565"/>
              <a:gd name="T17" fmla="*/ 262 h 1726"/>
              <a:gd name="T18" fmla="*/ 265 w 1565"/>
              <a:gd name="T19" fmla="*/ 292 h 1726"/>
              <a:gd name="T20" fmla="*/ 292 w 1565"/>
              <a:gd name="T21" fmla="*/ 322 h 1726"/>
              <a:gd name="T22" fmla="*/ 319 w 1565"/>
              <a:gd name="T23" fmla="*/ 352 h 1726"/>
              <a:gd name="T24" fmla="*/ 346 w 1565"/>
              <a:gd name="T25" fmla="*/ 382 h 1726"/>
              <a:gd name="T26" fmla="*/ 373 w 1565"/>
              <a:gd name="T27" fmla="*/ 412 h 1726"/>
              <a:gd name="T28" fmla="*/ 400 w 1565"/>
              <a:gd name="T29" fmla="*/ 442 h 1726"/>
              <a:gd name="T30" fmla="*/ 428 w 1565"/>
              <a:gd name="T31" fmla="*/ 471 h 1726"/>
              <a:gd name="T32" fmla="*/ 455 w 1565"/>
              <a:gd name="T33" fmla="*/ 501 h 1726"/>
              <a:gd name="T34" fmla="*/ 482 w 1565"/>
              <a:gd name="T35" fmla="*/ 531 h 1726"/>
              <a:gd name="T36" fmla="*/ 509 w 1565"/>
              <a:gd name="T37" fmla="*/ 561 h 1726"/>
              <a:gd name="T38" fmla="*/ 536 w 1565"/>
              <a:gd name="T39" fmla="*/ 591 h 1726"/>
              <a:gd name="T40" fmla="*/ 563 w 1565"/>
              <a:gd name="T41" fmla="*/ 621 h 1726"/>
              <a:gd name="T42" fmla="*/ 590 w 1565"/>
              <a:gd name="T43" fmla="*/ 651 h 1726"/>
              <a:gd name="T44" fmla="*/ 617 w 1565"/>
              <a:gd name="T45" fmla="*/ 680 h 1726"/>
              <a:gd name="T46" fmla="*/ 644 w 1565"/>
              <a:gd name="T47" fmla="*/ 710 h 1726"/>
              <a:gd name="T48" fmla="*/ 671 w 1565"/>
              <a:gd name="T49" fmla="*/ 740 h 1726"/>
              <a:gd name="T50" fmla="*/ 698 w 1565"/>
              <a:gd name="T51" fmla="*/ 770 h 1726"/>
              <a:gd name="T52" fmla="*/ 726 w 1565"/>
              <a:gd name="T53" fmla="*/ 800 h 1726"/>
              <a:gd name="T54" fmla="*/ 753 w 1565"/>
              <a:gd name="T55" fmla="*/ 830 h 1726"/>
              <a:gd name="T56" fmla="*/ 780 w 1565"/>
              <a:gd name="T57" fmla="*/ 860 h 1726"/>
              <a:gd name="T58" fmla="*/ 807 w 1565"/>
              <a:gd name="T59" fmla="*/ 889 h 1726"/>
              <a:gd name="T60" fmla="*/ 834 w 1565"/>
              <a:gd name="T61" fmla="*/ 919 h 1726"/>
              <a:gd name="T62" fmla="*/ 861 w 1565"/>
              <a:gd name="T63" fmla="*/ 949 h 1726"/>
              <a:gd name="T64" fmla="*/ 888 w 1565"/>
              <a:gd name="T65" fmla="*/ 979 h 1726"/>
              <a:gd name="T66" fmla="*/ 915 w 1565"/>
              <a:gd name="T67" fmla="*/ 1009 h 1726"/>
              <a:gd name="T68" fmla="*/ 942 w 1565"/>
              <a:gd name="T69" fmla="*/ 1039 h 1726"/>
              <a:gd name="T70" fmla="*/ 969 w 1565"/>
              <a:gd name="T71" fmla="*/ 1069 h 1726"/>
              <a:gd name="T72" fmla="*/ 996 w 1565"/>
              <a:gd name="T73" fmla="*/ 1098 h 1726"/>
              <a:gd name="T74" fmla="*/ 1024 w 1565"/>
              <a:gd name="T75" fmla="*/ 1128 h 1726"/>
              <a:gd name="T76" fmla="*/ 1051 w 1565"/>
              <a:gd name="T77" fmla="*/ 1158 h 1726"/>
              <a:gd name="T78" fmla="*/ 1078 w 1565"/>
              <a:gd name="T79" fmla="*/ 1188 h 1726"/>
              <a:gd name="T80" fmla="*/ 1105 w 1565"/>
              <a:gd name="T81" fmla="*/ 1218 h 1726"/>
              <a:gd name="T82" fmla="*/ 1132 w 1565"/>
              <a:gd name="T83" fmla="*/ 1248 h 1726"/>
              <a:gd name="T84" fmla="*/ 1159 w 1565"/>
              <a:gd name="T85" fmla="*/ 1278 h 1726"/>
              <a:gd name="T86" fmla="*/ 1186 w 1565"/>
              <a:gd name="T87" fmla="*/ 1308 h 1726"/>
              <a:gd name="T88" fmla="*/ 1213 w 1565"/>
              <a:gd name="T89" fmla="*/ 1337 h 1726"/>
              <a:gd name="T90" fmla="*/ 1240 w 1565"/>
              <a:gd name="T91" fmla="*/ 1367 h 1726"/>
              <a:gd name="T92" fmla="*/ 1267 w 1565"/>
              <a:gd name="T93" fmla="*/ 1397 h 1726"/>
              <a:gd name="T94" fmla="*/ 1294 w 1565"/>
              <a:gd name="T95" fmla="*/ 1427 h 1726"/>
              <a:gd name="T96" fmla="*/ 1322 w 1565"/>
              <a:gd name="T97" fmla="*/ 1457 h 1726"/>
              <a:gd name="T98" fmla="*/ 1349 w 1565"/>
              <a:gd name="T99" fmla="*/ 1487 h 1726"/>
              <a:gd name="T100" fmla="*/ 1376 w 1565"/>
              <a:gd name="T101" fmla="*/ 1517 h 1726"/>
              <a:gd name="T102" fmla="*/ 1403 w 1565"/>
              <a:gd name="T103" fmla="*/ 1546 h 1726"/>
              <a:gd name="T104" fmla="*/ 1430 w 1565"/>
              <a:gd name="T105" fmla="*/ 1576 h 1726"/>
              <a:gd name="T106" fmla="*/ 1457 w 1565"/>
              <a:gd name="T107" fmla="*/ 1606 h 1726"/>
              <a:gd name="T108" fmla="*/ 1484 w 1565"/>
              <a:gd name="T109" fmla="*/ 1636 h 1726"/>
              <a:gd name="T110" fmla="*/ 1511 w 1565"/>
              <a:gd name="T111" fmla="*/ 1666 h 1726"/>
              <a:gd name="T112" fmla="*/ 1538 w 1565"/>
              <a:gd name="T113" fmla="*/ 1696 h 1726"/>
              <a:gd name="T114" fmla="*/ 1565 w 1565"/>
              <a:gd name="T115" fmla="*/ 1726 h 1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65" h="1726">
                <a:moveTo>
                  <a:pt x="0" y="0"/>
                </a:moveTo>
                <a:lnTo>
                  <a:pt x="3" y="4"/>
                </a:lnTo>
                <a:moveTo>
                  <a:pt x="9" y="10"/>
                </a:moveTo>
                <a:lnTo>
                  <a:pt x="12" y="14"/>
                </a:lnTo>
                <a:moveTo>
                  <a:pt x="18" y="20"/>
                </a:moveTo>
                <a:lnTo>
                  <a:pt x="21" y="23"/>
                </a:lnTo>
                <a:moveTo>
                  <a:pt x="27" y="30"/>
                </a:moveTo>
                <a:lnTo>
                  <a:pt x="30" y="33"/>
                </a:lnTo>
                <a:moveTo>
                  <a:pt x="36" y="40"/>
                </a:moveTo>
                <a:lnTo>
                  <a:pt x="39" y="43"/>
                </a:lnTo>
                <a:moveTo>
                  <a:pt x="45" y="50"/>
                </a:moveTo>
                <a:lnTo>
                  <a:pt x="48" y="53"/>
                </a:lnTo>
                <a:moveTo>
                  <a:pt x="54" y="60"/>
                </a:moveTo>
                <a:lnTo>
                  <a:pt x="57" y="63"/>
                </a:lnTo>
                <a:moveTo>
                  <a:pt x="63" y="70"/>
                </a:moveTo>
                <a:lnTo>
                  <a:pt x="66" y="73"/>
                </a:lnTo>
                <a:moveTo>
                  <a:pt x="72" y="80"/>
                </a:moveTo>
                <a:lnTo>
                  <a:pt x="75" y="83"/>
                </a:lnTo>
                <a:moveTo>
                  <a:pt x="81" y="90"/>
                </a:moveTo>
                <a:lnTo>
                  <a:pt x="84" y="93"/>
                </a:lnTo>
                <a:moveTo>
                  <a:pt x="90" y="100"/>
                </a:moveTo>
                <a:lnTo>
                  <a:pt x="93" y="103"/>
                </a:lnTo>
                <a:moveTo>
                  <a:pt x="99" y="110"/>
                </a:moveTo>
                <a:lnTo>
                  <a:pt x="102" y="113"/>
                </a:lnTo>
                <a:moveTo>
                  <a:pt x="108" y="120"/>
                </a:moveTo>
                <a:lnTo>
                  <a:pt x="111" y="123"/>
                </a:lnTo>
                <a:moveTo>
                  <a:pt x="117" y="130"/>
                </a:moveTo>
                <a:lnTo>
                  <a:pt x="120" y="133"/>
                </a:lnTo>
                <a:moveTo>
                  <a:pt x="126" y="140"/>
                </a:moveTo>
                <a:lnTo>
                  <a:pt x="130" y="143"/>
                </a:lnTo>
                <a:moveTo>
                  <a:pt x="136" y="150"/>
                </a:moveTo>
                <a:lnTo>
                  <a:pt x="139" y="153"/>
                </a:lnTo>
                <a:moveTo>
                  <a:pt x="145" y="159"/>
                </a:moveTo>
                <a:lnTo>
                  <a:pt x="148" y="163"/>
                </a:lnTo>
                <a:moveTo>
                  <a:pt x="154" y="169"/>
                </a:moveTo>
                <a:lnTo>
                  <a:pt x="157" y="173"/>
                </a:lnTo>
                <a:moveTo>
                  <a:pt x="163" y="179"/>
                </a:moveTo>
                <a:lnTo>
                  <a:pt x="166" y="183"/>
                </a:lnTo>
                <a:moveTo>
                  <a:pt x="172" y="189"/>
                </a:moveTo>
                <a:lnTo>
                  <a:pt x="175" y="193"/>
                </a:lnTo>
                <a:moveTo>
                  <a:pt x="181" y="199"/>
                </a:moveTo>
                <a:lnTo>
                  <a:pt x="184" y="203"/>
                </a:lnTo>
                <a:moveTo>
                  <a:pt x="190" y="209"/>
                </a:moveTo>
                <a:lnTo>
                  <a:pt x="193" y="213"/>
                </a:lnTo>
                <a:moveTo>
                  <a:pt x="199" y="219"/>
                </a:moveTo>
                <a:lnTo>
                  <a:pt x="202" y="223"/>
                </a:lnTo>
                <a:moveTo>
                  <a:pt x="208" y="229"/>
                </a:moveTo>
                <a:lnTo>
                  <a:pt x="211" y="232"/>
                </a:lnTo>
                <a:moveTo>
                  <a:pt x="217" y="239"/>
                </a:moveTo>
                <a:lnTo>
                  <a:pt x="220" y="242"/>
                </a:lnTo>
                <a:moveTo>
                  <a:pt x="226" y="249"/>
                </a:moveTo>
                <a:lnTo>
                  <a:pt x="229" y="252"/>
                </a:lnTo>
                <a:moveTo>
                  <a:pt x="235" y="259"/>
                </a:moveTo>
                <a:lnTo>
                  <a:pt x="238" y="262"/>
                </a:lnTo>
                <a:moveTo>
                  <a:pt x="244" y="269"/>
                </a:moveTo>
                <a:lnTo>
                  <a:pt x="247" y="272"/>
                </a:lnTo>
                <a:moveTo>
                  <a:pt x="253" y="279"/>
                </a:moveTo>
                <a:lnTo>
                  <a:pt x="256" y="282"/>
                </a:lnTo>
                <a:moveTo>
                  <a:pt x="262" y="289"/>
                </a:moveTo>
                <a:lnTo>
                  <a:pt x="265" y="292"/>
                </a:lnTo>
                <a:moveTo>
                  <a:pt x="271" y="299"/>
                </a:moveTo>
                <a:lnTo>
                  <a:pt x="274" y="302"/>
                </a:lnTo>
                <a:moveTo>
                  <a:pt x="280" y="309"/>
                </a:moveTo>
                <a:lnTo>
                  <a:pt x="283" y="312"/>
                </a:lnTo>
                <a:moveTo>
                  <a:pt x="289" y="319"/>
                </a:moveTo>
                <a:lnTo>
                  <a:pt x="292" y="322"/>
                </a:lnTo>
                <a:moveTo>
                  <a:pt x="298" y="329"/>
                </a:moveTo>
                <a:lnTo>
                  <a:pt x="301" y="332"/>
                </a:lnTo>
                <a:moveTo>
                  <a:pt x="307" y="339"/>
                </a:moveTo>
                <a:lnTo>
                  <a:pt x="310" y="342"/>
                </a:lnTo>
                <a:moveTo>
                  <a:pt x="316" y="349"/>
                </a:moveTo>
                <a:lnTo>
                  <a:pt x="319" y="352"/>
                </a:lnTo>
                <a:moveTo>
                  <a:pt x="325" y="359"/>
                </a:moveTo>
                <a:lnTo>
                  <a:pt x="328" y="362"/>
                </a:lnTo>
                <a:moveTo>
                  <a:pt x="334" y="369"/>
                </a:moveTo>
                <a:lnTo>
                  <a:pt x="337" y="372"/>
                </a:lnTo>
                <a:moveTo>
                  <a:pt x="343" y="378"/>
                </a:moveTo>
                <a:lnTo>
                  <a:pt x="346" y="382"/>
                </a:lnTo>
                <a:moveTo>
                  <a:pt x="352" y="388"/>
                </a:moveTo>
                <a:lnTo>
                  <a:pt x="355" y="392"/>
                </a:lnTo>
                <a:moveTo>
                  <a:pt x="361" y="398"/>
                </a:moveTo>
                <a:lnTo>
                  <a:pt x="364" y="402"/>
                </a:lnTo>
                <a:moveTo>
                  <a:pt x="370" y="408"/>
                </a:moveTo>
                <a:lnTo>
                  <a:pt x="373" y="412"/>
                </a:lnTo>
                <a:moveTo>
                  <a:pt x="379" y="418"/>
                </a:moveTo>
                <a:lnTo>
                  <a:pt x="382" y="422"/>
                </a:lnTo>
                <a:moveTo>
                  <a:pt x="388" y="428"/>
                </a:moveTo>
                <a:lnTo>
                  <a:pt x="391" y="432"/>
                </a:lnTo>
                <a:moveTo>
                  <a:pt x="397" y="438"/>
                </a:moveTo>
                <a:lnTo>
                  <a:pt x="400" y="442"/>
                </a:lnTo>
                <a:moveTo>
                  <a:pt x="406" y="448"/>
                </a:moveTo>
                <a:lnTo>
                  <a:pt x="409" y="451"/>
                </a:lnTo>
                <a:moveTo>
                  <a:pt x="415" y="458"/>
                </a:moveTo>
                <a:lnTo>
                  <a:pt x="418" y="461"/>
                </a:lnTo>
                <a:moveTo>
                  <a:pt x="425" y="468"/>
                </a:moveTo>
                <a:lnTo>
                  <a:pt x="428" y="471"/>
                </a:lnTo>
                <a:moveTo>
                  <a:pt x="434" y="478"/>
                </a:moveTo>
                <a:lnTo>
                  <a:pt x="437" y="481"/>
                </a:lnTo>
                <a:moveTo>
                  <a:pt x="443" y="488"/>
                </a:moveTo>
                <a:lnTo>
                  <a:pt x="446" y="491"/>
                </a:lnTo>
                <a:moveTo>
                  <a:pt x="452" y="498"/>
                </a:moveTo>
                <a:lnTo>
                  <a:pt x="455" y="501"/>
                </a:lnTo>
                <a:moveTo>
                  <a:pt x="461" y="508"/>
                </a:moveTo>
                <a:lnTo>
                  <a:pt x="464" y="511"/>
                </a:lnTo>
                <a:moveTo>
                  <a:pt x="470" y="518"/>
                </a:moveTo>
                <a:lnTo>
                  <a:pt x="473" y="521"/>
                </a:lnTo>
                <a:moveTo>
                  <a:pt x="479" y="528"/>
                </a:moveTo>
                <a:lnTo>
                  <a:pt x="482" y="531"/>
                </a:lnTo>
                <a:moveTo>
                  <a:pt x="488" y="538"/>
                </a:moveTo>
                <a:lnTo>
                  <a:pt x="491" y="541"/>
                </a:lnTo>
                <a:moveTo>
                  <a:pt x="497" y="548"/>
                </a:moveTo>
                <a:lnTo>
                  <a:pt x="500" y="551"/>
                </a:lnTo>
                <a:moveTo>
                  <a:pt x="506" y="558"/>
                </a:moveTo>
                <a:lnTo>
                  <a:pt x="509" y="561"/>
                </a:lnTo>
                <a:moveTo>
                  <a:pt x="515" y="568"/>
                </a:moveTo>
                <a:lnTo>
                  <a:pt x="518" y="571"/>
                </a:lnTo>
                <a:moveTo>
                  <a:pt x="524" y="578"/>
                </a:moveTo>
                <a:lnTo>
                  <a:pt x="527" y="581"/>
                </a:lnTo>
                <a:moveTo>
                  <a:pt x="533" y="588"/>
                </a:moveTo>
                <a:lnTo>
                  <a:pt x="536" y="591"/>
                </a:lnTo>
                <a:moveTo>
                  <a:pt x="542" y="597"/>
                </a:moveTo>
                <a:lnTo>
                  <a:pt x="545" y="601"/>
                </a:lnTo>
                <a:moveTo>
                  <a:pt x="551" y="607"/>
                </a:moveTo>
                <a:lnTo>
                  <a:pt x="554" y="611"/>
                </a:lnTo>
                <a:moveTo>
                  <a:pt x="560" y="617"/>
                </a:moveTo>
                <a:lnTo>
                  <a:pt x="563" y="621"/>
                </a:lnTo>
                <a:moveTo>
                  <a:pt x="569" y="627"/>
                </a:moveTo>
                <a:lnTo>
                  <a:pt x="572" y="631"/>
                </a:lnTo>
                <a:moveTo>
                  <a:pt x="578" y="637"/>
                </a:moveTo>
                <a:lnTo>
                  <a:pt x="581" y="641"/>
                </a:lnTo>
                <a:moveTo>
                  <a:pt x="587" y="647"/>
                </a:moveTo>
                <a:lnTo>
                  <a:pt x="590" y="651"/>
                </a:lnTo>
                <a:moveTo>
                  <a:pt x="596" y="657"/>
                </a:moveTo>
                <a:lnTo>
                  <a:pt x="599" y="661"/>
                </a:lnTo>
                <a:moveTo>
                  <a:pt x="605" y="667"/>
                </a:moveTo>
                <a:lnTo>
                  <a:pt x="608" y="670"/>
                </a:lnTo>
                <a:moveTo>
                  <a:pt x="614" y="677"/>
                </a:moveTo>
                <a:lnTo>
                  <a:pt x="617" y="680"/>
                </a:lnTo>
                <a:moveTo>
                  <a:pt x="623" y="687"/>
                </a:moveTo>
                <a:lnTo>
                  <a:pt x="626" y="690"/>
                </a:lnTo>
                <a:moveTo>
                  <a:pt x="632" y="697"/>
                </a:moveTo>
                <a:lnTo>
                  <a:pt x="635" y="700"/>
                </a:lnTo>
                <a:moveTo>
                  <a:pt x="641" y="707"/>
                </a:moveTo>
                <a:lnTo>
                  <a:pt x="644" y="710"/>
                </a:lnTo>
                <a:moveTo>
                  <a:pt x="650" y="717"/>
                </a:moveTo>
                <a:lnTo>
                  <a:pt x="653" y="720"/>
                </a:lnTo>
                <a:moveTo>
                  <a:pt x="659" y="727"/>
                </a:moveTo>
                <a:lnTo>
                  <a:pt x="662" y="730"/>
                </a:lnTo>
                <a:moveTo>
                  <a:pt x="668" y="737"/>
                </a:moveTo>
                <a:lnTo>
                  <a:pt x="671" y="740"/>
                </a:lnTo>
                <a:moveTo>
                  <a:pt x="677" y="747"/>
                </a:moveTo>
                <a:lnTo>
                  <a:pt x="680" y="750"/>
                </a:lnTo>
                <a:moveTo>
                  <a:pt x="686" y="757"/>
                </a:moveTo>
                <a:lnTo>
                  <a:pt x="689" y="760"/>
                </a:lnTo>
                <a:moveTo>
                  <a:pt x="695" y="767"/>
                </a:moveTo>
                <a:lnTo>
                  <a:pt x="698" y="770"/>
                </a:lnTo>
                <a:moveTo>
                  <a:pt x="704" y="777"/>
                </a:moveTo>
                <a:lnTo>
                  <a:pt x="707" y="780"/>
                </a:lnTo>
                <a:moveTo>
                  <a:pt x="713" y="787"/>
                </a:moveTo>
                <a:lnTo>
                  <a:pt x="716" y="790"/>
                </a:lnTo>
                <a:moveTo>
                  <a:pt x="723" y="797"/>
                </a:moveTo>
                <a:lnTo>
                  <a:pt x="726" y="800"/>
                </a:lnTo>
                <a:moveTo>
                  <a:pt x="732" y="806"/>
                </a:moveTo>
                <a:lnTo>
                  <a:pt x="735" y="810"/>
                </a:lnTo>
                <a:moveTo>
                  <a:pt x="741" y="816"/>
                </a:moveTo>
                <a:lnTo>
                  <a:pt x="744" y="820"/>
                </a:lnTo>
                <a:moveTo>
                  <a:pt x="750" y="826"/>
                </a:moveTo>
                <a:lnTo>
                  <a:pt x="753" y="830"/>
                </a:lnTo>
                <a:moveTo>
                  <a:pt x="759" y="836"/>
                </a:moveTo>
                <a:lnTo>
                  <a:pt x="762" y="840"/>
                </a:lnTo>
                <a:moveTo>
                  <a:pt x="768" y="846"/>
                </a:moveTo>
                <a:lnTo>
                  <a:pt x="771" y="850"/>
                </a:lnTo>
                <a:moveTo>
                  <a:pt x="777" y="856"/>
                </a:moveTo>
                <a:lnTo>
                  <a:pt x="780" y="860"/>
                </a:lnTo>
                <a:moveTo>
                  <a:pt x="786" y="866"/>
                </a:moveTo>
                <a:lnTo>
                  <a:pt x="789" y="870"/>
                </a:lnTo>
                <a:moveTo>
                  <a:pt x="795" y="876"/>
                </a:moveTo>
                <a:lnTo>
                  <a:pt x="798" y="879"/>
                </a:lnTo>
                <a:moveTo>
                  <a:pt x="804" y="886"/>
                </a:moveTo>
                <a:lnTo>
                  <a:pt x="807" y="889"/>
                </a:lnTo>
                <a:moveTo>
                  <a:pt x="813" y="896"/>
                </a:moveTo>
                <a:lnTo>
                  <a:pt x="816" y="899"/>
                </a:lnTo>
                <a:moveTo>
                  <a:pt x="822" y="906"/>
                </a:moveTo>
                <a:lnTo>
                  <a:pt x="825" y="909"/>
                </a:lnTo>
                <a:moveTo>
                  <a:pt x="831" y="916"/>
                </a:moveTo>
                <a:lnTo>
                  <a:pt x="834" y="919"/>
                </a:lnTo>
                <a:moveTo>
                  <a:pt x="840" y="926"/>
                </a:moveTo>
                <a:lnTo>
                  <a:pt x="843" y="929"/>
                </a:lnTo>
                <a:moveTo>
                  <a:pt x="849" y="936"/>
                </a:moveTo>
                <a:lnTo>
                  <a:pt x="852" y="939"/>
                </a:lnTo>
                <a:moveTo>
                  <a:pt x="858" y="946"/>
                </a:moveTo>
                <a:lnTo>
                  <a:pt x="861" y="949"/>
                </a:lnTo>
                <a:moveTo>
                  <a:pt x="867" y="956"/>
                </a:moveTo>
                <a:lnTo>
                  <a:pt x="870" y="959"/>
                </a:lnTo>
                <a:moveTo>
                  <a:pt x="876" y="966"/>
                </a:moveTo>
                <a:lnTo>
                  <a:pt x="879" y="969"/>
                </a:lnTo>
                <a:moveTo>
                  <a:pt x="885" y="976"/>
                </a:moveTo>
                <a:lnTo>
                  <a:pt x="888" y="979"/>
                </a:lnTo>
                <a:moveTo>
                  <a:pt x="894" y="986"/>
                </a:moveTo>
                <a:lnTo>
                  <a:pt x="897" y="989"/>
                </a:lnTo>
                <a:moveTo>
                  <a:pt x="903" y="996"/>
                </a:moveTo>
                <a:lnTo>
                  <a:pt x="906" y="999"/>
                </a:lnTo>
                <a:moveTo>
                  <a:pt x="912" y="1006"/>
                </a:moveTo>
                <a:lnTo>
                  <a:pt x="915" y="1009"/>
                </a:lnTo>
                <a:moveTo>
                  <a:pt x="921" y="1016"/>
                </a:moveTo>
                <a:lnTo>
                  <a:pt x="924" y="1019"/>
                </a:lnTo>
                <a:moveTo>
                  <a:pt x="930" y="1025"/>
                </a:moveTo>
                <a:lnTo>
                  <a:pt x="933" y="1029"/>
                </a:lnTo>
                <a:moveTo>
                  <a:pt x="939" y="1035"/>
                </a:moveTo>
                <a:lnTo>
                  <a:pt x="942" y="1039"/>
                </a:lnTo>
                <a:moveTo>
                  <a:pt x="948" y="1045"/>
                </a:moveTo>
                <a:lnTo>
                  <a:pt x="951" y="1049"/>
                </a:lnTo>
                <a:moveTo>
                  <a:pt x="957" y="1055"/>
                </a:moveTo>
                <a:lnTo>
                  <a:pt x="960" y="1059"/>
                </a:lnTo>
                <a:moveTo>
                  <a:pt x="966" y="1065"/>
                </a:moveTo>
                <a:lnTo>
                  <a:pt x="969" y="1069"/>
                </a:lnTo>
                <a:moveTo>
                  <a:pt x="975" y="1075"/>
                </a:moveTo>
                <a:lnTo>
                  <a:pt x="978" y="1079"/>
                </a:lnTo>
                <a:moveTo>
                  <a:pt x="984" y="1085"/>
                </a:moveTo>
                <a:lnTo>
                  <a:pt x="987" y="1089"/>
                </a:lnTo>
                <a:moveTo>
                  <a:pt x="993" y="1095"/>
                </a:moveTo>
                <a:lnTo>
                  <a:pt x="996" y="1098"/>
                </a:lnTo>
                <a:moveTo>
                  <a:pt x="1002" y="1105"/>
                </a:moveTo>
                <a:lnTo>
                  <a:pt x="1005" y="1108"/>
                </a:lnTo>
                <a:moveTo>
                  <a:pt x="1011" y="1115"/>
                </a:moveTo>
                <a:lnTo>
                  <a:pt x="1015" y="1118"/>
                </a:lnTo>
                <a:moveTo>
                  <a:pt x="1021" y="1125"/>
                </a:moveTo>
                <a:lnTo>
                  <a:pt x="1024" y="1128"/>
                </a:lnTo>
                <a:moveTo>
                  <a:pt x="1030" y="1135"/>
                </a:moveTo>
                <a:lnTo>
                  <a:pt x="1033" y="1138"/>
                </a:lnTo>
                <a:moveTo>
                  <a:pt x="1039" y="1145"/>
                </a:moveTo>
                <a:lnTo>
                  <a:pt x="1042" y="1148"/>
                </a:lnTo>
                <a:moveTo>
                  <a:pt x="1048" y="1155"/>
                </a:moveTo>
                <a:lnTo>
                  <a:pt x="1051" y="1158"/>
                </a:lnTo>
                <a:moveTo>
                  <a:pt x="1057" y="1165"/>
                </a:moveTo>
                <a:lnTo>
                  <a:pt x="1060" y="1168"/>
                </a:lnTo>
                <a:moveTo>
                  <a:pt x="1066" y="1175"/>
                </a:moveTo>
                <a:lnTo>
                  <a:pt x="1069" y="1178"/>
                </a:lnTo>
                <a:moveTo>
                  <a:pt x="1075" y="1185"/>
                </a:moveTo>
                <a:lnTo>
                  <a:pt x="1078" y="1188"/>
                </a:lnTo>
                <a:moveTo>
                  <a:pt x="1084" y="1195"/>
                </a:moveTo>
                <a:lnTo>
                  <a:pt x="1087" y="1198"/>
                </a:lnTo>
                <a:moveTo>
                  <a:pt x="1093" y="1205"/>
                </a:moveTo>
                <a:lnTo>
                  <a:pt x="1096" y="1208"/>
                </a:lnTo>
                <a:moveTo>
                  <a:pt x="1102" y="1215"/>
                </a:moveTo>
                <a:lnTo>
                  <a:pt x="1105" y="1218"/>
                </a:lnTo>
                <a:moveTo>
                  <a:pt x="1111" y="1225"/>
                </a:moveTo>
                <a:lnTo>
                  <a:pt x="1114" y="1228"/>
                </a:lnTo>
                <a:moveTo>
                  <a:pt x="1120" y="1235"/>
                </a:moveTo>
                <a:lnTo>
                  <a:pt x="1123" y="1238"/>
                </a:lnTo>
                <a:moveTo>
                  <a:pt x="1129" y="1244"/>
                </a:moveTo>
                <a:lnTo>
                  <a:pt x="1132" y="1248"/>
                </a:lnTo>
                <a:moveTo>
                  <a:pt x="1138" y="1254"/>
                </a:moveTo>
                <a:lnTo>
                  <a:pt x="1141" y="1258"/>
                </a:lnTo>
                <a:moveTo>
                  <a:pt x="1147" y="1264"/>
                </a:moveTo>
                <a:lnTo>
                  <a:pt x="1150" y="1268"/>
                </a:lnTo>
                <a:moveTo>
                  <a:pt x="1156" y="1274"/>
                </a:moveTo>
                <a:lnTo>
                  <a:pt x="1159" y="1278"/>
                </a:lnTo>
                <a:moveTo>
                  <a:pt x="1165" y="1284"/>
                </a:moveTo>
                <a:lnTo>
                  <a:pt x="1168" y="1288"/>
                </a:lnTo>
                <a:moveTo>
                  <a:pt x="1174" y="1294"/>
                </a:moveTo>
                <a:lnTo>
                  <a:pt x="1177" y="1298"/>
                </a:lnTo>
                <a:moveTo>
                  <a:pt x="1183" y="1304"/>
                </a:moveTo>
                <a:lnTo>
                  <a:pt x="1186" y="1308"/>
                </a:lnTo>
                <a:moveTo>
                  <a:pt x="1192" y="1314"/>
                </a:moveTo>
                <a:lnTo>
                  <a:pt x="1195" y="1317"/>
                </a:lnTo>
                <a:moveTo>
                  <a:pt x="1201" y="1324"/>
                </a:moveTo>
                <a:lnTo>
                  <a:pt x="1204" y="1327"/>
                </a:lnTo>
                <a:moveTo>
                  <a:pt x="1210" y="1334"/>
                </a:moveTo>
                <a:lnTo>
                  <a:pt x="1213" y="1337"/>
                </a:lnTo>
                <a:moveTo>
                  <a:pt x="1219" y="1344"/>
                </a:moveTo>
                <a:lnTo>
                  <a:pt x="1222" y="1347"/>
                </a:lnTo>
                <a:moveTo>
                  <a:pt x="1228" y="1354"/>
                </a:moveTo>
                <a:lnTo>
                  <a:pt x="1231" y="1357"/>
                </a:lnTo>
                <a:moveTo>
                  <a:pt x="1237" y="1364"/>
                </a:moveTo>
                <a:lnTo>
                  <a:pt x="1240" y="1367"/>
                </a:lnTo>
                <a:moveTo>
                  <a:pt x="1246" y="1374"/>
                </a:moveTo>
                <a:lnTo>
                  <a:pt x="1249" y="1377"/>
                </a:lnTo>
                <a:moveTo>
                  <a:pt x="1255" y="1384"/>
                </a:moveTo>
                <a:lnTo>
                  <a:pt x="1258" y="1387"/>
                </a:lnTo>
                <a:moveTo>
                  <a:pt x="1264" y="1394"/>
                </a:moveTo>
                <a:lnTo>
                  <a:pt x="1267" y="1397"/>
                </a:lnTo>
                <a:moveTo>
                  <a:pt x="1273" y="1404"/>
                </a:moveTo>
                <a:lnTo>
                  <a:pt x="1276" y="1407"/>
                </a:lnTo>
                <a:moveTo>
                  <a:pt x="1282" y="1414"/>
                </a:moveTo>
                <a:lnTo>
                  <a:pt x="1285" y="1417"/>
                </a:lnTo>
                <a:moveTo>
                  <a:pt x="1291" y="1424"/>
                </a:moveTo>
                <a:lnTo>
                  <a:pt x="1294" y="1427"/>
                </a:lnTo>
                <a:moveTo>
                  <a:pt x="1300" y="1434"/>
                </a:moveTo>
                <a:lnTo>
                  <a:pt x="1303" y="1437"/>
                </a:lnTo>
                <a:moveTo>
                  <a:pt x="1310" y="1444"/>
                </a:moveTo>
                <a:lnTo>
                  <a:pt x="1313" y="1447"/>
                </a:lnTo>
                <a:moveTo>
                  <a:pt x="1319" y="1454"/>
                </a:moveTo>
                <a:lnTo>
                  <a:pt x="1322" y="1457"/>
                </a:lnTo>
                <a:moveTo>
                  <a:pt x="1328" y="1463"/>
                </a:moveTo>
                <a:lnTo>
                  <a:pt x="1331" y="1467"/>
                </a:lnTo>
                <a:moveTo>
                  <a:pt x="1337" y="1473"/>
                </a:moveTo>
                <a:lnTo>
                  <a:pt x="1340" y="1477"/>
                </a:lnTo>
                <a:moveTo>
                  <a:pt x="1346" y="1483"/>
                </a:moveTo>
                <a:lnTo>
                  <a:pt x="1349" y="1487"/>
                </a:lnTo>
                <a:moveTo>
                  <a:pt x="1355" y="1493"/>
                </a:moveTo>
                <a:lnTo>
                  <a:pt x="1358" y="1497"/>
                </a:lnTo>
                <a:moveTo>
                  <a:pt x="1364" y="1503"/>
                </a:moveTo>
                <a:lnTo>
                  <a:pt x="1367" y="1507"/>
                </a:lnTo>
                <a:moveTo>
                  <a:pt x="1373" y="1513"/>
                </a:moveTo>
                <a:lnTo>
                  <a:pt x="1376" y="1517"/>
                </a:lnTo>
                <a:moveTo>
                  <a:pt x="1382" y="1523"/>
                </a:moveTo>
                <a:lnTo>
                  <a:pt x="1385" y="1527"/>
                </a:lnTo>
                <a:moveTo>
                  <a:pt x="1391" y="1533"/>
                </a:moveTo>
                <a:lnTo>
                  <a:pt x="1394" y="1536"/>
                </a:lnTo>
                <a:moveTo>
                  <a:pt x="1400" y="1543"/>
                </a:moveTo>
                <a:lnTo>
                  <a:pt x="1403" y="1546"/>
                </a:lnTo>
                <a:moveTo>
                  <a:pt x="1409" y="1553"/>
                </a:moveTo>
                <a:lnTo>
                  <a:pt x="1412" y="1556"/>
                </a:lnTo>
                <a:moveTo>
                  <a:pt x="1418" y="1563"/>
                </a:moveTo>
                <a:lnTo>
                  <a:pt x="1421" y="1566"/>
                </a:lnTo>
                <a:moveTo>
                  <a:pt x="1427" y="1573"/>
                </a:moveTo>
                <a:lnTo>
                  <a:pt x="1430" y="1576"/>
                </a:lnTo>
                <a:moveTo>
                  <a:pt x="1436" y="1583"/>
                </a:moveTo>
                <a:lnTo>
                  <a:pt x="1439" y="1586"/>
                </a:lnTo>
                <a:moveTo>
                  <a:pt x="1445" y="1593"/>
                </a:moveTo>
                <a:lnTo>
                  <a:pt x="1448" y="1596"/>
                </a:lnTo>
                <a:moveTo>
                  <a:pt x="1454" y="1603"/>
                </a:moveTo>
                <a:lnTo>
                  <a:pt x="1457" y="1606"/>
                </a:lnTo>
                <a:moveTo>
                  <a:pt x="1463" y="1613"/>
                </a:moveTo>
                <a:lnTo>
                  <a:pt x="1466" y="1616"/>
                </a:lnTo>
                <a:moveTo>
                  <a:pt x="1472" y="1623"/>
                </a:moveTo>
                <a:lnTo>
                  <a:pt x="1475" y="1626"/>
                </a:lnTo>
                <a:moveTo>
                  <a:pt x="1481" y="1633"/>
                </a:moveTo>
                <a:lnTo>
                  <a:pt x="1484" y="1636"/>
                </a:lnTo>
                <a:moveTo>
                  <a:pt x="1490" y="1643"/>
                </a:moveTo>
                <a:lnTo>
                  <a:pt x="1493" y="1646"/>
                </a:lnTo>
                <a:moveTo>
                  <a:pt x="1499" y="1653"/>
                </a:moveTo>
                <a:lnTo>
                  <a:pt x="1502" y="1656"/>
                </a:lnTo>
                <a:moveTo>
                  <a:pt x="1508" y="1663"/>
                </a:moveTo>
                <a:lnTo>
                  <a:pt x="1511" y="1666"/>
                </a:lnTo>
                <a:moveTo>
                  <a:pt x="1517" y="1672"/>
                </a:moveTo>
                <a:lnTo>
                  <a:pt x="1520" y="1676"/>
                </a:lnTo>
                <a:moveTo>
                  <a:pt x="1526" y="1682"/>
                </a:moveTo>
                <a:lnTo>
                  <a:pt x="1529" y="1686"/>
                </a:lnTo>
                <a:moveTo>
                  <a:pt x="1535" y="1692"/>
                </a:moveTo>
                <a:lnTo>
                  <a:pt x="1538" y="1696"/>
                </a:lnTo>
                <a:moveTo>
                  <a:pt x="1544" y="1702"/>
                </a:moveTo>
                <a:lnTo>
                  <a:pt x="1547" y="1706"/>
                </a:lnTo>
                <a:moveTo>
                  <a:pt x="1553" y="1712"/>
                </a:moveTo>
                <a:lnTo>
                  <a:pt x="1556" y="1716"/>
                </a:lnTo>
                <a:moveTo>
                  <a:pt x="1562" y="1722"/>
                </a:moveTo>
                <a:lnTo>
                  <a:pt x="1565" y="172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5" name="Freeform 136">
            <a:extLst>
              <a:ext uri="{FF2B5EF4-FFF2-40B4-BE49-F238E27FC236}">
                <a16:creationId xmlns:a16="http://schemas.microsoft.com/office/drawing/2014/main" id="{D28523E9-6588-CB25-FD79-BC07B274765D}"/>
              </a:ext>
            </a:extLst>
          </p:cNvPr>
          <p:cNvSpPr>
            <a:spLocks noEditPoints="1"/>
          </p:cNvSpPr>
          <p:nvPr/>
        </p:nvSpPr>
        <p:spPr bwMode="auto">
          <a:xfrm>
            <a:off x="1506538" y="3084513"/>
            <a:ext cx="963613" cy="330200"/>
          </a:xfrm>
          <a:custGeom>
            <a:avLst/>
            <a:gdLst>
              <a:gd name="T0" fmla="*/ 17 w 1212"/>
              <a:gd name="T1" fmla="*/ 6 h 416"/>
              <a:gd name="T2" fmla="*/ 43 w 1212"/>
              <a:gd name="T3" fmla="*/ 15 h 416"/>
              <a:gd name="T4" fmla="*/ 68 w 1212"/>
              <a:gd name="T5" fmla="*/ 23 h 416"/>
              <a:gd name="T6" fmla="*/ 94 w 1212"/>
              <a:gd name="T7" fmla="*/ 32 h 416"/>
              <a:gd name="T8" fmla="*/ 119 w 1212"/>
              <a:gd name="T9" fmla="*/ 41 h 416"/>
              <a:gd name="T10" fmla="*/ 145 w 1212"/>
              <a:gd name="T11" fmla="*/ 50 h 416"/>
              <a:gd name="T12" fmla="*/ 170 w 1212"/>
              <a:gd name="T13" fmla="*/ 58 h 416"/>
              <a:gd name="T14" fmla="*/ 195 w 1212"/>
              <a:gd name="T15" fmla="*/ 67 h 416"/>
              <a:gd name="T16" fmla="*/ 221 w 1212"/>
              <a:gd name="T17" fmla="*/ 76 h 416"/>
              <a:gd name="T18" fmla="*/ 246 w 1212"/>
              <a:gd name="T19" fmla="*/ 85 h 416"/>
              <a:gd name="T20" fmla="*/ 272 w 1212"/>
              <a:gd name="T21" fmla="*/ 93 h 416"/>
              <a:gd name="T22" fmla="*/ 297 w 1212"/>
              <a:gd name="T23" fmla="*/ 102 h 416"/>
              <a:gd name="T24" fmla="*/ 322 w 1212"/>
              <a:gd name="T25" fmla="*/ 111 h 416"/>
              <a:gd name="T26" fmla="*/ 348 w 1212"/>
              <a:gd name="T27" fmla="*/ 119 h 416"/>
              <a:gd name="T28" fmla="*/ 373 w 1212"/>
              <a:gd name="T29" fmla="*/ 128 h 416"/>
              <a:gd name="T30" fmla="*/ 399 w 1212"/>
              <a:gd name="T31" fmla="*/ 137 h 416"/>
              <a:gd name="T32" fmla="*/ 424 w 1212"/>
              <a:gd name="T33" fmla="*/ 146 h 416"/>
              <a:gd name="T34" fmla="*/ 450 w 1212"/>
              <a:gd name="T35" fmla="*/ 154 h 416"/>
              <a:gd name="T36" fmla="*/ 475 w 1212"/>
              <a:gd name="T37" fmla="*/ 163 h 416"/>
              <a:gd name="T38" fmla="*/ 500 w 1212"/>
              <a:gd name="T39" fmla="*/ 172 h 416"/>
              <a:gd name="T40" fmla="*/ 526 w 1212"/>
              <a:gd name="T41" fmla="*/ 181 h 416"/>
              <a:gd name="T42" fmla="*/ 551 w 1212"/>
              <a:gd name="T43" fmla="*/ 189 h 416"/>
              <a:gd name="T44" fmla="*/ 577 w 1212"/>
              <a:gd name="T45" fmla="*/ 198 h 416"/>
              <a:gd name="T46" fmla="*/ 602 w 1212"/>
              <a:gd name="T47" fmla="*/ 207 h 416"/>
              <a:gd name="T48" fmla="*/ 628 w 1212"/>
              <a:gd name="T49" fmla="*/ 215 h 416"/>
              <a:gd name="T50" fmla="*/ 653 w 1212"/>
              <a:gd name="T51" fmla="*/ 224 h 416"/>
              <a:gd name="T52" fmla="*/ 678 w 1212"/>
              <a:gd name="T53" fmla="*/ 233 h 416"/>
              <a:gd name="T54" fmla="*/ 704 w 1212"/>
              <a:gd name="T55" fmla="*/ 242 h 416"/>
              <a:gd name="T56" fmla="*/ 729 w 1212"/>
              <a:gd name="T57" fmla="*/ 250 h 416"/>
              <a:gd name="T58" fmla="*/ 755 w 1212"/>
              <a:gd name="T59" fmla="*/ 259 h 416"/>
              <a:gd name="T60" fmla="*/ 780 w 1212"/>
              <a:gd name="T61" fmla="*/ 268 h 416"/>
              <a:gd name="T62" fmla="*/ 806 w 1212"/>
              <a:gd name="T63" fmla="*/ 277 h 416"/>
              <a:gd name="T64" fmla="*/ 831 w 1212"/>
              <a:gd name="T65" fmla="*/ 285 h 416"/>
              <a:gd name="T66" fmla="*/ 856 w 1212"/>
              <a:gd name="T67" fmla="*/ 294 h 416"/>
              <a:gd name="T68" fmla="*/ 882 w 1212"/>
              <a:gd name="T69" fmla="*/ 303 h 416"/>
              <a:gd name="T70" fmla="*/ 907 w 1212"/>
              <a:gd name="T71" fmla="*/ 311 h 416"/>
              <a:gd name="T72" fmla="*/ 933 w 1212"/>
              <a:gd name="T73" fmla="*/ 320 h 416"/>
              <a:gd name="T74" fmla="*/ 958 w 1212"/>
              <a:gd name="T75" fmla="*/ 329 h 416"/>
              <a:gd name="T76" fmla="*/ 984 w 1212"/>
              <a:gd name="T77" fmla="*/ 338 h 416"/>
              <a:gd name="T78" fmla="*/ 1009 w 1212"/>
              <a:gd name="T79" fmla="*/ 346 h 416"/>
              <a:gd name="T80" fmla="*/ 1034 w 1212"/>
              <a:gd name="T81" fmla="*/ 355 h 416"/>
              <a:gd name="T82" fmla="*/ 1060 w 1212"/>
              <a:gd name="T83" fmla="*/ 364 h 416"/>
              <a:gd name="T84" fmla="*/ 1085 w 1212"/>
              <a:gd name="T85" fmla="*/ 373 h 416"/>
              <a:gd name="T86" fmla="*/ 1111 w 1212"/>
              <a:gd name="T87" fmla="*/ 381 h 416"/>
              <a:gd name="T88" fmla="*/ 1136 w 1212"/>
              <a:gd name="T89" fmla="*/ 390 h 416"/>
              <a:gd name="T90" fmla="*/ 1161 w 1212"/>
              <a:gd name="T91" fmla="*/ 399 h 416"/>
              <a:gd name="T92" fmla="*/ 1187 w 1212"/>
              <a:gd name="T93" fmla="*/ 407 h 416"/>
              <a:gd name="T94" fmla="*/ 1212 w 1212"/>
              <a:gd name="T95" fmla="*/ 416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12" h="416">
                <a:moveTo>
                  <a:pt x="0" y="0"/>
                </a:moveTo>
                <a:lnTo>
                  <a:pt x="5" y="2"/>
                </a:lnTo>
                <a:moveTo>
                  <a:pt x="13" y="5"/>
                </a:moveTo>
                <a:lnTo>
                  <a:pt x="17" y="6"/>
                </a:lnTo>
                <a:moveTo>
                  <a:pt x="26" y="9"/>
                </a:moveTo>
                <a:lnTo>
                  <a:pt x="30" y="10"/>
                </a:lnTo>
                <a:moveTo>
                  <a:pt x="39" y="13"/>
                </a:moveTo>
                <a:lnTo>
                  <a:pt x="43" y="15"/>
                </a:lnTo>
                <a:moveTo>
                  <a:pt x="51" y="18"/>
                </a:moveTo>
                <a:lnTo>
                  <a:pt x="56" y="19"/>
                </a:lnTo>
                <a:moveTo>
                  <a:pt x="64" y="22"/>
                </a:moveTo>
                <a:lnTo>
                  <a:pt x="68" y="23"/>
                </a:lnTo>
                <a:moveTo>
                  <a:pt x="77" y="26"/>
                </a:moveTo>
                <a:lnTo>
                  <a:pt x="81" y="28"/>
                </a:lnTo>
                <a:moveTo>
                  <a:pt x="89" y="31"/>
                </a:moveTo>
                <a:lnTo>
                  <a:pt x="94" y="32"/>
                </a:lnTo>
                <a:moveTo>
                  <a:pt x="102" y="35"/>
                </a:moveTo>
                <a:lnTo>
                  <a:pt x="106" y="37"/>
                </a:lnTo>
                <a:moveTo>
                  <a:pt x="115" y="39"/>
                </a:moveTo>
                <a:lnTo>
                  <a:pt x="119" y="41"/>
                </a:lnTo>
                <a:moveTo>
                  <a:pt x="128" y="44"/>
                </a:moveTo>
                <a:lnTo>
                  <a:pt x="132" y="45"/>
                </a:lnTo>
                <a:moveTo>
                  <a:pt x="140" y="48"/>
                </a:moveTo>
                <a:lnTo>
                  <a:pt x="145" y="50"/>
                </a:lnTo>
                <a:moveTo>
                  <a:pt x="153" y="53"/>
                </a:moveTo>
                <a:lnTo>
                  <a:pt x="157" y="54"/>
                </a:lnTo>
                <a:moveTo>
                  <a:pt x="166" y="57"/>
                </a:moveTo>
                <a:lnTo>
                  <a:pt x="170" y="58"/>
                </a:lnTo>
                <a:moveTo>
                  <a:pt x="178" y="61"/>
                </a:moveTo>
                <a:lnTo>
                  <a:pt x="183" y="63"/>
                </a:lnTo>
                <a:moveTo>
                  <a:pt x="191" y="66"/>
                </a:moveTo>
                <a:lnTo>
                  <a:pt x="195" y="67"/>
                </a:lnTo>
                <a:moveTo>
                  <a:pt x="204" y="70"/>
                </a:moveTo>
                <a:lnTo>
                  <a:pt x="208" y="71"/>
                </a:lnTo>
                <a:moveTo>
                  <a:pt x="217" y="74"/>
                </a:moveTo>
                <a:lnTo>
                  <a:pt x="221" y="76"/>
                </a:lnTo>
                <a:moveTo>
                  <a:pt x="229" y="79"/>
                </a:moveTo>
                <a:lnTo>
                  <a:pt x="234" y="80"/>
                </a:lnTo>
                <a:moveTo>
                  <a:pt x="242" y="83"/>
                </a:moveTo>
                <a:lnTo>
                  <a:pt x="246" y="85"/>
                </a:lnTo>
                <a:moveTo>
                  <a:pt x="255" y="87"/>
                </a:moveTo>
                <a:lnTo>
                  <a:pt x="259" y="89"/>
                </a:lnTo>
                <a:moveTo>
                  <a:pt x="267" y="92"/>
                </a:moveTo>
                <a:lnTo>
                  <a:pt x="272" y="93"/>
                </a:lnTo>
                <a:moveTo>
                  <a:pt x="280" y="96"/>
                </a:moveTo>
                <a:lnTo>
                  <a:pt x="284" y="98"/>
                </a:lnTo>
                <a:moveTo>
                  <a:pt x="293" y="101"/>
                </a:moveTo>
                <a:lnTo>
                  <a:pt x="297" y="102"/>
                </a:lnTo>
                <a:moveTo>
                  <a:pt x="306" y="105"/>
                </a:moveTo>
                <a:lnTo>
                  <a:pt x="310" y="106"/>
                </a:lnTo>
                <a:moveTo>
                  <a:pt x="318" y="109"/>
                </a:moveTo>
                <a:lnTo>
                  <a:pt x="322" y="111"/>
                </a:lnTo>
                <a:moveTo>
                  <a:pt x="331" y="114"/>
                </a:moveTo>
                <a:lnTo>
                  <a:pt x="335" y="115"/>
                </a:lnTo>
                <a:moveTo>
                  <a:pt x="344" y="118"/>
                </a:moveTo>
                <a:lnTo>
                  <a:pt x="348" y="119"/>
                </a:lnTo>
                <a:moveTo>
                  <a:pt x="356" y="122"/>
                </a:moveTo>
                <a:lnTo>
                  <a:pt x="361" y="124"/>
                </a:lnTo>
                <a:moveTo>
                  <a:pt x="369" y="127"/>
                </a:moveTo>
                <a:lnTo>
                  <a:pt x="373" y="128"/>
                </a:lnTo>
                <a:moveTo>
                  <a:pt x="382" y="131"/>
                </a:moveTo>
                <a:lnTo>
                  <a:pt x="386" y="133"/>
                </a:lnTo>
                <a:moveTo>
                  <a:pt x="395" y="135"/>
                </a:moveTo>
                <a:lnTo>
                  <a:pt x="399" y="137"/>
                </a:lnTo>
                <a:moveTo>
                  <a:pt x="407" y="140"/>
                </a:moveTo>
                <a:lnTo>
                  <a:pt x="411" y="141"/>
                </a:lnTo>
                <a:moveTo>
                  <a:pt x="420" y="144"/>
                </a:moveTo>
                <a:lnTo>
                  <a:pt x="424" y="146"/>
                </a:lnTo>
                <a:moveTo>
                  <a:pt x="433" y="149"/>
                </a:moveTo>
                <a:lnTo>
                  <a:pt x="437" y="150"/>
                </a:lnTo>
                <a:moveTo>
                  <a:pt x="445" y="153"/>
                </a:moveTo>
                <a:lnTo>
                  <a:pt x="450" y="154"/>
                </a:lnTo>
                <a:moveTo>
                  <a:pt x="458" y="157"/>
                </a:moveTo>
                <a:lnTo>
                  <a:pt x="462" y="159"/>
                </a:lnTo>
                <a:moveTo>
                  <a:pt x="471" y="162"/>
                </a:moveTo>
                <a:lnTo>
                  <a:pt x="475" y="163"/>
                </a:lnTo>
                <a:moveTo>
                  <a:pt x="484" y="166"/>
                </a:moveTo>
                <a:lnTo>
                  <a:pt x="488" y="167"/>
                </a:lnTo>
                <a:moveTo>
                  <a:pt x="496" y="170"/>
                </a:moveTo>
                <a:lnTo>
                  <a:pt x="500" y="172"/>
                </a:lnTo>
                <a:moveTo>
                  <a:pt x="509" y="175"/>
                </a:moveTo>
                <a:lnTo>
                  <a:pt x="513" y="176"/>
                </a:lnTo>
                <a:moveTo>
                  <a:pt x="522" y="179"/>
                </a:moveTo>
                <a:lnTo>
                  <a:pt x="526" y="181"/>
                </a:lnTo>
                <a:moveTo>
                  <a:pt x="534" y="183"/>
                </a:moveTo>
                <a:lnTo>
                  <a:pt x="539" y="185"/>
                </a:lnTo>
                <a:moveTo>
                  <a:pt x="547" y="188"/>
                </a:moveTo>
                <a:lnTo>
                  <a:pt x="551" y="189"/>
                </a:lnTo>
                <a:moveTo>
                  <a:pt x="560" y="192"/>
                </a:moveTo>
                <a:lnTo>
                  <a:pt x="564" y="194"/>
                </a:lnTo>
                <a:moveTo>
                  <a:pt x="572" y="197"/>
                </a:moveTo>
                <a:lnTo>
                  <a:pt x="577" y="198"/>
                </a:lnTo>
                <a:moveTo>
                  <a:pt x="585" y="201"/>
                </a:moveTo>
                <a:lnTo>
                  <a:pt x="589" y="202"/>
                </a:lnTo>
                <a:moveTo>
                  <a:pt x="598" y="205"/>
                </a:moveTo>
                <a:lnTo>
                  <a:pt x="602" y="207"/>
                </a:lnTo>
                <a:moveTo>
                  <a:pt x="611" y="210"/>
                </a:moveTo>
                <a:lnTo>
                  <a:pt x="615" y="211"/>
                </a:lnTo>
                <a:moveTo>
                  <a:pt x="623" y="214"/>
                </a:moveTo>
                <a:lnTo>
                  <a:pt x="628" y="215"/>
                </a:lnTo>
                <a:moveTo>
                  <a:pt x="636" y="218"/>
                </a:moveTo>
                <a:lnTo>
                  <a:pt x="640" y="220"/>
                </a:lnTo>
                <a:moveTo>
                  <a:pt x="649" y="223"/>
                </a:moveTo>
                <a:lnTo>
                  <a:pt x="653" y="224"/>
                </a:lnTo>
                <a:moveTo>
                  <a:pt x="661" y="227"/>
                </a:moveTo>
                <a:lnTo>
                  <a:pt x="666" y="229"/>
                </a:lnTo>
                <a:moveTo>
                  <a:pt x="674" y="231"/>
                </a:moveTo>
                <a:lnTo>
                  <a:pt x="678" y="233"/>
                </a:lnTo>
                <a:moveTo>
                  <a:pt x="687" y="236"/>
                </a:moveTo>
                <a:lnTo>
                  <a:pt x="691" y="237"/>
                </a:lnTo>
                <a:moveTo>
                  <a:pt x="700" y="240"/>
                </a:moveTo>
                <a:lnTo>
                  <a:pt x="704" y="242"/>
                </a:lnTo>
                <a:moveTo>
                  <a:pt x="712" y="245"/>
                </a:moveTo>
                <a:lnTo>
                  <a:pt x="717" y="246"/>
                </a:lnTo>
                <a:moveTo>
                  <a:pt x="725" y="249"/>
                </a:moveTo>
                <a:lnTo>
                  <a:pt x="729" y="250"/>
                </a:lnTo>
                <a:moveTo>
                  <a:pt x="738" y="253"/>
                </a:moveTo>
                <a:lnTo>
                  <a:pt x="742" y="255"/>
                </a:lnTo>
                <a:moveTo>
                  <a:pt x="750" y="258"/>
                </a:moveTo>
                <a:lnTo>
                  <a:pt x="755" y="259"/>
                </a:lnTo>
                <a:moveTo>
                  <a:pt x="763" y="262"/>
                </a:moveTo>
                <a:lnTo>
                  <a:pt x="767" y="263"/>
                </a:lnTo>
                <a:moveTo>
                  <a:pt x="776" y="266"/>
                </a:moveTo>
                <a:lnTo>
                  <a:pt x="780" y="268"/>
                </a:lnTo>
                <a:moveTo>
                  <a:pt x="789" y="271"/>
                </a:moveTo>
                <a:lnTo>
                  <a:pt x="793" y="272"/>
                </a:lnTo>
                <a:moveTo>
                  <a:pt x="801" y="275"/>
                </a:moveTo>
                <a:lnTo>
                  <a:pt x="806" y="277"/>
                </a:lnTo>
                <a:moveTo>
                  <a:pt x="814" y="279"/>
                </a:moveTo>
                <a:lnTo>
                  <a:pt x="818" y="281"/>
                </a:lnTo>
                <a:moveTo>
                  <a:pt x="827" y="284"/>
                </a:moveTo>
                <a:lnTo>
                  <a:pt x="831" y="285"/>
                </a:lnTo>
                <a:moveTo>
                  <a:pt x="839" y="288"/>
                </a:moveTo>
                <a:lnTo>
                  <a:pt x="844" y="290"/>
                </a:lnTo>
                <a:moveTo>
                  <a:pt x="852" y="293"/>
                </a:moveTo>
                <a:lnTo>
                  <a:pt x="856" y="294"/>
                </a:lnTo>
                <a:moveTo>
                  <a:pt x="865" y="297"/>
                </a:moveTo>
                <a:lnTo>
                  <a:pt x="869" y="298"/>
                </a:lnTo>
                <a:moveTo>
                  <a:pt x="878" y="301"/>
                </a:moveTo>
                <a:lnTo>
                  <a:pt x="882" y="303"/>
                </a:lnTo>
                <a:moveTo>
                  <a:pt x="890" y="306"/>
                </a:moveTo>
                <a:lnTo>
                  <a:pt x="895" y="307"/>
                </a:lnTo>
                <a:moveTo>
                  <a:pt x="903" y="310"/>
                </a:moveTo>
                <a:lnTo>
                  <a:pt x="907" y="311"/>
                </a:lnTo>
                <a:moveTo>
                  <a:pt x="916" y="314"/>
                </a:moveTo>
                <a:lnTo>
                  <a:pt x="920" y="316"/>
                </a:lnTo>
                <a:moveTo>
                  <a:pt x="928" y="319"/>
                </a:moveTo>
                <a:lnTo>
                  <a:pt x="933" y="320"/>
                </a:lnTo>
                <a:moveTo>
                  <a:pt x="941" y="323"/>
                </a:moveTo>
                <a:lnTo>
                  <a:pt x="945" y="325"/>
                </a:lnTo>
                <a:moveTo>
                  <a:pt x="954" y="327"/>
                </a:moveTo>
                <a:lnTo>
                  <a:pt x="958" y="329"/>
                </a:lnTo>
                <a:moveTo>
                  <a:pt x="967" y="332"/>
                </a:moveTo>
                <a:lnTo>
                  <a:pt x="971" y="333"/>
                </a:lnTo>
                <a:moveTo>
                  <a:pt x="979" y="336"/>
                </a:moveTo>
                <a:lnTo>
                  <a:pt x="984" y="338"/>
                </a:lnTo>
                <a:moveTo>
                  <a:pt x="992" y="341"/>
                </a:moveTo>
                <a:lnTo>
                  <a:pt x="996" y="342"/>
                </a:lnTo>
                <a:moveTo>
                  <a:pt x="1005" y="345"/>
                </a:moveTo>
                <a:lnTo>
                  <a:pt x="1009" y="346"/>
                </a:lnTo>
                <a:moveTo>
                  <a:pt x="1017" y="349"/>
                </a:moveTo>
                <a:lnTo>
                  <a:pt x="1022" y="351"/>
                </a:lnTo>
                <a:moveTo>
                  <a:pt x="1030" y="354"/>
                </a:moveTo>
                <a:lnTo>
                  <a:pt x="1034" y="355"/>
                </a:lnTo>
                <a:moveTo>
                  <a:pt x="1043" y="358"/>
                </a:moveTo>
                <a:lnTo>
                  <a:pt x="1047" y="359"/>
                </a:lnTo>
                <a:moveTo>
                  <a:pt x="1056" y="362"/>
                </a:moveTo>
                <a:lnTo>
                  <a:pt x="1060" y="364"/>
                </a:lnTo>
                <a:moveTo>
                  <a:pt x="1068" y="367"/>
                </a:moveTo>
                <a:lnTo>
                  <a:pt x="1073" y="368"/>
                </a:lnTo>
                <a:moveTo>
                  <a:pt x="1081" y="371"/>
                </a:moveTo>
                <a:lnTo>
                  <a:pt x="1085" y="373"/>
                </a:lnTo>
                <a:moveTo>
                  <a:pt x="1094" y="375"/>
                </a:moveTo>
                <a:lnTo>
                  <a:pt x="1098" y="377"/>
                </a:lnTo>
                <a:moveTo>
                  <a:pt x="1106" y="380"/>
                </a:moveTo>
                <a:lnTo>
                  <a:pt x="1111" y="381"/>
                </a:lnTo>
                <a:moveTo>
                  <a:pt x="1119" y="384"/>
                </a:moveTo>
                <a:lnTo>
                  <a:pt x="1123" y="386"/>
                </a:lnTo>
                <a:moveTo>
                  <a:pt x="1132" y="388"/>
                </a:moveTo>
                <a:lnTo>
                  <a:pt x="1136" y="390"/>
                </a:lnTo>
                <a:moveTo>
                  <a:pt x="1145" y="393"/>
                </a:moveTo>
                <a:lnTo>
                  <a:pt x="1149" y="394"/>
                </a:lnTo>
                <a:moveTo>
                  <a:pt x="1157" y="397"/>
                </a:moveTo>
                <a:lnTo>
                  <a:pt x="1161" y="399"/>
                </a:lnTo>
                <a:moveTo>
                  <a:pt x="1170" y="402"/>
                </a:moveTo>
                <a:lnTo>
                  <a:pt x="1174" y="403"/>
                </a:lnTo>
                <a:moveTo>
                  <a:pt x="1183" y="406"/>
                </a:moveTo>
                <a:lnTo>
                  <a:pt x="1187" y="407"/>
                </a:lnTo>
                <a:moveTo>
                  <a:pt x="1195" y="410"/>
                </a:moveTo>
                <a:lnTo>
                  <a:pt x="1200" y="412"/>
                </a:lnTo>
                <a:moveTo>
                  <a:pt x="1208" y="415"/>
                </a:moveTo>
                <a:lnTo>
                  <a:pt x="1212" y="41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6" name="Freeform 137">
            <a:extLst>
              <a:ext uri="{FF2B5EF4-FFF2-40B4-BE49-F238E27FC236}">
                <a16:creationId xmlns:a16="http://schemas.microsoft.com/office/drawing/2014/main" id="{DA5360FD-F34C-5C9E-906D-20FF22D41762}"/>
              </a:ext>
            </a:extLst>
          </p:cNvPr>
          <p:cNvSpPr>
            <a:spLocks noEditPoints="1"/>
          </p:cNvSpPr>
          <p:nvPr/>
        </p:nvSpPr>
        <p:spPr bwMode="auto">
          <a:xfrm>
            <a:off x="490538" y="3867150"/>
            <a:ext cx="392113" cy="1196975"/>
          </a:xfrm>
          <a:custGeom>
            <a:avLst/>
            <a:gdLst>
              <a:gd name="T0" fmla="*/ 6 w 495"/>
              <a:gd name="T1" fmla="*/ 17 h 1509"/>
              <a:gd name="T2" fmla="*/ 14 w 495"/>
              <a:gd name="T3" fmla="*/ 43 h 1509"/>
              <a:gd name="T4" fmla="*/ 22 w 495"/>
              <a:gd name="T5" fmla="*/ 68 h 1509"/>
              <a:gd name="T6" fmla="*/ 31 w 495"/>
              <a:gd name="T7" fmla="*/ 94 h 1509"/>
              <a:gd name="T8" fmla="*/ 39 w 495"/>
              <a:gd name="T9" fmla="*/ 119 h 1509"/>
              <a:gd name="T10" fmla="*/ 48 w 495"/>
              <a:gd name="T11" fmla="*/ 145 h 1509"/>
              <a:gd name="T12" fmla="*/ 56 w 495"/>
              <a:gd name="T13" fmla="*/ 170 h 1509"/>
              <a:gd name="T14" fmla="*/ 64 w 495"/>
              <a:gd name="T15" fmla="*/ 196 h 1509"/>
              <a:gd name="T16" fmla="*/ 73 w 495"/>
              <a:gd name="T17" fmla="*/ 221 h 1509"/>
              <a:gd name="T18" fmla="*/ 81 w 495"/>
              <a:gd name="T19" fmla="*/ 247 h 1509"/>
              <a:gd name="T20" fmla="*/ 89 w 495"/>
              <a:gd name="T21" fmla="*/ 273 h 1509"/>
              <a:gd name="T22" fmla="*/ 98 w 495"/>
              <a:gd name="T23" fmla="*/ 298 h 1509"/>
              <a:gd name="T24" fmla="*/ 106 w 495"/>
              <a:gd name="T25" fmla="*/ 324 h 1509"/>
              <a:gd name="T26" fmla="*/ 115 w 495"/>
              <a:gd name="T27" fmla="*/ 349 h 1509"/>
              <a:gd name="T28" fmla="*/ 123 w 495"/>
              <a:gd name="T29" fmla="*/ 375 h 1509"/>
              <a:gd name="T30" fmla="*/ 131 w 495"/>
              <a:gd name="T31" fmla="*/ 400 h 1509"/>
              <a:gd name="T32" fmla="*/ 140 w 495"/>
              <a:gd name="T33" fmla="*/ 426 h 1509"/>
              <a:gd name="T34" fmla="*/ 148 w 495"/>
              <a:gd name="T35" fmla="*/ 451 h 1509"/>
              <a:gd name="T36" fmla="*/ 156 w 495"/>
              <a:gd name="T37" fmla="*/ 477 h 1509"/>
              <a:gd name="T38" fmla="*/ 165 w 495"/>
              <a:gd name="T39" fmla="*/ 502 h 1509"/>
              <a:gd name="T40" fmla="*/ 173 w 495"/>
              <a:gd name="T41" fmla="*/ 528 h 1509"/>
              <a:gd name="T42" fmla="*/ 182 w 495"/>
              <a:gd name="T43" fmla="*/ 553 h 1509"/>
              <a:gd name="T44" fmla="*/ 190 w 495"/>
              <a:gd name="T45" fmla="*/ 579 h 1509"/>
              <a:gd name="T46" fmla="*/ 198 w 495"/>
              <a:gd name="T47" fmla="*/ 605 h 1509"/>
              <a:gd name="T48" fmla="*/ 207 w 495"/>
              <a:gd name="T49" fmla="*/ 630 h 1509"/>
              <a:gd name="T50" fmla="*/ 215 w 495"/>
              <a:gd name="T51" fmla="*/ 656 h 1509"/>
              <a:gd name="T52" fmla="*/ 224 w 495"/>
              <a:gd name="T53" fmla="*/ 681 h 1509"/>
              <a:gd name="T54" fmla="*/ 232 w 495"/>
              <a:gd name="T55" fmla="*/ 707 h 1509"/>
              <a:gd name="T56" fmla="*/ 240 w 495"/>
              <a:gd name="T57" fmla="*/ 732 h 1509"/>
              <a:gd name="T58" fmla="*/ 249 w 495"/>
              <a:gd name="T59" fmla="*/ 758 h 1509"/>
              <a:gd name="T60" fmla="*/ 257 w 495"/>
              <a:gd name="T61" fmla="*/ 783 h 1509"/>
              <a:gd name="T62" fmla="*/ 265 w 495"/>
              <a:gd name="T63" fmla="*/ 809 h 1509"/>
              <a:gd name="T64" fmla="*/ 274 w 495"/>
              <a:gd name="T65" fmla="*/ 834 h 1509"/>
              <a:gd name="T66" fmla="*/ 282 w 495"/>
              <a:gd name="T67" fmla="*/ 860 h 1509"/>
              <a:gd name="T68" fmla="*/ 291 w 495"/>
              <a:gd name="T69" fmla="*/ 885 h 1509"/>
              <a:gd name="T70" fmla="*/ 299 w 495"/>
              <a:gd name="T71" fmla="*/ 911 h 1509"/>
              <a:gd name="T72" fmla="*/ 307 w 495"/>
              <a:gd name="T73" fmla="*/ 937 h 1509"/>
              <a:gd name="T74" fmla="*/ 316 w 495"/>
              <a:gd name="T75" fmla="*/ 962 h 1509"/>
              <a:gd name="T76" fmla="*/ 324 w 495"/>
              <a:gd name="T77" fmla="*/ 988 h 1509"/>
              <a:gd name="T78" fmla="*/ 332 w 495"/>
              <a:gd name="T79" fmla="*/ 1013 h 1509"/>
              <a:gd name="T80" fmla="*/ 341 w 495"/>
              <a:gd name="T81" fmla="*/ 1039 h 1509"/>
              <a:gd name="T82" fmla="*/ 349 w 495"/>
              <a:gd name="T83" fmla="*/ 1064 h 1509"/>
              <a:gd name="T84" fmla="*/ 358 w 495"/>
              <a:gd name="T85" fmla="*/ 1090 h 1509"/>
              <a:gd name="T86" fmla="*/ 366 w 495"/>
              <a:gd name="T87" fmla="*/ 1115 h 1509"/>
              <a:gd name="T88" fmla="*/ 374 w 495"/>
              <a:gd name="T89" fmla="*/ 1141 h 1509"/>
              <a:gd name="T90" fmla="*/ 383 w 495"/>
              <a:gd name="T91" fmla="*/ 1166 h 1509"/>
              <a:gd name="T92" fmla="*/ 391 w 495"/>
              <a:gd name="T93" fmla="*/ 1192 h 1509"/>
              <a:gd name="T94" fmla="*/ 400 w 495"/>
              <a:gd name="T95" fmla="*/ 1218 h 1509"/>
              <a:gd name="T96" fmla="*/ 408 w 495"/>
              <a:gd name="T97" fmla="*/ 1243 h 1509"/>
              <a:gd name="T98" fmla="*/ 416 w 495"/>
              <a:gd name="T99" fmla="*/ 1269 h 1509"/>
              <a:gd name="T100" fmla="*/ 425 w 495"/>
              <a:gd name="T101" fmla="*/ 1294 h 1509"/>
              <a:gd name="T102" fmla="*/ 433 w 495"/>
              <a:gd name="T103" fmla="*/ 1320 h 1509"/>
              <a:gd name="T104" fmla="*/ 441 w 495"/>
              <a:gd name="T105" fmla="*/ 1345 h 1509"/>
              <a:gd name="T106" fmla="*/ 450 w 495"/>
              <a:gd name="T107" fmla="*/ 1371 h 1509"/>
              <a:gd name="T108" fmla="*/ 458 w 495"/>
              <a:gd name="T109" fmla="*/ 1396 h 1509"/>
              <a:gd name="T110" fmla="*/ 467 w 495"/>
              <a:gd name="T111" fmla="*/ 1422 h 1509"/>
              <a:gd name="T112" fmla="*/ 475 w 495"/>
              <a:gd name="T113" fmla="*/ 1447 h 1509"/>
              <a:gd name="T114" fmla="*/ 483 w 495"/>
              <a:gd name="T115" fmla="*/ 1473 h 1509"/>
              <a:gd name="T116" fmla="*/ 492 w 495"/>
              <a:gd name="T117" fmla="*/ 1498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95" h="1509">
                <a:moveTo>
                  <a:pt x="0" y="0"/>
                </a:moveTo>
                <a:lnTo>
                  <a:pt x="1" y="4"/>
                </a:lnTo>
                <a:moveTo>
                  <a:pt x="4" y="13"/>
                </a:moveTo>
                <a:lnTo>
                  <a:pt x="6" y="17"/>
                </a:lnTo>
                <a:moveTo>
                  <a:pt x="8" y="26"/>
                </a:moveTo>
                <a:lnTo>
                  <a:pt x="10" y="30"/>
                </a:lnTo>
                <a:moveTo>
                  <a:pt x="13" y="38"/>
                </a:moveTo>
                <a:lnTo>
                  <a:pt x="14" y="43"/>
                </a:lnTo>
                <a:moveTo>
                  <a:pt x="17" y="51"/>
                </a:moveTo>
                <a:lnTo>
                  <a:pt x="18" y="55"/>
                </a:lnTo>
                <a:moveTo>
                  <a:pt x="21" y="64"/>
                </a:moveTo>
                <a:lnTo>
                  <a:pt x="22" y="68"/>
                </a:lnTo>
                <a:moveTo>
                  <a:pt x="25" y="77"/>
                </a:moveTo>
                <a:lnTo>
                  <a:pt x="27" y="81"/>
                </a:lnTo>
                <a:moveTo>
                  <a:pt x="29" y="89"/>
                </a:moveTo>
                <a:lnTo>
                  <a:pt x="31" y="94"/>
                </a:lnTo>
                <a:moveTo>
                  <a:pt x="34" y="102"/>
                </a:moveTo>
                <a:lnTo>
                  <a:pt x="35" y="107"/>
                </a:lnTo>
                <a:moveTo>
                  <a:pt x="38" y="115"/>
                </a:moveTo>
                <a:lnTo>
                  <a:pt x="39" y="119"/>
                </a:lnTo>
                <a:moveTo>
                  <a:pt x="42" y="128"/>
                </a:moveTo>
                <a:lnTo>
                  <a:pt x="43" y="132"/>
                </a:lnTo>
                <a:moveTo>
                  <a:pt x="46" y="141"/>
                </a:moveTo>
                <a:lnTo>
                  <a:pt x="48" y="145"/>
                </a:lnTo>
                <a:moveTo>
                  <a:pt x="50" y="153"/>
                </a:moveTo>
                <a:lnTo>
                  <a:pt x="52" y="158"/>
                </a:lnTo>
                <a:moveTo>
                  <a:pt x="55" y="166"/>
                </a:moveTo>
                <a:lnTo>
                  <a:pt x="56" y="170"/>
                </a:lnTo>
                <a:moveTo>
                  <a:pt x="59" y="179"/>
                </a:moveTo>
                <a:lnTo>
                  <a:pt x="60" y="183"/>
                </a:lnTo>
                <a:moveTo>
                  <a:pt x="63" y="192"/>
                </a:moveTo>
                <a:lnTo>
                  <a:pt x="64" y="196"/>
                </a:lnTo>
                <a:moveTo>
                  <a:pt x="67" y="204"/>
                </a:moveTo>
                <a:lnTo>
                  <a:pt x="68" y="209"/>
                </a:lnTo>
                <a:moveTo>
                  <a:pt x="71" y="217"/>
                </a:moveTo>
                <a:lnTo>
                  <a:pt x="73" y="221"/>
                </a:lnTo>
                <a:moveTo>
                  <a:pt x="75" y="230"/>
                </a:moveTo>
                <a:lnTo>
                  <a:pt x="77" y="234"/>
                </a:lnTo>
                <a:moveTo>
                  <a:pt x="80" y="243"/>
                </a:moveTo>
                <a:lnTo>
                  <a:pt x="81" y="247"/>
                </a:lnTo>
                <a:moveTo>
                  <a:pt x="84" y="256"/>
                </a:moveTo>
                <a:lnTo>
                  <a:pt x="85" y="260"/>
                </a:lnTo>
                <a:moveTo>
                  <a:pt x="88" y="268"/>
                </a:moveTo>
                <a:lnTo>
                  <a:pt x="89" y="273"/>
                </a:lnTo>
                <a:moveTo>
                  <a:pt x="92" y="281"/>
                </a:moveTo>
                <a:lnTo>
                  <a:pt x="94" y="285"/>
                </a:lnTo>
                <a:moveTo>
                  <a:pt x="96" y="294"/>
                </a:moveTo>
                <a:lnTo>
                  <a:pt x="98" y="298"/>
                </a:lnTo>
                <a:moveTo>
                  <a:pt x="101" y="307"/>
                </a:moveTo>
                <a:lnTo>
                  <a:pt x="102" y="311"/>
                </a:lnTo>
                <a:moveTo>
                  <a:pt x="105" y="319"/>
                </a:moveTo>
                <a:lnTo>
                  <a:pt x="106" y="324"/>
                </a:lnTo>
                <a:moveTo>
                  <a:pt x="109" y="332"/>
                </a:moveTo>
                <a:lnTo>
                  <a:pt x="110" y="336"/>
                </a:lnTo>
                <a:moveTo>
                  <a:pt x="113" y="345"/>
                </a:moveTo>
                <a:lnTo>
                  <a:pt x="115" y="349"/>
                </a:lnTo>
                <a:moveTo>
                  <a:pt x="117" y="358"/>
                </a:moveTo>
                <a:lnTo>
                  <a:pt x="119" y="362"/>
                </a:lnTo>
                <a:moveTo>
                  <a:pt x="122" y="370"/>
                </a:moveTo>
                <a:lnTo>
                  <a:pt x="123" y="375"/>
                </a:lnTo>
                <a:moveTo>
                  <a:pt x="126" y="383"/>
                </a:moveTo>
                <a:lnTo>
                  <a:pt x="127" y="387"/>
                </a:lnTo>
                <a:moveTo>
                  <a:pt x="130" y="396"/>
                </a:moveTo>
                <a:lnTo>
                  <a:pt x="131" y="400"/>
                </a:lnTo>
                <a:moveTo>
                  <a:pt x="134" y="409"/>
                </a:moveTo>
                <a:lnTo>
                  <a:pt x="136" y="413"/>
                </a:lnTo>
                <a:moveTo>
                  <a:pt x="138" y="422"/>
                </a:moveTo>
                <a:lnTo>
                  <a:pt x="140" y="426"/>
                </a:lnTo>
                <a:moveTo>
                  <a:pt x="143" y="434"/>
                </a:moveTo>
                <a:lnTo>
                  <a:pt x="144" y="439"/>
                </a:lnTo>
                <a:moveTo>
                  <a:pt x="147" y="447"/>
                </a:moveTo>
                <a:lnTo>
                  <a:pt x="148" y="451"/>
                </a:lnTo>
                <a:moveTo>
                  <a:pt x="151" y="460"/>
                </a:moveTo>
                <a:lnTo>
                  <a:pt x="152" y="464"/>
                </a:lnTo>
                <a:moveTo>
                  <a:pt x="155" y="473"/>
                </a:moveTo>
                <a:lnTo>
                  <a:pt x="156" y="477"/>
                </a:lnTo>
                <a:moveTo>
                  <a:pt x="159" y="485"/>
                </a:moveTo>
                <a:lnTo>
                  <a:pt x="161" y="490"/>
                </a:lnTo>
                <a:moveTo>
                  <a:pt x="163" y="498"/>
                </a:moveTo>
                <a:lnTo>
                  <a:pt x="165" y="502"/>
                </a:lnTo>
                <a:moveTo>
                  <a:pt x="168" y="511"/>
                </a:moveTo>
                <a:lnTo>
                  <a:pt x="169" y="515"/>
                </a:lnTo>
                <a:moveTo>
                  <a:pt x="172" y="524"/>
                </a:moveTo>
                <a:lnTo>
                  <a:pt x="173" y="528"/>
                </a:lnTo>
                <a:moveTo>
                  <a:pt x="176" y="536"/>
                </a:moveTo>
                <a:lnTo>
                  <a:pt x="177" y="541"/>
                </a:lnTo>
                <a:moveTo>
                  <a:pt x="180" y="549"/>
                </a:moveTo>
                <a:lnTo>
                  <a:pt x="182" y="553"/>
                </a:lnTo>
                <a:moveTo>
                  <a:pt x="184" y="562"/>
                </a:moveTo>
                <a:lnTo>
                  <a:pt x="186" y="566"/>
                </a:lnTo>
                <a:moveTo>
                  <a:pt x="189" y="575"/>
                </a:moveTo>
                <a:lnTo>
                  <a:pt x="190" y="579"/>
                </a:lnTo>
                <a:moveTo>
                  <a:pt x="193" y="588"/>
                </a:moveTo>
                <a:lnTo>
                  <a:pt x="194" y="592"/>
                </a:lnTo>
                <a:moveTo>
                  <a:pt x="197" y="600"/>
                </a:moveTo>
                <a:lnTo>
                  <a:pt x="198" y="605"/>
                </a:lnTo>
                <a:moveTo>
                  <a:pt x="201" y="613"/>
                </a:moveTo>
                <a:lnTo>
                  <a:pt x="203" y="617"/>
                </a:lnTo>
                <a:moveTo>
                  <a:pt x="205" y="626"/>
                </a:moveTo>
                <a:lnTo>
                  <a:pt x="207" y="630"/>
                </a:lnTo>
                <a:moveTo>
                  <a:pt x="210" y="639"/>
                </a:moveTo>
                <a:lnTo>
                  <a:pt x="211" y="643"/>
                </a:lnTo>
                <a:moveTo>
                  <a:pt x="214" y="651"/>
                </a:moveTo>
                <a:lnTo>
                  <a:pt x="215" y="656"/>
                </a:lnTo>
                <a:moveTo>
                  <a:pt x="218" y="664"/>
                </a:moveTo>
                <a:lnTo>
                  <a:pt x="219" y="668"/>
                </a:lnTo>
                <a:moveTo>
                  <a:pt x="222" y="677"/>
                </a:moveTo>
                <a:lnTo>
                  <a:pt x="224" y="681"/>
                </a:lnTo>
                <a:moveTo>
                  <a:pt x="226" y="690"/>
                </a:moveTo>
                <a:lnTo>
                  <a:pt x="228" y="694"/>
                </a:lnTo>
                <a:moveTo>
                  <a:pt x="231" y="702"/>
                </a:moveTo>
                <a:lnTo>
                  <a:pt x="232" y="707"/>
                </a:lnTo>
                <a:moveTo>
                  <a:pt x="235" y="715"/>
                </a:moveTo>
                <a:lnTo>
                  <a:pt x="236" y="719"/>
                </a:lnTo>
                <a:moveTo>
                  <a:pt x="239" y="728"/>
                </a:moveTo>
                <a:lnTo>
                  <a:pt x="240" y="732"/>
                </a:lnTo>
                <a:moveTo>
                  <a:pt x="243" y="741"/>
                </a:moveTo>
                <a:lnTo>
                  <a:pt x="244" y="745"/>
                </a:lnTo>
                <a:moveTo>
                  <a:pt x="247" y="754"/>
                </a:moveTo>
                <a:lnTo>
                  <a:pt x="249" y="758"/>
                </a:lnTo>
                <a:moveTo>
                  <a:pt x="251" y="766"/>
                </a:moveTo>
                <a:lnTo>
                  <a:pt x="253" y="771"/>
                </a:lnTo>
                <a:moveTo>
                  <a:pt x="256" y="779"/>
                </a:moveTo>
                <a:lnTo>
                  <a:pt x="257" y="783"/>
                </a:lnTo>
                <a:moveTo>
                  <a:pt x="260" y="792"/>
                </a:moveTo>
                <a:lnTo>
                  <a:pt x="261" y="796"/>
                </a:lnTo>
                <a:moveTo>
                  <a:pt x="264" y="805"/>
                </a:moveTo>
                <a:lnTo>
                  <a:pt x="265" y="809"/>
                </a:lnTo>
                <a:moveTo>
                  <a:pt x="268" y="817"/>
                </a:moveTo>
                <a:lnTo>
                  <a:pt x="270" y="822"/>
                </a:lnTo>
                <a:moveTo>
                  <a:pt x="272" y="830"/>
                </a:moveTo>
                <a:lnTo>
                  <a:pt x="274" y="834"/>
                </a:lnTo>
                <a:moveTo>
                  <a:pt x="277" y="843"/>
                </a:moveTo>
                <a:lnTo>
                  <a:pt x="278" y="847"/>
                </a:lnTo>
                <a:moveTo>
                  <a:pt x="281" y="856"/>
                </a:moveTo>
                <a:lnTo>
                  <a:pt x="282" y="860"/>
                </a:lnTo>
                <a:moveTo>
                  <a:pt x="285" y="868"/>
                </a:moveTo>
                <a:lnTo>
                  <a:pt x="286" y="873"/>
                </a:lnTo>
                <a:moveTo>
                  <a:pt x="289" y="881"/>
                </a:moveTo>
                <a:lnTo>
                  <a:pt x="291" y="885"/>
                </a:lnTo>
                <a:moveTo>
                  <a:pt x="293" y="894"/>
                </a:moveTo>
                <a:lnTo>
                  <a:pt x="295" y="898"/>
                </a:lnTo>
                <a:moveTo>
                  <a:pt x="298" y="907"/>
                </a:moveTo>
                <a:lnTo>
                  <a:pt x="299" y="911"/>
                </a:lnTo>
                <a:moveTo>
                  <a:pt x="302" y="920"/>
                </a:moveTo>
                <a:lnTo>
                  <a:pt x="303" y="924"/>
                </a:lnTo>
                <a:moveTo>
                  <a:pt x="306" y="932"/>
                </a:moveTo>
                <a:lnTo>
                  <a:pt x="307" y="937"/>
                </a:lnTo>
                <a:moveTo>
                  <a:pt x="310" y="945"/>
                </a:moveTo>
                <a:lnTo>
                  <a:pt x="312" y="949"/>
                </a:lnTo>
                <a:moveTo>
                  <a:pt x="314" y="958"/>
                </a:moveTo>
                <a:lnTo>
                  <a:pt x="316" y="962"/>
                </a:lnTo>
                <a:moveTo>
                  <a:pt x="319" y="971"/>
                </a:moveTo>
                <a:lnTo>
                  <a:pt x="320" y="975"/>
                </a:lnTo>
                <a:moveTo>
                  <a:pt x="323" y="983"/>
                </a:moveTo>
                <a:lnTo>
                  <a:pt x="324" y="988"/>
                </a:lnTo>
                <a:moveTo>
                  <a:pt x="327" y="996"/>
                </a:moveTo>
                <a:lnTo>
                  <a:pt x="328" y="1000"/>
                </a:lnTo>
                <a:moveTo>
                  <a:pt x="331" y="1009"/>
                </a:moveTo>
                <a:lnTo>
                  <a:pt x="332" y="1013"/>
                </a:lnTo>
                <a:moveTo>
                  <a:pt x="335" y="1022"/>
                </a:moveTo>
                <a:lnTo>
                  <a:pt x="337" y="1026"/>
                </a:lnTo>
                <a:moveTo>
                  <a:pt x="339" y="1034"/>
                </a:moveTo>
                <a:lnTo>
                  <a:pt x="341" y="1039"/>
                </a:lnTo>
                <a:moveTo>
                  <a:pt x="344" y="1047"/>
                </a:moveTo>
                <a:lnTo>
                  <a:pt x="345" y="1052"/>
                </a:lnTo>
                <a:moveTo>
                  <a:pt x="348" y="1060"/>
                </a:moveTo>
                <a:lnTo>
                  <a:pt x="349" y="1064"/>
                </a:lnTo>
                <a:moveTo>
                  <a:pt x="352" y="1073"/>
                </a:moveTo>
                <a:lnTo>
                  <a:pt x="353" y="1077"/>
                </a:lnTo>
                <a:moveTo>
                  <a:pt x="356" y="1086"/>
                </a:moveTo>
                <a:lnTo>
                  <a:pt x="358" y="1090"/>
                </a:lnTo>
                <a:moveTo>
                  <a:pt x="360" y="1098"/>
                </a:moveTo>
                <a:lnTo>
                  <a:pt x="362" y="1103"/>
                </a:lnTo>
                <a:moveTo>
                  <a:pt x="365" y="1111"/>
                </a:moveTo>
                <a:lnTo>
                  <a:pt x="366" y="1115"/>
                </a:lnTo>
                <a:moveTo>
                  <a:pt x="369" y="1124"/>
                </a:moveTo>
                <a:lnTo>
                  <a:pt x="370" y="1128"/>
                </a:lnTo>
                <a:moveTo>
                  <a:pt x="373" y="1137"/>
                </a:moveTo>
                <a:lnTo>
                  <a:pt x="374" y="1141"/>
                </a:lnTo>
                <a:moveTo>
                  <a:pt x="377" y="1149"/>
                </a:moveTo>
                <a:lnTo>
                  <a:pt x="379" y="1154"/>
                </a:lnTo>
                <a:moveTo>
                  <a:pt x="381" y="1162"/>
                </a:moveTo>
                <a:lnTo>
                  <a:pt x="383" y="1166"/>
                </a:lnTo>
                <a:moveTo>
                  <a:pt x="386" y="1175"/>
                </a:moveTo>
                <a:lnTo>
                  <a:pt x="387" y="1179"/>
                </a:lnTo>
                <a:moveTo>
                  <a:pt x="390" y="1188"/>
                </a:moveTo>
                <a:lnTo>
                  <a:pt x="391" y="1192"/>
                </a:lnTo>
                <a:moveTo>
                  <a:pt x="394" y="1200"/>
                </a:moveTo>
                <a:lnTo>
                  <a:pt x="395" y="1205"/>
                </a:lnTo>
                <a:moveTo>
                  <a:pt x="398" y="1213"/>
                </a:moveTo>
                <a:lnTo>
                  <a:pt x="400" y="1218"/>
                </a:lnTo>
                <a:moveTo>
                  <a:pt x="402" y="1226"/>
                </a:moveTo>
                <a:lnTo>
                  <a:pt x="404" y="1230"/>
                </a:lnTo>
                <a:moveTo>
                  <a:pt x="407" y="1239"/>
                </a:moveTo>
                <a:lnTo>
                  <a:pt x="408" y="1243"/>
                </a:lnTo>
                <a:moveTo>
                  <a:pt x="411" y="1252"/>
                </a:moveTo>
                <a:lnTo>
                  <a:pt x="412" y="1256"/>
                </a:lnTo>
                <a:moveTo>
                  <a:pt x="415" y="1264"/>
                </a:moveTo>
                <a:lnTo>
                  <a:pt x="416" y="1269"/>
                </a:lnTo>
                <a:moveTo>
                  <a:pt x="419" y="1277"/>
                </a:moveTo>
                <a:lnTo>
                  <a:pt x="420" y="1281"/>
                </a:lnTo>
                <a:moveTo>
                  <a:pt x="423" y="1290"/>
                </a:moveTo>
                <a:lnTo>
                  <a:pt x="425" y="1294"/>
                </a:lnTo>
                <a:moveTo>
                  <a:pt x="427" y="1303"/>
                </a:moveTo>
                <a:lnTo>
                  <a:pt x="429" y="1307"/>
                </a:lnTo>
                <a:moveTo>
                  <a:pt x="432" y="1315"/>
                </a:moveTo>
                <a:lnTo>
                  <a:pt x="433" y="1320"/>
                </a:lnTo>
                <a:moveTo>
                  <a:pt x="436" y="1328"/>
                </a:moveTo>
                <a:lnTo>
                  <a:pt x="437" y="1332"/>
                </a:lnTo>
                <a:moveTo>
                  <a:pt x="440" y="1341"/>
                </a:moveTo>
                <a:lnTo>
                  <a:pt x="441" y="1345"/>
                </a:lnTo>
                <a:moveTo>
                  <a:pt x="444" y="1354"/>
                </a:moveTo>
                <a:lnTo>
                  <a:pt x="446" y="1358"/>
                </a:lnTo>
                <a:moveTo>
                  <a:pt x="448" y="1367"/>
                </a:moveTo>
                <a:lnTo>
                  <a:pt x="450" y="1371"/>
                </a:lnTo>
                <a:moveTo>
                  <a:pt x="453" y="1379"/>
                </a:moveTo>
                <a:lnTo>
                  <a:pt x="454" y="1384"/>
                </a:lnTo>
                <a:moveTo>
                  <a:pt x="457" y="1392"/>
                </a:moveTo>
                <a:lnTo>
                  <a:pt x="458" y="1396"/>
                </a:lnTo>
                <a:moveTo>
                  <a:pt x="461" y="1405"/>
                </a:moveTo>
                <a:lnTo>
                  <a:pt x="462" y="1409"/>
                </a:lnTo>
                <a:moveTo>
                  <a:pt x="465" y="1418"/>
                </a:moveTo>
                <a:lnTo>
                  <a:pt x="467" y="1422"/>
                </a:lnTo>
                <a:moveTo>
                  <a:pt x="469" y="1430"/>
                </a:moveTo>
                <a:lnTo>
                  <a:pt x="471" y="1435"/>
                </a:lnTo>
                <a:moveTo>
                  <a:pt x="474" y="1443"/>
                </a:moveTo>
                <a:lnTo>
                  <a:pt x="475" y="1447"/>
                </a:lnTo>
                <a:moveTo>
                  <a:pt x="478" y="1456"/>
                </a:moveTo>
                <a:lnTo>
                  <a:pt x="479" y="1460"/>
                </a:lnTo>
                <a:moveTo>
                  <a:pt x="482" y="1469"/>
                </a:moveTo>
                <a:lnTo>
                  <a:pt x="483" y="1473"/>
                </a:lnTo>
                <a:moveTo>
                  <a:pt x="486" y="1481"/>
                </a:moveTo>
                <a:lnTo>
                  <a:pt x="488" y="1486"/>
                </a:lnTo>
                <a:moveTo>
                  <a:pt x="490" y="1494"/>
                </a:moveTo>
                <a:lnTo>
                  <a:pt x="492" y="1498"/>
                </a:lnTo>
                <a:moveTo>
                  <a:pt x="495" y="1507"/>
                </a:moveTo>
                <a:lnTo>
                  <a:pt x="495" y="150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7" name="Freeform 138">
            <a:extLst>
              <a:ext uri="{FF2B5EF4-FFF2-40B4-BE49-F238E27FC236}">
                <a16:creationId xmlns:a16="http://schemas.microsoft.com/office/drawing/2014/main" id="{19540416-D2FB-D4DB-A531-2400E6EB67EC}"/>
              </a:ext>
            </a:extLst>
          </p:cNvPr>
          <p:cNvSpPr>
            <a:spLocks noEditPoints="1"/>
          </p:cNvSpPr>
          <p:nvPr/>
        </p:nvSpPr>
        <p:spPr bwMode="auto">
          <a:xfrm>
            <a:off x="488950" y="3149600"/>
            <a:ext cx="63500" cy="44450"/>
          </a:xfrm>
          <a:custGeom>
            <a:avLst/>
            <a:gdLst>
              <a:gd name="T0" fmla="*/ 0 w 80"/>
              <a:gd name="T1" fmla="*/ 0 h 57"/>
              <a:gd name="T2" fmla="*/ 4 w 80"/>
              <a:gd name="T3" fmla="*/ 2 h 57"/>
              <a:gd name="T4" fmla="*/ 11 w 80"/>
              <a:gd name="T5" fmla="*/ 8 h 57"/>
              <a:gd name="T6" fmla="*/ 15 w 80"/>
              <a:gd name="T7" fmla="*/ 10 h 57"/>
              <a:gd name="T8" fmla="*/ 22 w 80"/>
              <a:gd name="T9" fmla="*/ 15 h 57"/>
              <a:gd name="T10" fmla="*/ 26 w 80"/>
              <a:gd name="T11" fmla="*/ 18 h 57"/>
              <a:gd name="T12" fmla="*/ 33 w 80"/>
              <a:gd name="T13" fmla="*/ 23 h 57"/>
              <a:gd name="T14" fmla="*/ 37 w 80"/>
              <a:gd name="T15" fmla="*/ 26 h 57"/>
              <a:gd name="T16" fmla="*/ 44 w 80"/>
              <a:gd name="T17" fmla="*/ 31 h 57"/>
              <a:gd name="T18" fmla="*/ 48 w 80"/>
              <a:gd name="T19" fmla="*/ 34 h 57"/>
              <a:gd name="T20" fmla="*/ 55 w 80"/>
              <a:gd name="T21" fmla="*/ 39 h 57"/>
              <a:gd name="T22" fmla="*/ 59 w 80"/>
              <a:gd name="T23" fmla="*/ 42 h 57"/>
              <a:gd name="T24" fmla="*/ 66 w 80"/>
              <a:gd name="T25" fmla="*/ 47 h 57"/>
              <a:gd name="T26" fmla="*/ 69 w 80"/>
              <a:gd name="T27" fmla="*/ 50 h 57"/>
              <a:gd name="T28" fmla="*/ 77 w 80"/>
              <a:gd name="T29" fmla="*/ 55 h 57"/>
              <a:gd name="T30" fmla="*/ 80 w 80"/>
              <a:gd name="T31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0" h="57">
                <a:moveTo>
                  <a:pt x="0" y="0"/>
                </a:moveTo>
                <a:lnTo>
                  <a:pt x="4" y="2"/>
                </a:lnTo>
                <a:moveTo>
                  <a:pt x="11" y="8"/>
                </a:moveTo>
                <a:lnTo>
                  <a:pt x="15" y="10"/>
                </a:lnTo>
                <a:moveTo>
                  <a:pt x="22" y="15"/>
                </a:moveTo>
                <a:lnTo>
                  <a:pt x="26" y="18"/>
                </a:lnTo>
                <a:moveTo>
                  <a:pt x="33" y="23"/>
                </a:moveTo>
                <a:lnTo>
                  <a:pt x="37" y="26"/>
                </a:lnTo>
                <a:moveTo>
                  <a:pt x="44" y="31"/>
                </a:moveTo>
                <a:lnTo>
                  <a:pt x="48" y="34"/>
                </a:lnTo>
                <a:moveTo>
                  <a:pt x="55" y="39"/>
                </a:moveTo>
                <a:lnTo>
                  <a:pt x="59" y="42"/>
                </a:lnTo>
                <a:moveTo>
                  <a:pt x="66" y="47"/>
                </a:moveTo>
                <a:lnTo>
                  <a:pt x="69" y="50"/>
                </a:lnTo>
                <a:moveTo>
                  <a:pt x="77" y="55"/>
                </a:moveTo>
                <a:lnTo>
                  <a:pt x="80" y="57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8" name="Freeform 139">
            <a:extLst>
              <a:ext uri="{FF2B5EF4-FFF2-40B4-BE49-F238E27FC236}">
                <a16:creationId xmlns:a16="http://schemas.microsoft.com/office/drawing/2014/main" id="{E5165E9D-8EF3-A01C-CF2C-46A70FE21B55}"/>
              </a:ext>
            </a:extLst>
          </p:cNvPr>
          <p:cNvSpPr>
            <a:spLocks noEditPoints="1"/>
          </p:cNvSpPr>
          <p:nvPr/>
        </p:nvSpPr>
        <p:spPr bwMode="auto">
          <a:xfrm>
            <a:off x="1479550" y="3978275"/>
            <a:ext cx="384175" cy="95250"/>
          </a:xfrm>
          <a:custGeom>
            <a:avLst/>
            <a:gdLst>
              <a:gd name="T0" fmla="*/ 481 w 485"/>
              <a:gd name="T1" fmla="*/ 1 h 121"/>
              <a:gd name="T2" fmla="*/ 468 w 485"/>
              <a:gd name="T3" fmla="*/ 4 h 121"/>
              <a:gd name="T4" fmla="*/ 455 w 485"/>
              <a:gd name="T5" fmla="*/ 8 h 121"/>
              <a:gd name="T6" fmla="*/ 442 w 485"/>
              <a:gd name="T7" fmla="*/ 11 h 121"/>
              <a:gd name="T8" fmla="*/ 429 w 485"/>
              <a:gd name="T9" fmla="*/ 14 h 121"/>
              <a:gd name="T10" fmla="*/ 416 w 485"/>
              <a:gd name="T11" fmla="*/ 17 h 121"/>
              <a:gd name="T12" fmla="*/ 403 w 485"/>
              <a:gd name="T13" fmla="*/ 21 h 121"/>
              <a:gd name="T14" fmla="*/ 390 w 485"/>
              <a:gd name="T15" fmla="*/ 24 h 121"/>
              <a:gd name="T16" fmla="*/ 377 w 485"/>
              <a:gd name="T17" fmla="*/ 27 h 121"/>
              <a:gd name="T18" fmla="*/ 364 w 485"/>
              <a:gd name="T19" fmla="*/ 30 h 121"/>
              <a:gd name="T20" fmla="*/ 350 w 485"/>
              <a:gd name="T21" fmla="*/ 34 h 121"/>
              <a:gd name="T22" fmla="*/ 337 w 485"/>
              <a:gd name="T23" fmla="*/ 37 h 121"/>
              <a:gd name="T24" fmla="*/ 324 w 485"/>
              <a:gd name="T25" fmla="*/ 40 h 121"/>
              <a:gd name="T26" fmla="*/ 311 w 485"/>
              <a:gd name="T27" fmla="*/ 43 h 121"/>
              <a:gd name="T28" fmla="*/ 298 w 485"/>
              <a:gd name="T29" fmla="*/ 46 h 121"/>
              <a:gd name="T30" fmla="*/ 285 w 485"/>
              <a:gd name="T31" fmla="*/ 50 h 121"/>
              <a:gd name="T32" fmla="*/ 272 w 485"/>
              <a:gd name="T33" fmla="*/ 53 h 121"/>
              <a:gd name="T34" fmla="*/ 259 w 485"/>
              <a:gd name="T35" fmla="*/ 56 h 121"/>
              <a:gd name="T36" fmla="*/ 246 w 485"/>
              <a:gd name="T37" fmla="*/ 59 h 121"/>
              <a:gd name="T38" fmla="*/ 233 w 485"/>
              <a:gd name="T39" fmla="*/ 63 h 121"/>
              <a:gd name="T40" fmla="*/ 220 w 485"/>
              <a:gd name="T41" fmla="*/ 66 h 121"/>
              <a:gd name="T42" fmla="*/ 207 w 485"/>
              <a:gd name="T43" fmla="*/ 69 h 121"/>
              <a:gd name="T44" fmla="*/ 194 w 485"/>
              <a:gd name="T45" fmla="*/ 72 h 121"/>
              <a:gd name="T46" fmla="*/ 181 w 485"/>
              <a:gd name="T47" fmla="*/ 76 h 121"/>
              <a:gd name="T48" fmla="*/ 168 w 485"/>
              <a:gd name="T49" fmla="*/ 79 h 121"/>
              <a:gd name="T50" fmla="*/ 155 w 485"/>
              <a:gd name="T51" fmla="*/ 82 h 121"/>
              <a:gd name="T52" fmla="*/ 142 w 485"/>
              <a:gd name="T53" fmla="*/ 85 h 121"/>
              <a:gd name="T54" fmla="*/ 129 w 485"/>
              <a:gd name="T55" fmla="*/ 89 h 121"/>
              <a:gd name="T56" fmla="*/ 116 w 485"/>
              <a:gd name="T57" fmla="*/ 92 h 121"/>
              <a:gd name="T58" fmla="*/ 103 w 485"/>
              <a:gd name="T59" fmla="*/ 95 h 121"/>
              <a:gd name="T60" fmla="*/ 90 w 485"/>
              <a:gd name="T61" fmla="*/ 98 h 121"/>
              <a:gd name="T62" fmla="*/ 77 w 485"/>
              <a:gd name="T63" fmla="*/ 101 h 121"/>
              <a:gd name="T64" fmla="*/ 64 w 485"/>
              <a:gd name="T65" fmla="*/ 105 h 121"/>
              <a:gd name="T66" fmla="*/ 50 w 485"/>
              <a:gd name="T67" fmla="*/ 108 h 121"/>
              <a:gd name="T68" fmla="*/ 37 w 485"/>
              <a:gd name="T69" fmla="*/ 111 h 121"/>
              <a:gd name="T70" fmla="*/ 24 w 485"/>
              <a:gd name="T71" fmla="*/ 114 h 121"/>
              <a:gd name="T72" fmla="*/ 11 w 485"/>
              <a:gd name="T73" fmla="*/ 118 h 121"/>
              <a:gd name="T74" fmla="*/ 0 w 485"/>
              <a:gd name="T75" fmla="*/ 121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85" h="121">
                <a:moveTo>
                  <a:pt x="485" y="0"/>
                </a:moveTo>
                <a:lnTo>
                  <a:pt x="481" y="1"/>
                </a:lnTo>
                <a:moveTo>
                  <a:pt x="472" y="3"/>
                </a:moveTo>
                <a:lnTo>
                  <a:pt x="468" y="4"/>
                </a:lnTo>
                <a:moveTo>
                  <a:pt x="459" y="7"/>
                </a:moveTo>
                <a:lnTo>
                  <a:pt x="455" y="8"/>
                </a:lnTo>
                <a:moveTo>
                  <a:pt x="446" y="10"/>
                </a:moveTo>
                <a:lnTo>
                  <a:pt x="442" y="11"/>
                </a:lnTo>
                <a:moveTo>
                  <a:pt x="433" y="13"/>
                </a:moveTo>
                <a:lnTo>
                  <a:pt x="429" y="14"/>
                </a:lnTo>
                <a:moveTo>
                  <a:pt x="420" y="16"/>
                </a:moveTo>
                <a:lnTo>
                  <a:pt x="416" y="17"/>
                </a:lnTo>
                <a:moveTo>
                  <a:pt x="407" y="19"/>
                </a:moveTo>
                <a:lnTo>
                  <a:pt x="403" y="21"/>
                </a:lnTo>
                <a:moveTo>
                  <a:pt x="394" y="23"/>
                </a:moveTo>
                <a:lnTo>
                  <a:pt x="390" y="24"/>
                </a:lnTo>
                <a:moveTo>
                  <a:pt x="381" y="26"/>
                </a:moveTo>
                <a:lnTo>
                  <a:pt x="377" y="27"/>
                </a:lnTo>
                <a:moveTo>
                  <a:pt x="368" y="29"/>
                </a:moveTo>
                <a:lnTo>
                  <a:pt x="364" y="30"/>
                </a:lnTo>
                <a:moveTo>
                  <a:pt x="355" y="32"/>
                </a:moveTo>
                <a:lnTo>
                  <a:pt x="350" y="34"/>
                </a:lnTo>
                <a:moveTo>
                  <a:pt x="342" y="36"/>
                </a:moveTo>
                <a:lnTo>
                  <a:pt x="337" y="37"/>
                </a:lnTo>
                <a:moveTo>
                  <a:pt x="329" y="39"/>
                </a:moveTo>
                <a:lnTo>
                  <a:pt x="324" y="40"/>
                </a:lnTo>
                <a:moveTo>
                  <a:pt x="316" y="42"/>
                </a:moveTo>
                <a:lnTo>
                  <a:pt x="311" y="43"/>
                </a:lnTo>
                <a:moveTo>
                  <a:pt x="303" y="45"/>
                </a:moveTo>
                <a:lnTo>
                  <a:pt x="298" y="46"/>
                </a:lnTo>
                <a:moveTo>
                  <a:pt x="290" y="49"/>
                </a:moveTo>
                <a:lnTo>
                  <a:pt x="285" y="50"/>
                </a:lnTo>
                <a:moveTo>
                  <a:pt x="277" y="52"/>
                </a:moveTo>
                <a:lnTo>
                  <a:pt x="272" y="53"/>
                </a:lnTo>
                <a:moveTo>
                  <a:pt x="264" y="55"/>
                </a:moveTo>
                <a:lnTo>
                  <a:pt x="259" y="56"/>
                </a:lnTo>
                <a:moveTo>
                  <a:pt x="250" y="58"/>
                </a:moveTo>
                <a:lnTo>
                  <a:pt x="246" y="59"/>
                </a:lnTo>
                <a:moveTo>
                  <a:pt x="237" y="62"/>
                </a:moveTo>
                <a:lnTo>
                  <a:pt x="233" y="63"/>
                </a:lnTo>
                <a:moveTo>
                  <a:pt x="224" y="65"/>
                </a:moveTo>
                <a:lnTo>
                  <a:pt x="220" y="66"/>
                </a:lnTo>
                <a:moveTo>
                  <a:pt x="211" y="68"/>
                </a:moveTo>
                <a:lnTo>
                  <a:pt x="207" y="69"/>
                </a:lnTo>
                <a:moveTo>
                  <a:pt x="198" y="71"/>
                </a:moveTo>
                <a:lnTo>
                  <a:pt x="194" y="72"/>
                </a:lnTo>
                <a:moveTo>
                  <a:pt x="185" y="75"/>
                </a:moveTo>
                <a:lnTo>
                  <a:pt x="181" y="76"/>
                </a:lnTo>
                <a:moveTo>
                  <a:pt x="172" y="78"/>
                </a:moveTo>
                <a:lnTo>
                  <a:pt x="168" y="79"/>
                </a:lnTo>
                <a:moveTo>
                  <a:pt x="159" y="81"/>
                </a:moveTo>
                <a:lnTo>
                  <a:pt x="155" y="82"/>
                </a:lnTo>
                <a:moveTo>
                  <a:pt x="146" y="84"/>
                </a:moveTo>
                <a:lnTo>
                  <a:pt x="142" y="85"/>
                </a:lnTo>
                <a:moveTo>
                  <a:pt x="133" y="87"/>
                </a:moveTo>
                <a:lnTo>
                  <a:pt x="129" y="89"/>
                </a:lnTo>
                <a:moveTo>
                  <a:pt x="120" y="91"/>
                </a:moveTo>
                <a:lnTo>
                  <a:pt x="116" y="92"/>
                </a:lnTo>
                <a:moveTo>
                  <a:pt x="107" y="94"/>
                </a:moveTo>
                <a:lnTo>
                  <a:pt x="103" y="95"/>
                </a:lnTo>
                <a:moveTo>
                  <a:pt x="94" y="97"/>
                </a:moveTo>
                <a:lnTo>
                  <a:pt x="90" y="98"/>
                </a:lnTo>
                <a:moveTo>
                  <a:pt x="81" y="100"/>
                </a:moveTo>
                <a:lnTo>
                  <a:pt x="77" y="101"/>
                </a:lnTo>
                <a:moveTo>
                  <a:pt x="68" y="104"/>
                </a:moveTo>
                <a:lnTo>
                  <a:pt x="64" y="105"/>
                </a:lnTo>
                <a:moveTo>
                  <a:pt x="55" y="107"/>
                </a:moveTo>
                <a:lnTo>
                  <a:pt x="50" y="108"/>
                </a:lnTo>
                <a:moveTo>
                  <a:pt x="42" y="110"/>
                </a:moveTo>
                <a:lnTo>
                  <a:pt x="37" y="111"/>
                </a:lnTo>
                <a:moveTo>
                  <a:pt x="29" y="113"/>
                </a:moveTo>
                <a:lnTo>
                  <a:pt x="24" y="114"/>
                </a:lnTo>
                <a:moveTo>
                  <a:pt x="16" y="117"/>
                </a:moveTo>
                <a:lnTo>
                  <a:pt x="11" y="118"/>
                </a:lnTo>
                <a:moveTo>
                  <a:pt x="3" y="120"/>
                </a:moveTo>
                <a:lnTo>
                  <a:pt x="0" y="12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9" name="Freeform 140">
            <a:extLst>
              <a:ext uri="{FF2B5EF4-FFF2-40B4-BE49-F238E27FC236}">
                <a16:creationId xmlns:a16="http://schemas.microsoft.com/office/drawing/2014/main" id="{66CF5767-5E92-62BE-1264-2727E4F9172B}"/>
              </a:ext>
            </a:extLst>
          </p:cNvPr>
          <p:cNvSpPr>
            <a:spLocks noEditPoints="1"/>
          </p:cNvSpPr>
          <p:nvPr/>
        </p:nvSpPr>
        <p:spPr bwMode="auto">
          <a:xfrm>
            <a:off x="920750" y="4867275"/>
            <a:ext cx="407988" cy="195263"/>
          </a:xfrm>
          <a:custGeom>
            <a:avLst/>
            <a:gdLst>
              <a:gd name="T0" fmla="*/ 509 w 514"/>
              <a:gd name="T1" fmla="*/ 2 h 245"/>
              <a:gd name="T2" fmla="*/ 497 w 514"/>
              <a:gd name="T3" fmla="*/ 8 h 245"/>
              <a:gd name="T4" fmla="*/ 485 w 514"/>
              <a:gd name="T5" fmla="*/ 13 h 245"/>
              <a:gd name="T6" fmla="*/ 473 w 514"/>
              <a:gd name="T7" fmla="*/ 19 h 245"/>
              <a:gd name="T8" fmla="*/ 461 w 514"/>
              <a:gd name="T9" fmla="*/ 25 h 245"/>
              <a:gd name="T10" fmla="*/ 449 w 514"/>
              <a:gd name="T11" fmla="*/ 31 h 245"/>
              <a:gd name="T12" fmla="*/ 437 w 514"/>
              <a:gd name="T13" fmla="*/ 37 h 245"/>
              <a:gd name="T14" fmla="*/ 425 w 514"/>
              <a:gd name="T15" fmla="*/ 42 h 245"/>
              <a:gd name="T16" fmla="*/ 412 w 514"/>
              <a:gd name="T17" fmla="*/ 48 h 245"/>
              <a:gd name="T18" fmla="*/ 400 w 514"/>
              <a:gd name="T19" fmla="*/ 54 h 245"/>
              <a:gd name="T20" fmla="*/ 388 w 514"/>
              <a:gd name="T21" fmla="*/ 60 h 245"/>
              <a:gd name="T22" fmla="*/ 376 w 514"/>
              <a:gd name="T23" fmla="*/ 66 h 245"/>
              <a:gd name="T24" fmla="*/ 364 w 514"/>
              <a:gd name="T25" fmla="*/ 71 h 245"/>
              <a:gd name="T26" fmla="*/ 352 w 514"/>
              <a:gd name="T27" fmla="*/ 77 h 245"/>
              <a:gd name="T28" fmla="*/ 340 w 514"/>
              <a:gd name="T29" fmla="*/ 83 h 245"/>
              <a:gd name="T30" fmla="*/ 328 w 514"/>
              <a:gd name="T31" fmla="*/ 89 h 245"/>
              <a:gd name="T32" fmla="*/ 315 w 514"/>
              <a:gd name="T33" fmla="*/ 95 h 245"/>
              <a:gd name="T34" fmla="*/ 303 w 514"/>
              <a:gd name="T35" fmla="*/ 100 h 245"/>
              <a:gd name="T36" fmla="*/ 291 w 514"/>
              <a:gd name="T37" fmla="*/ 106 h 245"/>
              <a:gd name="T38" fmla="*/ 279 w 514"/>
              <a:gd name="T39" fmla="*/ 112 h 245"/>
              <a:gd name="T40" fmla="*/ 267 w 514"/>
              <a:gd name="T41" fmla="*/ 118 h 245"/>
              <a:gd name="T42" fmla="*/ 255 w 514"/>
              <a:gd name="T43" fmla="*/ 124 h 245"/>
              <a:gd name="T44" fmla="*/ 243 w 514"/>
              <a:gd name="T45" fmla="*/ 129 h 245"/>
              <a:gd name="T46" fmla="*/ 231 w 514"/>
              <a:gd name="T47" fmla="*/ 135 h 245"/>
              <a:gd name="T48" fmla="*/ 218 w 514"/>
              <a:gd name="T49" fmla="*/ 141 h 245"/>
              <a:gd name="T50" fmla="*/ 206 w 514"/>
              <a:gd name="T51" fmla="*/ 147 h 245"/>
              <a:gd name="T52" fmla="*/ 194 w 514"/>
              <a:gd name="T53" fmla="*/ 152 h 245"/>
              <a:gd name="T54" fmla="*/ 182 w 514"/>
              <a:gd name="T55" fmla="*/ 158 h 245"/>
              <a:gd name="T56" fmla="*/ 170 w 514"/>
              <a:gd name="T57" fmla="*/ 164 h 245"/>
              <a:gd name="T58" fmla="*/ 158 w 514"/>
              <a:gd name="T59" fmla="*/ 170 h 245"/>
              <a:gd name="T60" fmla="*/ 146 w 514"/>
              <a:gd name="T61" fmla="*/ 176 h 245"/>
              <a:gd name="T62" fmla="*/ 134 w 514"/>
              <a:gd name="T63" fmla="*/ 181 h 245"/>
              <a:gd name="T64" fmla="*/ 121 w 514"/>
              <a:gd name="T65" fmla="*/ 187 h 245"/>
              <a:gd name="T66" fmla="*/ 109 w 514"/>
              <a:gd name="T67" fmla="*/ 193 h 245"/>
              <a:gd name="T68" fmla="*/ 97 w 514"/>
              <a:gd name="T69" fmla="*/ 199 h 245"/>
              <a:gd name="T70" fmla="*/ 85 w 514"/>
              <a:gd name="T71" fmla="*/ 205 h 245"/>
              <a:gd name="T72" fmla="*/ 73 w 514"/>
              <a:gd name="T73" fmla="*/ 210 h 245"/>
              <a:gd name="T74" fmla="*/ 61 w 514"/>
              <a:gd name="T75" fmla="*/ 216 h 245"/>
              <a:gd name="T76" fmla="*/ 49 w 514"/>
              <a:gd name="T77" fmla="*/ 222 h 245"/>
              <a:gd name="T78" fmla="*/ 36 w 514"/>
              <a:gd name="T79" fmla="*/ 228 h 245"/>
              <a:gd name="T80" fmla="*/ 24 w 514"/>
              <a:gd name="T81" fmla="*/ 234 h 245"/>
              <a:gd name="T82" fmla="*/ 12 w 514"/>
              <a:gd name="T83" fmla="*/ 239 h 245"/>
              <a:gd name="T84" fmla="*/ 0 w 514"/>
              <a:gd name="T85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14" h="245">
                <a:moveTo>
                  <a:pt x="514" y="0"/>
                </a:moveTo>
                <a:lnTo>
                  <a:pt x="509" y="2"/>
                </a:lnTo>
                <a:moveTo>
                  <a:pt x="501" y="6"/>
                </a:moveTo>
                <a:lnTo>
                  <a:pt x="497" y="8"/>
                </a:lnTo>
                <a:moveTo>
                  <a:pt x="489" y="12"/>
                </a:moveTo>
                <a:lnTo>
                  <a:pt x="485" y="13"/>
                </a:lnTo>
                <a:moveTo>
                  <a:pt x="477" y="17"/>
                </a:moveTo>
                <a:lnTo>
                  <a:pt x="473" y="19"/>
                </a:lnTo>
                <a:moveTo>
                  <a:pt x="465" y="23"/>
                </a:moveTo>
                <a:lnTo>
                  <a:pt x="461" y="25"/>
                </a:lnTo>
                <a:moveTo>
                  <a:pt x="453" y="29"/>
                </a:moveTo>
                <a:lnTo>
                  <a:pt x="449" y="31"/>
                </a:lnTo>
                <a:moveTo>
                  <a:pt x="441" y="35"/>
                </a:moveTo>
                <a:lnTo>
                  <a:pt x="437" y="37"/>
                </a:lnTo>
                <a:moveTo>
                  <a:pt x="429" y="41"/>
                </a:moveTo>
                <a:lnTo>
                  <a:pt x="425" y="42"/>
                </a:lnTo>
                <a:moveTo>
                  <a:pt x="417" y="46"/>
                </a:moveTo>
                <a:lnTo>
                  <a:pt x="412" y="48"/>
                </a:lnTo>
                <a:moveTo>
                  <a:pt x="404" y="52"/>
                </a:moveTo>
                <a:lnTo>
                  <a:pt x="400" y="54"/>
                </a:lnTo>
                <a:moveTo>
                  <a:pt x="392" y="58"/>
                </a:moveTo>
                <a:lnTo>
                  <a:pt x="388" y="60"/>
                </a:lnTo>
                <a:moveTo>
                  <a:pt x="380" y="64"/>
                </a:moveTo>
                <a:lnTo>
                  <a:pt x="376" y="66"/>
                </a:lnTo>
                <a:moveTo>
                  <a:pt x="368" y="69"/>
                </a:moveTo>
                <a:lnTo>
                  <a:pt x="364" y="71"/>
                </a:lnTo>
                <a:moveTo>
                  <a:pt x="356" y="75"/>
                </a:moveTo>
                <a:lnTo>
                  <a:pt x="352" y="77"/>
                </a:lnTo>
                <a:moveTo>
                  <a:pt x="344" y="81"/>
                </a:moveTo>
                <a:lnTo>
                  <a:pt x="340" y="83"/>
                </a:lnTo>
                <a:moveTo>
                  <a:pt x="332" y="87"/>
                </a:moveTo>
                <a:lnTo>
                  <a:pt x="328" y="89"/>
                </a:lnTo>
                <a:moveTo>
                  <a:pt x="319" y="93"/>
                </a:moveTo>
                <a:lnTo>
                  <a:pt x="315" y="95"/>
                </a:lnTo>
                <a:moveTo>
                  <a:pt x="307" y="98"/>
                </a:moveTo>
                <a:lnTo>
                  <a:pt x="303" y="100"/>
                </a:lnTo>
                <a:moveTo>
                  <a:pt x="295" y="104"/>
                </a:moveTo>
                <a:lnTo>
                  <a:pt x="291" y="106"/>
                </a:lnTo>
                <a:moveTo>
                  <a:pt x="283" y="110"/>
                </a:moveTo>
                <a:lnTo>
                  <a:pt x="279" y="112"/>
                </a:lnTo>
                <a:moveTo>
                  <a:pt x="271" y="116"/>
                </a:moveTo>
                <a:lnTo>
                  <a:pt x="267" y="118"/>
                </a:lnTo>
                <a:moveTo>
                  <a:pt x="259" y="122"/>
                </a:moveTo>
                <a:lnTo>
                  <a:pt x="255" y="124"/>
                </a:lnTo>
                <a:moveTo>
                  <a:pt x="247" y="127"/>
                </a:moveTo>
                <a:lnTo>
                  <a:pt x="243" y="129"/>
                </a:lnTo>
                <a:moveTo>
                  <a:pt x="235" y="133"/>
                </a:moveTo>
                <a:lnTo>
                  <a:pt x="231" y="135"/>
                </a:lnTo>
                <a:moveTo>
                  <a:pt x="222" y="139"/>
                </a:moveTo>
                <a:lnTo>
                  <a:pt x="218" y="141"/>
                </a:lnTo>
                <a:moveTo>
                  <a:pt x="210" y="145"/>
                </a:moveTo>
                <a:lnTo>
                  <a:pt x="206" y="147"/>
                </a:lnTo>
                <a:moveTo>
                  <a:pt x="198" y="151"/>
                </a:moveTo>
                <a:lnTo>
                  <a:pt x="194" y="152"/>
                </a:lnTo>
                <a:moveTo>
                  <a:pt x="186" y="156"/>
                </a:moveTo>
                <a:lnTo>
                  <a:pt x="182" y="158"/>
                </a:lnTo>
                <a:moveTo>
                  <a:pt x="174" y="162"/>
                </a:moveTo>
                <a:lnTo>
                  <a:pt x="170" y="164"/>
                </a:lnTo>
                <a:moveTo>
                  <a:pt x="162" y="168"/>
                </a:moveTo>
                <a:lnTo>
                  <a:pt x="158" y="170"/>
                </a:lnTo>
                <a:moveTo>
                  <a:pt x="150" y="174"/>
                </a:moveTo>
                <a:lnTo>
                  <a:pt x="146" y="176"/>
                </a:lnTo>
                <a:moveTo>
                  <a:pt x="138" y="179"/>
                </a:moveTo>
                <a:lnTo>
                  <a:pt x="134" y="181"/>
                </a:lnTo>
                <a:moveTo>
                  <a:pt x="125" y="185"/>
                </a:moveTo>
                <a:lnTo>
                  <a:pt x="121" y="187"/>
                </a:lnTo>
                <a:moveTo>
                  <a:pt x="113" y="191"/>
                </a:moveTo>
                <a:lnTo>
                  <a:pt x="109" y="193"/>
                </a:lnTo>
                <a:moveTo>
                  <a:pt x="101" y="197"/>
                </a:moveTo>
                <a:lnTo>
                  <a:pt x="97" y="199"/>
                </a:lnTo>
                <a:moveTo>
                  <a:pt x="89" y="203"/>
                </a:moveTo>
                <a:lnTo>
                  <a:pt x="85" y="205"/>
                </a:lnTo>
                <a:moveTo>
                  <a:pt x="77" y="208"/>
                </a:moveTo>
                <a:lnTo>
                  <a:pt x="73" y="210"/>
                </a:lnTo>
                <a:moveTo>
                  <a:pt x="65" y="214"/>
                </a:moveTo>
                <a:lnTo>
                  <a:pt x="61" y="216"/>
                </a:lnTo>
                <a:moveTo>
                  <a:pt x="53" y="220"/>
                </a:moveTo>
                <a:lnTo>
                  <a:pt x="49" y="222"/>
                </a:lnTo>
                <a:moveTo>
                  <a:pt x="41" y="226"/>
                </a:moveTo>
                <a:lnTo>
                  <a:pt x="36" y="228"/>
                </a:lnTo>
                <a:moveTo>
                  <a:pt x="28" y="232"/>
                </a:moveTo>
                <a:lnTo>
                  <a:pt x="24" y="234"/>
                </a:lnTo>
                <a:moveTo>
                  <a:pt x="16" y="237"/>
                </a:moveTo>
                <a:lnTo>
                  <a:pt x="12" y="239"/>
                </a:lnTo>
                <a:moveTo>
                  <a:pt x="4" y="243"/>
                </a:moveTo>
                <a:lnTo>
                  <a:pt x="0" y="245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0" name="Freeform 141">
            <a:extLst>
              <a:ext uri="{FF2B5EF4-FFF2-40B4-BE49-F238E27FC236}">
                <a16:creationId xmlns:a16="http://schemas.microsoft.com/office/drawing/2014/main" id="{7FDFAC24-37B6-DEDE-3529-65AAF0BF1072}"/>
              </a:ext>
            </a:extLst>
          </p:cNvPr>
          <p:cNvSpPr>
            <a:spLocks noEditPoints="1"/>
          </p:cNvSpPr>
          <p:nvPr/>
        </p:nvSpPr>
        <p:spPr bwMode="auto">
          <a:xfrm>
            <a:off x="1941513" y="3354388"/>
            <a:ext cx="215900" cy="660400"/>
          </a:xfrm>
          <a:custGeom>
            <a:avLst/>
            <a:gdLst>
              <a:gd name="T0" fmla="*/ 267 w 271"/>
              <a:gd name="T1" fmla="*/ 12 h 831"/>
              <a:gd name="T2" fmla="*/ 261 w 271"/>
              <a:gd name="T3" fmla="*/ 29 h 831"/>
              <a:gd name="T4" fmla="*/ 254 w 271"/>
              <a:gd name="T5" fmla="*/ 51 h 831"/>
              <a:gd name="T6" fmla="*/ 249 w 271"/>
              <a:gd name="T7" fmla="*/ 68 h 831"/>
              <a:gd name="T8" fmla="*/ 242 w 271"/>
              <a:gd name="T9" fmla="*/ 89 h 831"/>
              <a:gd name="T10" fmla="*/ 236 w 271"/>
              <a:gd name="T11" fmla="*/ 106 h 831"/>
              <a:gd name="T12" fmla="*/ 229 w 271"/>
              <a:gd name="T13" fmla="*/ 127 h 831"/>
              <a:gd name="T14" fmla="*/ 224 w 271"/>
              <a:gd name="T15" fmla="*/ 144 h 831"/>
              <a:gd name="T16" fmla="*/ 217 w 271"/>
              <a:gd name="T17" fmla="*/ 166 h 831"/>
              <a:gd name="T18" fmla="*/ 211 w 271"/>
              <a:gd name="T19" fmla="*/ 183 h 831"/>
              <a:gd name="T20" fmla="*/ 204 w 271"/>
              <a:gd name="T21" fmla="*/ 204 h 831"/>
              <a:gd name="T22" fmla="*/ 199 w 271"/>
              <a:gd name="T23" fmla="*/ 221 h 831"/>
              <a:gd name="T24" fmla="*/ 192 w 271"/>
              <a:gd name="T25" fmla="*/ 242 h 831"/>
              <a:gd name="T26" fmla="*/ 186 w 271"/>
              <a:gd name="T27" fmla="*/ 259 h 831"/>
              <a:gd name="T28" fmla="*/ 179 w 271"/>
              <a:gd name="T29" fmla="*/ 281 h 831"/>
              <a:gd name="T30" fmla="*/ 174 w 271"/>
              <a:gd name="T31" fmla="*/ 298 h 831"/>
              <a:gd name="T32" fmla="*/ 167 w 271"/>
              <a:gd name="T33" fmla="*/ 319 h 831"/>
              <a:gd name="T34" fmla="*/ 161 w 271"/>
              <a:gd name="T35" fmla="*/ 336 h 831"/>
              <a:gd name="T36" fmla="*/ 154 w 271"/>
              <a:gd name="T37" fmla="*/ 357 h 831"/>
              <a:gd name="T38" fmla="*/ 149 w 271"/>
              <a:gd name="T39" fmla="*/ 374 h 831"/>
              <a:gd name="T40" fmla="*/ 142 w 271"/>
              <a:gd name="T41" fmla="*/ 396 h 831"/>
              <a:gd name="T42" fmla="*/ 136 w 271"/>
              <a:gd name="T43" fmla="*/ 413 h 831"/>
              <a:gd name="T44" fmla="*/ 129 w 271"/>
              <a:gd name="T45" fmla="*/ 434 h 831"/>
              <a:gd name="T46" fmla="*/ 124 w 271"/>
              <a:gd name="T47" fmla="*/ 451 h 831"/>
              <a:gd name="T48" fmla="*/ 117 w 271"/>
              <a:gd name="T49" fmla="*/ 472 h 831"/>
              <a:gd name="T50" fmla="*/ 111 w 271"/>
              <a:gd name="T51" fmla="*/ 489 h 831"/>
              <a:gd name="T52" fmla="*/ 104 w 271"/>
              <a:gd name="T53" fmla="*/ 511 h 831"/>
              <a:gd name="T54" fmla="*/ 99 w 271"/>
              <a:gd name="T55" fmla="*/ 528 h 831"/>
              <a:gd name="T56" fmla="*/ 92 w 271"/>
              <a:gd name="T57" fmla="*/ 549 h 831"/>
              <a:gd name="T58" fmla="*/ 86 w 271"/>
              <a:gd name="T59" fmla="*/ 566 h 831"/>
              <a:gd name="T60" fmla="*/ 79 w 271"/>
              <a:gd name="T61" fmla="*/ 587 h 831"/>
              <a:gd name="T62" fmla="*/ 74 w 271"/>
              <a:gd name="T63" fmla="*/ 604 h 831"/>
              <a:gd name="T64" fmla="*/ 67 w 271"/>
              <a:gd name="T65" fmla="*/ 626 h 831"/>
              <a:gd name="T66" fmla="*/ 61 w 271"/>
              <a:gd name="T67" fmla="*/ 643 h 831"/>
              <a:gd name="T68" fmla="*/ 55 w 271"/>
              <a:gd name="T69" fmla="*/ 664 h 831"/>
              <a:gd name="T70" fmla="*/ 49 w 271"/>
              <a:gd name="T71" fmla="*/ 681 h 831"/>
              <a:gd name="T72" fmla="*/ 42 w 271"/>
              <a:gd name="T73" fmla="*/ 702 h 831"/>
              <a:gd name="T74" fmla="*/ 36 w 271"/>
              <a:gd name="T75" fmla="*/ 719 h 831"/>
              <a:gd name="T76" fmla="*/ 30 w 271"/>
              <a:gd name="T77" fmla="*/ 741 h 831"/>
              <a:gd name="T78" fmla="*/ 24 w 271"/>
              <a:gd name="T79" fmla="*/ 758 h 831"/>
              <a:gd name="T80" fmla="*/ 17 w 271"/>
              <a:gd name="T81" fmla="*/ 779 h 831"/>
              <a:gd name="T82" fmla="*/ 11 w 271"/>
              <a:gd name="T83" fmla="*/ 796 h 831"/>
              <a:gd name="T84" fmla="*/ 5 w 271"/>
              <a:gd name="T85" fmla="*/ 817 h 831"/>
              <a:gd name="T86" fmla="*/ 0 w 271"/>
              <a:gd name="T87" fmla="*/ 831 h 8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1" h="831">
                <a:moveTo>
                  <a:pt x="271" y="0"/>
                </a:moveTo>
                <a:lnTo>
                  <a:pt x="270" y="4"/>
                </a:lnTo>
                <a:moveTo>
                  <a:pt x="267" y="12"/>
                </a:moveTo>
                <a:lnTo>
                  <a:pt x="265" y="17"/>
                </a:lnTo>
                <a:moveTo>
                  <a:pt x="263" y="25"/>
                </a:moveTo>
                <a:lnTo>
                  <a:pt x="261" y="29"/>
                </a:lnTo>
                <a:moveTo>
                  <a:pt x="259" y="38"/>
                </a:moveTo>
                <a:lnTo>
                  <a:pt x="257" y="42"/>
                </a:lnTo>
                <a:moveTo>
                  <a:pt x="254" y="51"/>
                </a:moveTo>
                <a:lnTo>
                  <a:pt x="253" y="55"/>
                </a:lnTo>
                <a:moveTo>
                  <a:pt x="250" y="63"/>
                </a:moveTo>
                <a:lnTo>
                  <a:pt x="249" y="68"/>
                </a:lnTo>
                <a:moveTo>
                  <a:pt x="246" y="76"/>
                </a:moveTo>
                <a:lnTo>
                  <a:pt x="245" y="81"/>
                </a:lnTo>
                <a:moveTo>
                  <a:pt x="242" y="89"/>
                </a:moveTo>
                <a:lnTo>
                  <a:pt x="240" y="93"/>
                </a:lnTo>
                <a:moveTo>
                  <a:pt x="238" y="102"/>
                </a:moveTo>
                <a:lnTo>
                  <a:pt x="236" y="106"/>
                </a:lnTo>
                <a:moveTo>
                  <a:pt x="234" y="115"/>
                </a:moveTo>
                <a:lnTo>
                  <a:pt x="232" y="119"/>
                </a:lnTo>
                <a:moveTo>
                  <a:pt x="229" y="127"/>
                </a:moveTo>
                <a:lnTo>
                  <a:pt x="228" y="132"/>
                </a:lnTo>
                <a:moveTo>
                  <a:pt x="225" y="140"/>
                </a:moveTo>
                <a:lnTo>
                  <a:pt x="224" y="144"/>
                </a:lnTo>
                <a:moveTo>
                  <a:pt x="221" y="153"/>
                </a:moveTo>
                <a:lnTo>
                  <a:pt x="220" y="157"/>
                </a:lnTo>
                <a:moveTo>
                  <a:pt x="217" y="166"/>
                </a:moveTo>
                <a:lnTo>
                  <a:pt x="215" y="170"/>
                </a:lnTo>
                <a:moveTo>
                  <a:pt x="213" y="178"/>
                </a:moveTo>
                <a:lnTo>
                  <a:pt x="211" y="183"/>
                </a:lnTo>
                <a:moveTo>
                  <a:pt x="209" y="191"/>
                </a:moveTo>
                <a:lnTo>
                  <a:pt x="207" y="196"/>
                </a:lnTo>
                <a:moveTo>
                  <a:pt x="204" y="204"/>
                </a:moveTo>
                <a:lnTo>
                  <a:pt x="203" y="208"/>
                </a:lnTo>
                <a:moveTo>
                  <a:pt x="200" y="217"/>
                </a:moveTo>
                <a:lnTo>
                  <a:pt x="199" y="221"/>
                </a:lnTo>
                <a:moveTo>
                  <a:pt x="196" y="230"/>
                </a:moveTo>
                <a:lnTo>
                  <a:pt x="195" y="234"/>
                </a:lnTo>
                <a:moveTo>
                  <a:pt x="192" y="242"/>
                </a:moveTo>
                <a:lnTo>
                  <a:pt x="191" y="247"/>
                </a:lnTo>
                <a:moveTo>
                  <a:pt x="188" y="255"/>
                </a:moveTo>
                <a:lnTo>
                  <a:pt x="186" y="259"/>
                </a:lnTo>
                <a:moveTo>
                  <a:pt x="184" y="268"/>
                </a:moveTo>
                <a:lnTo>
                  <a:pt x="182" y="272"/>
                </a:lnTo>
                <a:moveTo>
                  <a:pt x="179" y="281"/>
                </a:moveTo>
                <a:lnTo>
                  <a:pt x="178" y="285"/>
                </a:lnTo>
                <a:moveTo>
                  <a:pt x="175" y="293"/>
                </a:moveTo>
                <a:lnTo>
                  <a:pt x="174" y="298"/>
                </a:lnTo>
                <a:moveTo>
                  <a:pt x="171" y="306"/>
                </a:moveTo>
                <a:lnTo>
                  <a:pt x="170" y="311"/>
                </a:lnTo>
                <a:moveTo>
                  <a:pt x="167" y="319"/>
                </a:moveTo>
                <a:lnTo>
                  <a:pt x="166" y="323"/>
                </a:lnTo>
                <a:moveTo>
                  <a:pt x="163" y="332"/>
                </a:moveTo>
                <a:lnTo>
                  <a:pt x="161" y="336"/>
                </a:lnTo>
                <a:moveTo>
                  <a:pt x="159" y="345"/>
                </a:moveTo>
                <a:lnTo>
                  <a:pt x="157" y="349"/>
                </a:lnTo>
                <a:moveTo>
                  <a:pt x="154" y="357"/>
                </a:moveTo>
                <a:lnTo>
                  <a:pt x="153" y="362"/>
                </a:lnTo>
                <a:moveTo>
                  <a:pt x="150" y="370"/>
                </a:moveTo>
                <a:lnTo>
                  <a:pt x="149" y="374"/>
                </a:lnTo>
                <a:moveTo>
                  <a:pt x="146" y="383"/>
                </a:moveTo>
                <a:lnTo>
                  <a:pt x="145" y="387"/>
                </a:lnTo>
                <a:moveTo>
                  <a:pt x="142" y="396"/>
                </a:moveTo>
                <a:lnTo>
                  <a:pt x="141" y="400"/>
                </a:lnTo>
                <a:moveTo>
                  <a:pt x="138" y="408"/>
                </a:moveTo>
                <a:lnTo>
                  <a:pt x="136" y="413"/>
                </a:lnTo>
                <a:moveTo>
                  <a:pt x="134" y="421"/>
                </a:moveTo>
                <a:lnTo>
                  <a:pt x="132" y="426"/>
                </a:lnTo>
                <a:moveTo>
                  <a:pt x="129" y="434"/>
                </a:moveTo>
                <a:lnTo>
                  <a:pt x="128" y="438"/>
                </a:lnTo>
                <a:moveTo>
                  <a:pt x="125" y="447"/>
                </a:moveTo>
                <a:lnTo>
                  <a:pt x="124" y="451"/>
                </a:lnTo>
                <a:moveTo>
                  <a:pt x="121" y="460"/>
                </a:moveTo>
                <a:lnTo>
                  <a:pt x="120" y="464"/>
                </a:lnTo>
                <a:moveTo>
                  <a:pt x="117" y="472"/>
                </a:moveTo>
                <a:lnTo>
                  <a:pt x="116" y="477"/>
                </a:lnTo>
                <a:moveTo>
                  <a:pt x="113" y="485"/>
                </a:moveTo>
                <a:lnTo>
                  <a:pt x="111" y="489"/>
                </a:lnTo>
                <a:moveTo>
                  <a:pt x="109" y="498"/>
                </a:moveTo>
                <a:lnTo>
                  <a:pt x="107" y="502"/>
                </a:lnTo>
                <a:moveTo>
                  <a:pt x="104" y="511"/>
                </a:moveTo>
                <a:lnTo>
                  <a:pt x="103" y="515"/>
                </a:lnTo>
                <a:moveTo>
                  <a:pt x="100" y="524"/>
                </a:moveTo>
                <a:lnTo>
                  <a:pt x="99" y="528"/>
                </a:lnTo>
                <a:moveTo>
                  <a:pt x="96" y="536"/>
                </a:moveTo>
                <a:lnTo>
                  <a:pt x="95" y="541"/>
                </a:lnTo>
                <a:moveTo>
                  <a:pt x="92" y="549"/>
                </a:moveTo>
                <a:lnTo>
                  <a:pt x="91" y="553"/>
                </a:lnTo>
                <a:moveTo>
                  <a:pt x="88" y="562"/>
                </a:moveTo>
                <a:lnTo>
                  <a:pt x="86" y="566"/>
                </a:lnTo>
                <a:moveTo>
                  <a:pt x="84" y="575"/>
                </a:moveTo>
                <a:lnTo>
                  <a:pt x="82" y="579"/>
                </a:lnTo>
                <a:moveTo>
                  <a:pt x="79" y="587"/>
                </a:moveTo>
                <a:lnTo>
                  <a:pt x="78" y="592"/>
                </a:lnTo>
                <a:moveTo>
                  <a:pt x="75" y="600"/>
                </a:moveTo>
                <a:lnTo>
                  <a:pt x="74" y="604"/>
                </a:lnTo>
                <a:moveTo>
                  <a:pt x="71" y="613"/>
                </a:moveTo>
                <a:lnTo>
                  <a:pt x="70" y="617"/>
                </a:lnTo>
                <a:moveTo>
                  <a:pt x="67" y="626"/>
                </a:moveTo>
                <a:lnTo>
                  <a:pt x="66" y="630"/>
                </a:lnTo>
                <a:moveTo>
                  <a:pt x="63" y="639"/>
                </a:moveTo>
                <a:lnTo>
                  <a:pt x="61" y="643"/>
                </a:lnTo>
                <a:moveTo>
                  <a:pt x="59" y="651"/>
                </a:moveTo>
                <a:lnTo>
                  <a:pt x="57" y="656"/>
                </a:lnTo>
                <a:moveTo>
                  <a:pt x="55" y="664"/>
                </a:moveTo>
                <a:lnTo>
                  <a:pt x="53" y="668"/>
                </a:lnTo>
                <a:moveTo>
                  <a:pt x="50" y="677"/>
                </a:moveTo>
                <a:lnTo>
                  <a:pt x="49" y="681"/>
                </a:lnTo>
                <a:moveTo>
                  <a:pt x="46" y="690"/>
                </a:moveTo>
                <a:lnTo>
                  <a:pt x="45" y="694"/>
                </a:lnTo>
                <a:moveTo>
                  <a:pt x="42" y="702"/>
                </a:moveTo>
                <a:lnTo>
                  <a:pt x="41" y="707"/>
                </a:lnTo>
                <a:moveTo>
                  <a:pt x="38" y="715"/>
                </a:moveTo>
                <a:lnTo>
                  <a:pt x="36" y="719"/>
                </a:lnTo>
                <a:moveTo>
                  <a:pt x="34" y="728"/>
                </a:moveTo>
                <a:lnTo>
                  <a:pt x="32" y="732"/>
                </a:lnTo>
                <a:moveTo>
                  <a:pt x="30" y="741"/>
                </a:moveTo>
                <a:lnTo>
                  <a:pt x="28" y="745"/>
                </a:lnTo>
                <a:moveTo>
                  <a:pt x="25" y="754"/>
                </a:moveTo>
                <a:lnTo>
                  <a:pt x="24" y="758"/>
                </a:lnTo>
                <a:moveTo>
                  <a:pt x="21" y="766"/>
                </a:moveTo>
                <a:lnTo>
                  <a:pt x="20" y="771"/>
                </a:lnTo>
                <a:moveTo>
                  <a:pt x="17" y="779"/>
                </a:moveTo>
                <a:lnTo>
                  <a:pt x="16" y="783"/>
                </a:lnTo>
                <a:moveTo>
                  <a:pt x="13" y="792"/>
                </a:moveTo>
                <a:lnTo>
                  <a:pt x="11" y="796"/>
                </a:lnTo>
                <a:moveTo>
                  <a:pt x="9" y="805"/>
                </a:moveTo>
                <a:lnTo>
                  <a:pt x="7" y="809"/>
                </a:lnTo>
                <a:moveTo>
                  <a:pt x="5" y="817"/>
                </a:moveTo>
                <a:lnTo>
                  <a:pt x="3" y="822"/>
                </a:lnTo>
                <a:moveTo>
                  <a:pt x="0" y="830"/>
                </a:moveTo>
                <a:lnTo>
                  <a:pt x="0" y="83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1" name="Line 142">
            <a:extLst>
              <a:ext uri="{FF2B5EF4-FFF2-40B4-BE49-F238E27FC236}">
                <a16:creationId xmlns:a16="http://schemas.microsoft.com/office/drawing/2014/main" id="{B79BC7D0-9C8B-0911-0A11-627B5925BF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363" y="308292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2" name="Line 143">
            <a:extLst>
              <a:ext uri="{FF2B5EF4-FFF2-40B4-BE49-F238E27FC236}">
                <a16:creationId xmlns:a16="http://schemas.microsoft.com/office/drawing/2014/main" id="{C81F026C-3714-B434-34CA-E8406D8DB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0150" y="308292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3" name="Line 144">
            <a:extLst>
              <a:ext uri="{FF2B5EF4-FFF2-40B4-BE49-F238E27FC236}">
                <a16:creationId xmlns:a16="http://schemas.microsoft.com/office/drawing/2014/main" id="{34F90DD8-63F2-CD53-6962-B534594573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63" y="5064125"/>
            <a:ext cx="1982788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4" name="Line 145">
            <a:extLst>
              <a:ext uri="{FF2B5EF4-FFF2-40B4-BE49-F238E27FC236}">
                <a16:creationId xmlns:a16="http://schemas.microsoft.com/office/drawing/2014/main" id="{4ED70994-51B0-90BD-4449-94D7BD1F9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63" y="3082925"/>
            <a:ext cx="1982788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5" name="Rectangle 146">
            <a:extLst>
              <a:ext uri="{FF2B5EF4-FFF2-40B4-BE49-F238E27FC236}">
                <a16:creationId xmlns:a16="http://schemas.microsoft.com/office/drawing/2014/main" id="{A7F33776-D19E-BEF8-DFB0-A1BF82BC8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5145088"/>
            <a:ext cx="2254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(c)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6" name="Rectangle 147">
            <a:extLst>
              <a:ext uri="{FF2B5EF4-FFF2-40B4-BE49-F238E27FC236}">
                <a16:creationId xmlns:a16="http://schemas.microsoft.com/office/drawing/2014/main" id="{FBD19853-564A-3435-BC09-4AB371CE9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8" y="5149850"/>
            <a:ext cx="3794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固定概率：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7" name="Rectangle 148">
            <a:extLst>
              <a:ext uri="{FF2B5EF4-FFF2-40B4-BE49-F238E27FC236}">
                <a16:creationId xmlns:a16="http://schemas.microsoft.com/office/drawing/2014/main" id="{09225673-D10F-E2C0-7CC0-FCA2AFC9F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0" y="5145088"/>
            <a:ext cx="1428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8" name="Rectangle 149">
            <a:extLst>
              <a:ext uri="{FF2B5EF4-FFF2-40B4-BE49-F238E27FC236}">
                <a16:creationId xmlns:a16="http://schemas.microsoft.com/office/drawing/2014/main" id="{D9F03EF2-9001-78DE-0B5C-1B0BB23F8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13" y="5283200"/>
            <a:ext cx="1317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9" name="Rectangle 150">
            <a:extLst>
              <a:ext uri="{FF2B5EF4-FFF2-40B4-BE49-F238E27FC236}">
                <a16:creationId xmlns:a16="http://schemas.microsoft.com/office/drawing/2014/main" id="{734AAEF4-A9F7-ED82-AB27-58D66CCDB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528320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0" name="Rectangle 151">
            <a:extLst>
              <a:ext uri="{FF2B5EF4-FFF2-40B4-BE49-F238E27FC236}">
                <a16:creationId xmlns:a16="http://schemas.microsoft.com/office/drawing/2014/main" id="{A17B664C-4E0B-7F1C-3710-5AA6582FA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1" name="Rectangle 152">
            <a:extLst>
              <a:ext uri="{FF2B5EF4-FFF2-40B4-BE49-F238E27FC236}">
                <a16:creationId xmlns:a16="http://schemas.microsoft.com/office/drawing/2014/main" id="{D4FC285F-EDB0-874A-1333-BA54E5585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2" name="Rectangle 153">
            <a:extLst>
              <a:ext uri="{FF2B5EF4-FFF2-40B4-BE49-F238E27FC236}">
                <a16:creationId xmlns:a16="http://schemas.microsoft.com/office/drawing/2014/main" id="{D744DFF3-B5FB-42D6-2DFA-F360CBDC3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3" name="Rectangle 154">
            <a:extLst>
              <a:ext uri="{FF2B5EF4-FFF2-40B4-BE49-F238E27FC236}">
                <a16:creationId xmlns:a16="http://schemas.microsoft.com/office/drawing/2014/main" id="{8177B2FA-5995-3F8A-D92B-5C8778BC5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25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" name="Rectangle 155">
            <a:extLst>
              <a:ext uri="{FF2B5EF4-FFF2-40B4-BE49-F238E27FC236}">
                <a16:creationId xmlns:a16="http://schemas.microsoft.com/office/drawing/2014/main" id="{8434C07E-0E82-0104-91D4-36FC238CE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" name="Rectangle 156">
            <a:extLst>
              <a:ext uri="{FF2B5EF4-FFF2-40B4-BE49-F238E27FC236}">
                <a16:creationId xmlns:a16="http://schemas.microsoft.com/office/drawing/2014/main" id="{408CF743-A387-207B-4BAA-9ADDCF27D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6" name="Rectangle 157">
            <a:extLst>
              <a:ext uri="{FF2B5EF4-FFF2-40B4-BE49-F238E27FC236}">
                <a16:creationId xmlns:a16="http://schemas.microsoft.com/office/drawing/2014/main" id="{EB7CB6C0-75C7-FB3F-4F5D-B2F7C9895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8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" name="Rectangle 158">
            <a:extLst>
              <a:ext uri="{FF2B5EF4-FFF2-40B4-BE49-F238E27FC236}">
                <a16:creationId xmlns:a16="http://schemas.microsoft.com/office/drawing/2014/main" id="{156CF189-F1F5-D6A4-4787-D7BF9C200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5283200"/>
            <a:ext cx="1016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8" name="Rectangle 159">
            <a:extLst>
              <a:ext uri="{FF2B5EF4-FFF2-40B4-BE49-F238E27FC236}">
                <a16:creationId xmlns:a16="http://schemas.microsoft.com/office/drawing/2014/main" id="{E89CA607-ADCE-42CB-36B7-B5385EDEF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9" name="Rectangle 160">
            <a:extLst>
              <a:ext uri="{FF2B5EF4-FFF2-40B4-BE49-F238E27FC236}">
                <a16:creationId xmlns:a16="http://schemas.microsoft.com/office/drawing/2014/main" id="{9739481D-55FA-C237-0C82-6562A2D67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5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0" name="Rectangle 161">
            <a:extLst>
              <a:ext uri="{FF2B5EF4-FFF2-40B4-BE49-F238E27FC236}">
                <a16:creationId xmlns:a16="http://schemas.microsoft.com/office/drawing/2014/main" id="{23B26AF9-6653-60EC-7019-F9E5D28B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050" y="528320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" name="Rectangle 162">
            <a:extLst>
              <a:ext uri="{FF2B5EF4-FFF2-40B4-BE49-F238E27FC236}">
                <a16:creationId xmlns:a16="http://schemas.microsoft.com/office/drawing/2014/main" id="{83B4BF76-909F-DD89-150D-A2D407064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2" name="Rectangle 163">
            <a:extLst>
              <a:ext uri="{FF2B5EF4-FFF2-40B4-BE49-F238E27FC236}">
                <a16:creationId xmlns:a16="http://schemas.microsoft.com/office/drawing/2014/main" id="{F93B14EA-8C8A-C38F-B595-A33F740A1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3" name="Rectangle 164">
            <a:extLst>
              <a:ext uri="{FF2B5EF4-FFF2-40B4-BE49-F238E27FC236}">
                <a16:creationId xmlns:a16="http://schemas.microsoft.com/office/drawing/2014/main" id="{2830ED16-7457-C6B6-CE59-B64FE2849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4" name="Rectangle 165">
            <a:extLst>
              <a:ext uri="{FF2B5EF4-FFF2-40B4-BE49-F238E27FC236}">
                <a16:creationId xmlns:a16="http://schemas.microsoft.com/office/drawing/2014/main" id="{BA3D9756-EDC4-834D-3550-6EA4A6289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" name="Rectangle 166">
            <a:extLst>
              <a:ext uri="{FF2B5EF4-FFF2-40B4-BE49-F238E27FC236}">
                <a16:creationId xmlns:a16="http://schemas.microsoft.com/office/drawing/2014/main" id="{D41C42BD-E720-4EC5-2A66-EC16F87E7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6" name="Rectangle 167">
            <a:extLst>
              <a:ext uri="{FF2B5EF4-FFF2-40B4-BE49-F238E27FC236}">
                <a16:creationId xmlns:a16="http://schemas.microsoft.com/office/drawing/2014/main" id="{FF478A05-4C81-5EA5-856B-8005F9DB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" name="Rectangle 168">
            <a:extLst>
              <a:ext uri="{FF2B5EF4-FFF2-40B4-BE49-F238E27FC236}">
                <a16:creationId xmlns:a16="http://schemas.microsoft.com/office/drawing/2014/main" id="{F5319ACA-E7E7-908B-E656-F89B25F9A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5283200"/>
            <a:ext cx="1127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8" name="Rectangle 169">
            <a:extLst>
              <a:ext uri="{FF2B5EF4-FFF2-40B4-BE49-F238E27FC236}">
                <a16:creationId xmlns:a16="http://schemas.microsoft.com/office/drawing/2014/main" id="{CB344BD0-04FD-AE7F-31DF-DB1A1A4E5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9" name="Rectangle 170">
            <a:extLst>
              <a:ext uri="{FF2B5EF4-FFF2-40B4-BE49-F238E27FC236}">
                <a16:creationId xmlns:a16="http://schemas.microsoft.com/office/drawing/2014/main" id="{6BAE3340-9B68-542F-41B6-8A4B704AA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525" y="5429250"/>
            <a:ext cx="12858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0" name="Rectangle 171">
            <a:extLst>
              <a:ext uri="{FF2B5EF4-FFF2-40B4-BE49-F238E27FC236}">
                <a16:creationId xmlns:a16="http://schemas.microsoft.com/office/drawing/2014/main" id="{2762A07B-F1F6-B54A-FB2B-036733EB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5491163"/>
            <a:ext cx="619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1" name="Rectangle 172">
            <a:extLst>
              <a:ext uri="{FF2B5EF4-FFF2-40B4-BE49-F238E27FC236}">
                <a16:creationId xmlns:a16="http://schemas.microsoft.com/office/drawing/2014/main" id="{10E9D9E3-ED2B-9C8C-D71A-74257EFCA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188" y="5491163"/>
            <a:ext cx="762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2" name="Rectangle 173">
            <a:extLst>
              <a:ext uri="{FF2B5EF4-FFF2-40B4-BE49-F238E27FC236}">
                <a16:creationId xmlns:a16="http://schemas.microsoft.com/office/drawing/2014/main" id="{09BA7321-51AF-3CBE-4CBF-574437E1D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700" y="5491163"/>
            <a:ext cx="666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3" name="Rectangle 174">
            <a:extLst>
              <a:ext uri="{FF2B5EF4-FFF2-40B4-BE49-F238E27FC236}">
                <a16:creationId xmlns:a16="http://schemas.microsoft.com/office/drawing/2014/main" id="{CFF83B9B-E379-7ED4-9964-3C65F4505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5491163"/>
            <a:ext cx="1047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4" name="Rectangle 175">
            <a:extLst>
              <a:ext uri="{FF2B5EF4-FFF2-40B4-BE49-F238E27FC236}">
                <a16:creationId xmlns:a16="http://schemas.microsoft.com/office/drawing/2014/main" id="{91280A4E-BCAC-1821-3105-EC11E78FD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542925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5" name="Rectangle 176">
            <a:extLst>
              <a:ext uri="{FF2B5EF4-FFF2-40B4-BE49-F238E27FC236}">
                <a16:creationId xmlns:a16="http://schemas.microsoft.com/office/drawing/2014/main" id="{F136B9DF-8E27-C1A5-F286-0745ABA40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6" name="Rectangle 177">
            <a:extLst>
              <a:ext uri="{FF2B5EF4-FFF2-40B4-BE49-F238E27FC236}">
                <a16:creationId xmlns:a16="http://schemas.microsoft.com/office/drawing/2014/main" id="{E7EECE13-4A5F-DFA2-5C4D-54DD10843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288" y="54292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7" name="Rectangle 178">
            <a:extLst>
              <a:ext uri="{FF2B5EF4-FFF2-40B4-BE49-F238E27FC236}">
                <a16:creationId xmlns:a16="http://schemas.microsoft.com/office/drawing/2014/main" id="{1B75A1A8-7971-4319-7F7E-6A24EC92B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8" name="Rectangle 179">
            <a:extLst>
              <a:ext uri="{FF2B5EF4-FFF2-40B4-BE49-F238E27FC236}">
                <a16:creationId xmlns:a16="http://schemas.microsoft.com/office/drawing/2014/main" id="{0E1AA537-CBFB-DD69-7EA9-1BACE2676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9" name="Rectangle 180">
            <a:extLst>
              <a:ext uri="{FF2B5EF4-FFF2-40B4-BE49-F238E27FC236}">
                <a16:creationId xmlns:a16="http://schemas.microsoft.com/office/drawing/2014/main" id="{29C53079-98D2-1A77-6EF5-9086C512E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" name="Rectangle 181">
            <a:extLst>
              <a:ext uri="{FF2B5EF4-FFF2-40B4-BE49-F238E27FC236}">
                <a16:creationId xmlns:a16="http://schemas.microsoft.com/office/drawing/2014/main" id="{519217FE-CD19-9B61-4AE7-B179491C2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1" name="Freeform 182">
            <a:extLst>
              <a:ext uri="{FF2B5EF4-FFF2-40B4-BE49-F238E27FC236}">
                <a16:creationId xmlns:a16="http://schemas.microsoft.com/office/drawing/2014/main" id="{49CF0E71-97B6-9407-FD65-7756E11AE076}"/>
              </a:ext>
            </a:extLst>
          </p:cNvPr>
          <p:cNvSpPr>
            <a:spLocks noEditPoints="1"/>
          </p:cNvSpPr>
          <p:nvPr/>
        </p:nvSpPr>
        <p:spPr bwMode="auto">
          <a:xfrm>
            <a:off x="1479550" y="3978275"/>
            <a:ext cx="384175" cy="95250"/>
          </a:xfrm>
          <a:custGeom>
            <a:avLst/>
            <a:gdLst>
              <a:gd name="T0" fmla="*/ 485 w 485"/>
              <a:gd name="T1" fmla="*/ 0 h 121"/>
              <a:gd name="T2" fmla="*/ 340 w 485"/>
              <a:gd name="T3" fmla="*/ 36 h 121"/>
              <a:gd name="T4" fmla="*/ 270 w 485"/>
              <a:gd name="T5" fmla="*/ 53 h 121"/>
              <a:gd name="T6" fmla="*/ 125 w 485"/>
              <a:gd name="T7" fmla="*/ 90 h 121"/>
              <a:gd name="T8" fmla="*/ 55 w 485"/>
              <a:gd name="T9" fmla="*/ 107 h 121"/>
              <a:gd name="T10" fmla="*/ 0 w 485"/>
              <a:gd name="T11" fmla="*/ 121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5" h="121">
                <a:moveTo>
                  <a:pt x="485" y="0"/>
                </a:moveTo>
                <a:lnTo>
                  <a:pt x="340" y="36"/>
                </a:lnTo>
                <a:moveTo>
                  <a:pt x="270" y="53"/>
                </a:moveTo>
                <a:lnTo>
                  <a:pt x="125" y="90"/>
                </a:lnTo>
                <a:moveTo>
                  <a:pt x="55" y="107"/>
                </a:moveTo>
                <a:lnTo>
                  <a:pt x="0" y="121"/>
                </a:lnTo>
              </a:path>
            </a:pathLst>
          </a:cu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2" name="Line 183">
            <a:extLst>
              <a:ext uri="{FF2B5EF4-FFF2-40B4-BE49-F238E27FC236}">
                <a16:creationId xmlns:a16="http://schemas.microsoft.com/office/drawing/2014/main" id="{785CEB27-CBED-40A2-E0D7-AB75A2907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5563" y="3798888"/>
            <a:ext cx="706438" cy="1265238"/>
          </a:xfrm>
          <a:prstGeom prst="line">
            <a:avLst/>
          </a:pr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3" name="Freeform 184">
            <a:extLst>
              <a:ext uri="{FF2B5EF4-FFF2-40B4-BE49-F238E27FC236}">
                <a16:creationId xmlns:a16="http://schemas.microsoft.com/office/drawing/2014/main" id="{44C12D1C-0337-A574-EB55-E0B59AB88265}"/>
              </a:ext>
            </a:extLst>
          </p:cNvPr>
          <p:cNvSpPr>
            <a:spLocks/>
          </p:cNvSpPr>
          <p:nvPr/>
        </p:nvSpPr>
        <p:spPr bwMode="auto">
          <a:xfrm>
            <a:off x="1414463" y="4010025"/>
            <a:ext cx="128588" cy="127000"/>
          </a:xfrm>
          <a:custGeom>
            <a:avLst/>
            <a:gdLst>
              <a:gd name="T0" fmla="*/ 81 w 161"/>
              <a:gd name="T1" fmla="*/ 0 h 161"/>
              <a:gd name="T2" fmla="*/ 138 w 161"/>
              <a:gd name="T3" fmla="*/ 24 h 161"/>
              <a:gd name="T4" fmla="*/ 161 w 161"/>
              <a:gd name="T5" fmla="*/ 81 h 161"/>
              <a:gd name="T6" fmla="*/ 138 w 161"/>
              <a:gd name="T7" fmla="*/ 137 h 161"/>
              <a:gd name="T8" fmla="*/ 81 w 161"/>
              <a:gd name="T9" fmla="*/ 161 h 161"/>
              <a:gd name="T10" fmla="*/ 24 w 161"/>
              <a:gd name="T11" fmla="*/ 137 h 161"/>
              <a:gd name="T12" fmla="*/ 0 w 161"/>
              <a:gd name="T13" fmla="*/ 81 h 161"/>
              <a:gd name="T14" fmla="*/ 24 w 161"/>
              <a:gd name="T15" fmla="*/ 24 h 161"/>
              <a:gd name="T16" fmla="*/ 81 w 161"/>
              <a:gd name="T17" fmla="*/ 0 h 161"/>
              <a:gd name="T18" fmla="*/ 81 w 161"/>
              <a:gd name="T19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1" h="161">
                <a:moveTo>
                  <a:pt x="81" y="0"/>
                </a:moveTo>
                <a:cubicBezTo>
                  <a:pt x="102" y="0"/>
                  <a:pt x="122" y="9"/>
                  <a:pt x="138" y="24"/>
                </a:cubicBezTo>
                <a:cubicBezTo>
                  <a:pt x="153" y="39"/>
                  <a:pt x="161" y="59"/>
                  <a:pt x="161" y="81"/>
                </a:cubicBezTo>
                <a:cubicBezTo>
                  <a:pt x="161" y="102"/>
                  <a:pt x="153" y="122"/>
                  <a:pt x="138" y="137"/>
                </a:cubicBezTo>
                <a:cubicBezTo>
                  <a:pt x="122" y="153"/>
                  <a:pt x="102" y="161"/>
                  <a:pt x="81" y="161"/>
                </a:cubicBezTo>
                <a:cubicBezTo>
                  <a:pt x="59" y="161"/>
                  <a:pt x="39" y="153"/>
                  <a:pt x="24" y="137"/>
                </a:cubicBezTo>
                <a:cubicBezTo>
                  <a:pt x="9" y="122"/>
                  <a:pt x="0" y="102"/>
                  <a:pt x="0" y="81"/>
                </a:cubicBezTo>
                <a:cubicBezTo>
                  <a:pt x="0" y="59"/>
                  <a:pt x="9" y="39"/>
                  <a:pt x="24" y="24"/>
                </a:cubicBezTo>
                <a:cubicBezTo>
                  <a:pt x="39" y="9"/>
                  <a:pt x="59" y="0"/>
                  <a:pt x="81" y="0"/>
                </a:cubicBezTo>
                <a:lnTo>
                  <a:pt x="81" y="0"/>
                </a:ln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4" name="Rectangle 185">
            <a:extLst>
              <a:ext uri="{FF2B5EF4-FFF2-40B4-BE49-F238E27FC236}">
                <a16:creationId xmlns:a16="http://schemas.microsoft.com/office/drawing/2014/main" id="{C14279B1-7597-3717-9574-640BA95CB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6" y="3082925"/>
            <a:ext cx="19812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" name="Freeform 186">
            <a:extLst>
              <a:ext uri="{FF2B5EF4-FFF2-40B4-BE49-F238E27FC236}">
                <a16:creationId xmlns:a16="http://schemas.microsoft.com/office/drawing/2014/main" id="{DC379EA8-51AC-33FB-294C-436A5E76BCD7}"/>
              </a:ext>
            </a:extLst>
          </p:cNvPr>
          <p:cNvSpPr>
            <a:spLocks noEditPoints="1"/>
          </p:cNvSpPr>
          <p:nvPr/>
        </p:nvSpPr>
        <p:spPr bwMode="auto">
          <a:xfrm>
            <a:off x="5307013" y="3983038"/>
            <a:ext cx="15875" cy="20638"/>
          </a:xfrm>
          <a:custGeom>
            <a:avLst/>
            <a:gdLst>
              <a:gd name="T0" fmla="*/ 0 w 19"/>
              <a:gd name="T1" fmla="*/ 0 h 26"/>
              <a:gd name="T2" fmla="*/ 3 w 19"/>
              <a:gd name="T3" fmla="*/ 4 h 26"/>
              <a:gd name="T4" fmla="*/ 8 w 19"/>
              <a:gd name="T5" fmla="*/ 11 h 26"/>
              <a:gd name="T6" fmla="*/ 11 w 19"/>
              <a:gd name="T7" fmla="*/ 15 h 26"/>
              <a:gd name="T8" fmla="*/ 16 w 19"/>
              <a:gd name="T9" fmla="*/ 22 h 26"/>
              <a:gd name="T10" fmla="*/ 19 w 19"/>
              <a:gd name="T11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26">
                <a:moveTo>
                  <a:pt x="0" y="0"/>
                </a:moveTo>
                <a:lnTo>
                  <a:pt x="3" y="4"/>
                </a:lnTo>
                <a:moveTo>
                  <a:pt x="8" y="11"/>
                </a:moveTo>
                <a:lnTo>
                  <a:pt x="11" y="15"/>
                </a:lnTo>
                <a:moveTo>
                  <a:pt x="16" y="22"/>
                </a:moveTo>
                <a:lnTo>
                  <a:pt x="19" y="2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6" name="Freeform 187">
            <a:extLst>
              <a:ext uri="{FF2B5EF4-FFF2-40B4-BE49-F238E27FC236}">
                <a16:creationId xmlns:a16="http://schemas.microsoft.com/office/drawing/2014/main" id="{01C07961-D2CA-0570-40ED-6DBD344C534F}"/>
              </a:ext>
            </a:extLst>
          </p:cNvPr>
          <p:cNvSpPr>
            <a:spLocks noEditPoints="1"/>
          </p:cNvSpPr>
          <p:nvPr/>
        </p:nvSpPr>
        <p:spPr bwMode="auto">
          <a:xfrm>
            <a:off x="3343276" y="3963988"/>
            <a:ext cx="279400" cy="266700"/>
          </a:xfrm>
          <a:custGeom>
            <a:avLst/>
            <a:gdLst>
              <a:gd name="T0" fmla="*/ 4 w 353"/>
              <a:gd name="T1" fmla="*/ 3 h 337"/>
              <a:gd name="T2" fmla="*/ 13 w 353"/>
              <a:gd name="T3" fmla="*/ 13 h 337"/>
              <a:gd name="T4" fmla="*/ 23 w 353"/>
              <a:gd name="T5" fmla="*/ 22 h 337"/>
              <a:gd name="T6" fmla="*/ 33 w 353"/>
              <a:gd name="T7" fmla="*/ 31 h 337"/>
              <a:gd name="T8" fmla="*/ 43 w 353"/>
              <a:gd name="T9" fmla="*/ 41 h 337"/>
              <a:gd name="T10" fmla="*/ 52 w 353"/>
              <a:gd name="T11" fmla="*/ 50 h 337"/>
              <a:gd name="T12" fmla="*/ 62 w 353"/>
              <a:gd name="T13" fmla="*/ 59 h 337"/>
              <a:gd name="T14" fmla="*/ 72 w 353"/>
              <a:gd name="T15" fmla="*/ 68 h 337"/>
              <a:gd name="T16" fmla="*/ 81 w 353"/>
              <a:gd name="T17" fmla="*/ 78 h 337"/>
              <a:gd name="T18" fmla="*/ 91 w 353"/>
              <a:gd name="T19" fmla="*/ 87 h 337"/>
              <a:gd name="T20" fmla="*/ 101 w 353"/>
              <a:gd name="T21" fmla="*/ 96 h 337"/>
              <a:gd name="T22" fmla="*/ 111 w 353"/>
              <a:gd name="T23" fmla="*/ 106 h 337"/>
              <a:gd name="T24" fmla="*/ 120 w 353"/>
              <a:gd name="T25" fmla="*/ 115 h 337"/>
              <a:gd name="T26" fmla="*/ 130 w 353"/>
              <a:gd name="T27" fmla="*/ 124 h 337"/>
              <a:gd name="T28" fmla="*/ 140 w 353"/>
              <a:gd name="T29" fmla="*/ 133 h 337"/>
              <a:gd name="T30" fmla="*/ 149 w 353"/>
              <a:gd name="T31" fmla="*/ 143 h 337"/>
              <a:gd name="T32" fmla="*/ 159 w 353"/>
              <a:gd name="T33" fmla="*/ 152 h 337"/>
              <a:gd name="T34" fmla="*/ 169 w 353"/>
              <a:gd name="T35" fmla="*/ 161 h 337"/>
              <a:gd name="T36" fmla="*/ 179 w 353"/>
              <a:gd name="T37" fmla="*/ 171 h 337"/>
              <a:gd name="T38" fmla="*/ 188 w 353"/>
              <a:gd name="T39" fmla="*/ 180 h 337"/>
              <a:gd name="T40" fmla="*/ 198 w 353"/>
              <a:gd name="T41" fmla="*/ 189 h 337"/>
              <a:gd name="T42" fmla="*/ 208 w 353"/>
              <a:gd name="T43" fmla="*/ 199 h 337"/>
              <a:gd name="T44" fmla="*/ 217 w 353"/>
              <a:gd name="T45" fmla="*/ 208 h 337"/>
              <a:gd name="T46" fmla="*/ 227 w 353"/>
              <a:gd name="T47" fmla="*/ 217 h 337"/>
              <a:gd name="T48" fmla="*/ 237 w 353"/>
              <a:gd name="T49" fmla="*/ 226 h 337"/>
              <a:gd name="T50" fmla="*/ 247 w 353"/>
              <a:gd name="T51" fmla="*/ 236 h 337"/>
              <a:gd name="T52" fmla="*/ 256 w 353"/>
              <a:gd name="T53" fmla="*/ 245 h 337"/>
              <a:gd name="T54" fmla="*/ 266 w 353"/>
              <a:gd name="T55" fmla="*/ 254 h 337"/>
              <a:gd name="T56" fmla="*/ 276 w 353"/>
              <a:gd name="T57" fmla="*/ 264 h 337"/>
              <a:gd name="T58" fmla="*/ 285 w 353"/>
              <a:gd name="T59" fmla="*/ 273 h 337"/>
              <a:gd name="T60" fmla="*/ 295 w 353"/>
              <a:gd name="T61" fmla="*/ 282 h 337"/>
              <a:gd name="T62" fmla="*/ 305 w 353"/>
              <a:gd name="T63" fmla="*/ 291 h 337"/>
              <a:gd name="T64" fmla="*/ 315 w 353"/>
              <a:gd name="T65" fmla="*/ 301 h 337"/>
              <a:gd name="T66" fmla="*/ 324 w 353"/>
              <a:gd name="T67" fmla="*/ 310 h 337"/>
              <a:gd name="T68" fmla="*/ 334 w 353"/>
              <a:gd name="T69" fmla="*/ 319 h 337"/>
              <a:gd name="T70" fmla="*/ 344 w 353"/>
              <a:gd name="T71" fmla="*/ 329 h 337"/>
              <a:gd name="T72" fmla="*/ 353 w 353"/>
              <a:gd name="T73" fmla="*/ 337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53" h="337">
                <a:moveTo>
                  <a:pt x="0" y="0"/>
                </a:moveTo>
                <a:lnTo>
                  <a:pt x="4" y="3"/>
                </a:lnTo>
                <a:moveTo>
                  <a:pt x="10" y="10"/>
                </a:moveTo>
                <a:lnTo>
                  <a:pt x="13" y="13"/>
                </a:lnTo>
                <a:moveTo>
                  <a:pt x="20" y="19"/>
                </a:moveTo>
                <a:lnTo>
                  <a:pt x="23" y="22"/>
                </a:lnTo>
                <a:moveTo>
                  <a:pt x="30" y="28"/>
                </a:moveTo>
                <a:lnTo>
                  <a:pt x="33" y="31"/>
                </a:lnTo>
                <a:moveTo>
                  <a:pt x="39" y="38"/>
                </a:moveTo>
                <a:lnTo>
                  <a:pt x="43" y="41"/>
                </a:lnTo>
                <a:moveTo>
                  <a:pt x="49" y="47"/>
                </a:moveTo>
                <a:lnTo>
                  <a:pt x="52" y="50"/>
                </a:lnTo>
                <a:moveTo>
                  <a:pt x="59" y="56"/>
                </a:moveTo>
                <a:lnTo>
                  <a:pt x="62" y="59"/>
                </a:lnTo>
                <a:moveTo>
                  <a:pt x="68" y="65"/>
                </a:moveTo>
                <a:lnTo>
                  <a:pt x="72" y="68"/>
                </a:lnTo>
                <a:moveTo>
                  <a:pt x="78" y="75"/>
                </a:moveTo>
                <a:lnTo>
                  <a:pt x="81" y="78"/>
                </a:lnTo>
                <a:moveTo>
                  <a:pt x="88" y="84"/>
                </a:moveTo>
                <a:lnTo>
                  <a:pt x="91" y="87"/>
                </a:lnTo>
                <a:moveTo>
                  <a:pt x="98" y="93"/>
                </a:moveTo>
                <a:lnTo>
                  <a:pt x="101" y="96"/>
                </a:lnTo>
                <a:moveTo>
                  <a:pt x="107" y="103"/>
                </a:moveTo>
                <a:lnTo>
                  <a:pt x="111" y="106"/>
                </a:lnTo>
                <a:moveTo>
                  <a:pt x="117" y="112"/>
                </a:moveTo>
                <a:lnTo>
                  <a:pt x="120" y="115"/>
                </a:lnTo>
                <a:moveTo>
                  <a:pt x="127" y="121"/>
                </a:moveTo>
                <a:lnTo>
                  <a:pt x="130" y="124"/>
                </a:lnTo>
                <a:moveTo>
                  <a:pt x="136" y="130"/>
                </a:moveTo>
                <a:lnTo>
                  <a:pt x="140" y="133"/>
                </a:lnTo>
                <a:moveTo>
                  <a:pt x="146" y="140"/>
                </a:moveTo>
                <a:lnTo>
                  <a:pt x="149" y="143"/>
                </a:lnTo>
                <a:moveTo>
                  <a:pt x="156" y="149"/>
                </a:moveTo>
                <a:lnTo>
                  <a:pt x="159" y="152"/>
                </a:lnTo>
                <a:moveTo>
                  <a:pt x="166" y="158"/>
                </a:moveTo>
                <a:lnTo>
                  <a:pt x="169" y="161"/>
                </a:lnTo>
                <a:moveTo>
                  <a:pt x="175" y="168"/>
                </a:moveTo>
                <a:lnTo>
                  <a:pt x="179" y="171"/>
                </a:lnTo>
                <a:moveTo>
                  <a:pt x="185" y="177"/>
                </a:moveTo>
                <a:lnTo>
                  <a:pt x="188" y="180"/>
                </a:lnTo>
                <a:moveTo>
                  <a:pt x="195" y="186"/>
                </a:moveTo>
                <a:lnTo>
                  <a:pt x="198" y="189"/>
                </a:lnTo>
                <a:moveTo>
                  <a:pt x="204" y="195"/>
                </a:moveTo>
                <a:lnTo>
                  <a:pt x="208" y="199"/>
                </a:lnTo>
                <a:moveTo>
                  <a:pt x="214" y="205"/>
                </a:moveTo>
                <a:lnTo>
                  <a:pt x="217" y="208"/>
                </a:lnTo>
                <a:moveTo>
                  <a:pt x="224" y="214"/>
                </a:moveTo>
                <a:lnTo>
                  <a:pt x="227" y="217"/>
                </a:lnTo>
                <a:moveTo>
                  <a:pt x="234" y="223"/>
                </a:moveTo>
                <a:lnTo>
                  <a:pt x="237" y="226"/>
                </a:lnTo>
                <a:moveTo>
                  <a:pt x="243" y="233"/>
                </a:moveTo>
                <a:lnTo>
                  <a:pt x="247" y="236"/>
                </a:lnTo>
                <a:moveTo>
                  <a:pt x="253" y="242"/>
                </a:moveTo>
                <a:lnTo>
                  <a:pt x="256" y="245"/>
                </a:lnTo>
                <a:moveTo>
                  <a:pt x="263" y="251"/>
                </a:moveTo>
                <a:lnTo>
                  <a:pt x="266" y="254"/>
                </a:lnTo>
                <a:moveTo>
                  <a:pt x="272" y="260"/>
                </a:moveTo>
                <a:lnTo>
                  <a:pt x="276" y="264"/>
                </a:lnTo>
                <a:moveTo>
                  <a:pt x="282" y="270"/>
                </a:moveTo>
                <a:lnTo>
                  <a:pt x="285" y="273"/>
                </a:lnTo>
                <a:moveTo>
                  <a:pt x="292" y="279"/>
                </a:moveTo>
                <a:lnTo>
                  <a:pt x="295" y="282"/>
                </a:lnTo>
                <a:moveTo>
                  <a:pt x="302" y="288"/>
                </a:moveTo>
                <a:lnTo>
                  <a:pt x="305" y="291"/>
                </a:lnTo>
                <a:moveTo>
                  <a:pt x="311" y="298"/>
                </a:moveTo>
                <a:lnTo>
                  <a:pt x="315" y="301"/>
                </a:lnTo>
                <a:moveTo>
                  <a:pt x="321" y="307"/>
                </a:moveTo>
                <a:lnTo>
                  <a:pt x="324" y="310"/>
                </a:lnTo>
                <a:moveTo>
                  <a:pt x="331" y="316"/>
                </a:moveTo>
                <a:lnTo>
                  <a:pt x="334" y="319"/>
                </a:lnTo>
                <a:moveTo>
                  <a:pt x="340" y="325"/>
                </a:moveTo>
                <a:lnTo>
                  <a:pt x="344" y="329"/>
                </a:lnTo>
                <a:moveTo>
                  <a:pt x="350" y="335"/>
                </a:moveTo>
                <a:lnTo>
                  <a:pt x="353" y="337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7" name="Freeform 188">
            <a:extLst>
              <a:ext uri="{FF2B5EF4-FFF2-40B4-BE49-F238E27FC236}">
                <a16:creationId xmlns:a16="http://schemas.microsoft.com/office/drawing/2014/main" id="{713D7BAA-EC9A-2185-2A2B-938D18484637}"/>
              </a:ext>
            </a:extLst>
          </p:cNvPr>
          <p:cNvSpPr>
            <a:spLocks noEditPoints="1"/>
          </p:cNvSpPr>
          <p:nvPr/>
        </p:nvSpPr>
        <p:spPr bwMode="auto">
          <a:xfrm>
            <a:off x="3343276" y="4286250"/>
            <a:ext cx="1101725" cy="676275"/>
          </a:xfrm>
          <a:custGeom>
            <a:avLst/>
            <a:gdLst>
              <a:gd name="T0" fmla="*/ 15 w 1386"/>
              <a:gd name="T1" fmla="*/ 10 h 853"/>
              <a:gd name="T2" fmla="*/ 38 w 1386"/>
              <a:gd name="T3" fmla="*/ 24 h 853"/>
              <a:gd name="T4" fmla="*/ 61 w 1386"/>
              <a:gd name="T5" fmla="*/ 38 h 853"/>
              <a:gd name="T6" fmla="*/ 84 w 1386"/>
              <a:gd name="T7" fmla="*/ 52 h 853"/>
              <a:gd name="T8" fmla="*/ 107 w 1386"/>
              <a:gd name="T9" fmla="*/ 66 h 853"/>
              <a:gd name="T10" fmla="*/ 130 w 1386"/>
              <a:gd name="T11" fmla="*/ 80 h 853"/>
              <a:gd name="T12" fmla="*/ 153 w 1386"/>
              <a:gd name="T13" fmla="*/ 94 h 853"/>
              <a:gd name="T14" fmla="*/ 176 w 1386"/>
              <a:gd name="T15" fmla="*/ 108 h 853"/>
              <a:gd name="T16" fmla="*/ 198 w 1386"/>
              <a:gd name="T17" fmla="*/ 122 h 853"/>
              <a:gd name="T18" fmla="*/ 221 w 1386"/>
              <a:gd name="T19" fmla="*/ 136 h 853"/>
              <a:gd name="T20" fmla="*/ 244 w 1386"/>
              <a:gd name="T21" fmla="*/ 150 h 853"/>
              <a:gd name="T22" fmla="*/ 267 w 1386"/>
              <a:gd name="T23" fmla="*/ 165 h 853"/>
              <a:gd name="T24" fmla="*/ 290 w 1386"/>
              <a:gd name="T25" fmla="*/ 179 h 853"/>
              <a:gd name="T26" fmla="*/ 313 w 1386"/>
              <a:gd name="T27" fmla="*/ 193 h 853"/>
              <a:gd name="T28" fmla="*/ 336 w 1386"/>
              <a:gd name="T29" fmla="*/ 207 h 853"/>
              <a:gd name="T30" fmla="*/ 359 w 1386"/>
              <a:gd name="T31" fmla="*/ 221 h 853"/>
              <a:gd name="T32" fmla="*/ 382 w 1386"/>
              <a:gd name="T33" fmla="*/ 235 h 853"/>
              <a:gd name="T34" fmla="*/ 404 w 1386"/>
              <a:gd name="T35" fmla="*/ 249 h 853"/>
              <a:gd name="T36" fmla="*/ 427 w 1386"/>
              <a:gd name="T37" fmla="*/ 263 h 853"/>
              <a:gd name="T38" fmla="*/ 450 w 1386"/>
              <a:gd name="T39" fmla="*/ 277 h 853"/>
              <a:gd name="T40" fmla="*/ 473 w 1386"/>
              <a:gd name="T41" fmla="*/ 291 h 853"/>
              <a:gd name="T42" fmla="*/ 496 w 1386"/>
              <a:gd name="T43" fmla="*/ 305 h 853"/>
              <a:gd name="T44" fmla="*/ 519 w 1386"/>
              <a:gd name="T45" fmla="*/ 320 h 853"/>
              <a:gd name="T46" fmla="*/ 542 w 1386"/>
              <a:gd name="T47" fmla="*/ 334 h 853"/>
              <a:gd name="T48" fmla="*/ 565 w 1386"/>
              <a:gd name="T49" fmla="*/ 348 h 853"/>
              <a:gd name="T50" fmla="*/ 588 w 1386"/>
              <a:gd name="T51" fmla="*/ 362 h 853"/>
              <a:gd name="T52" fmla="*/ 611 w 1386"/>
              <a:gd name="T53" fmla="*/ 376 h 853"/>
              <a:gd name="T54" fmla="*/ 633 w 1386"/>
              <a:gd name="T55" fmla="*/ 390 h 853"/>
              <a:gd name="T56" fmla="*/ 656 w 1386"/>
              <a:gd name="T57" fmla="*/ 404 h 853"/>
              <a:gd name="T58" fmla="*/ 679 w 1386"/>
              <a:gd name="T59" fmla="*/ 418 h 853"/>
              <a:gd name="T60" fmla="*/ 702 w 1386"/>
              <a:gd name="T61" fmla="*/ 432 h 853"/>
              <a:gd name="T62" fmla="*/ 725 w 1386"/>
              <a:gd name="T63" fmla="*/ 446 h 853"/>
              <a:gd name="T64" fmla="*/ 748 w 1386"/>
              <a:gd name="T65" fmla="*/ 460 h 853"/>
              <a:gd name="T66" fmla="*/ 771 w 1386"/>
              <a:gd name="T67" fmla="*/ 475 h 853"/>
              <a:gd name="T68" fmla="*/ 794 w 1386"/>
              <a:gd name="T69" fmla="*/ 489 h 853"/>
              <a:gd name="T70" fmla="*/ 817 w 1386"/>
              <a:gd name="T71" fmla="*/ 503 h 853"/>
              <a:gd name="T72" fmla="*/ 839 w 1386"/>
              <a:gd name="T73" fmla="*/ 517 h 853"/>
              <a:gd name="T74" fmla="*/ 862 w 1386"/>
              <a:gd name="T75" fmla="*/ 531 h 853"/>
              <a:gd name="T76" fmla="*/ 885 w 1386"/>
              <a:gd name="T77" fmla="*/ 545 h 853"/>
              <a:gd name="T78" fmla="*/ 908 w 1386"/>
              <a:gd name="T79" fmla="*/ 559 h 853"/>
              <a:gd name="T80" fmla="*/ 931 w 1386"/>
              <a:gd name="T81" fmla="*/ 573 h 853"/>
              <a:gd name="T82" fmla="*/ 954 w 1386"/>
              <a:gd name="T83" fmla="*/ 587 h 853"/>
              <a:gd name="T84" fmla="*/ 977 w 1386"/>
              <a:gd name="T85" fmla="*/ 601 h 853"/>
              <a:gd name="T86" fmla="*/ 1000 w 1386"/>
              <a:gd name="T87" fmla="*/ 615 h 853"/>
              <a:gd name="T88" fmla="*/ 1023 w 1386"/>
              <a:gd name="T89" fmla="*/ 630 h 853"/>
              <a:gd name="T90" fmla="*/ 1045 w 1386"/>
              <a:gd name="T91" fmla="*/ 644 h 853"/>
              <a:gd name="T92" fmla="*/ 1068 w 1386"/>
              <a:gd name="T93" fmla="*/ 658 h 853"/>
              <a:gd name="T94" fmla="*/ 1091 w 1386"/>
              <a:gd name="T95" fmla="*/ 672 h 853"/>
              <a:gd name="T96" fmla="*/ 1114 w 1386"/>
              <a:gd name="T97" fmla="*/ 686 h 853"/>
              <a:gd name="T98" fmla="*/ 1137 w 1386"/>
              <a:gd name="T99" fmla="*/ 700 h 853"/>
              <a:gd name="T100" fmla="*/ 1160 w 1386"/>
              <a:gd name="T101" fmla="*/ 714 h 853"/>
              <a:gd name="T102" fmla="*/ 1183 w 1386"/>
              <a:gd name="T103" fmla="*/ 728 h 853"/>
              <a:gd name="T104" fmla="*/ 1206 w 1386"/>
              <a:gd name="T105" fmla="*/ 742 h 853"/>
              <a:gd name="T106" fmla="*/ 1229 w 1386"/>
              <a:gd name="T107" fmla="*/ 756 h 853"/>
              <a:gd name="T108" fmla="*/ 1251 w 1386"/>
              <a:gd name="T109" fmla="*/ 770 h 853"/>
              <a:gd name="T110" fmla="*/ 1274 w 1386"/>
              <a:gd name="T111" fmla="*/ 785 h 853"/>
              <a:gd name="T112" fmla="*/ 1297 w 1386"/>
              <a:gd name="T113" fmla="*/ 799 h 853"/>
              <a:gd name="T114" fmla="*/ 1320 w 1386"/>
              <a:gd name="T115" fmla="*/ 813 h 853"/>
              <a:gd name="T116" fmla="*/ 1343 w 1386"/>
              <a:gd name="T117" fmla="*/ 827 h 853"/>
              <a:gd name="T118" fmla="*/ 1366 w 1386"/>
              <a:gd name="T119" fmla="*/ 841 h 853"/>
              <a:gd name="T120" fmla="*/ 1386 w 1386"/>
              <a:gd name="T121" fmla="*/ 853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86" h="853">
                <a:moveTo>
                  <a:pt x="0" y="0"/>
                </a:moveTo>
                <a:lnTo>
                  <a:pt x="4" y="2"/>
                </a:lnTo>
                <a:moveTo>
                  <a:pt x="12" y="7"/>
                </a:moveTo>
                <a:lnTo>
                  <a:pt x="15" y="10"/>
                </a:lnTo>
                <a:moveTo>
                  <a:pt x="23" y="14"/>
                </a:moveTo>
                <a:lnTo>
                  <a:pt x="27" y="17"/>
                </a:lnTo>
                <a:moveTo>
                  <a:pt x="34" y="21"/>
                </a:moveTo>
                <a:lnTo>
                  <a:pt x="38" y="24"/>
                </a:lnTo>
                <a:moveTo>
                  <a:pt x="46" y="28"/>
                </a:moveTo>
                <a:lnTo>
                  <a:pt x="50" y="31"/>
                </a:lnTo>
                <a:moveTo>
                  <a:pt x="57" y="35"/>
                </a:moveTo>
                <a:lnTo>
                  <a:pt x="61" y="38"/>
                </a:lnTo>
                <a:moveTo>
                  <a:pt x="69" y="42"/>
                </a:moveTo>
                <a:lnTo>
                  <a:pt x="73" y="45"/>
                </a:lnTo>
                <a:moveTo>
                  <a:pt x="80" y="49"/>
                </a:moveTo>
                <a:lnTo>
                  <a:pt x="84" y="52"/>
                </a:lnTo>
                <a:moveTo>
                  <a:pt x="92" y="56"/>
                </a:moveTo>
                <a:lnTo>
                  <a:pt x="95" y="59"/>
                </a:lnTo>
                <a:moveTo>
                  <a:pt x="103" y="64"/>
                </a:moveTo>
                <a:lnTo>
                  <a:pt x="107" y="66"/>
                </a:lnTo>
                <a:moveTo>
                  <a:pt x="115" y="71"/>
                </a:moveTo>
                <a:lnTo>
                  <a:pt x="118" y="73"/>
                </a:lnTo>
                <a:moveTo>
                  <a:pt x="126" y="78"/>
                </a:moveTo>
                <a:lnTo>
                  <a:pt x="130" y="80"/>
                </a:lnTo>
                <a:moveTo>
                  <a:pt x="137" y="85"/>
                </a:moveTo>
                <a:lnTo>
                  <a:pt x="141" y="87"/>
                </a:lnTo>
                <a:moveTo>
                  <a:pt x="149" y="92"/>
                </a:moveTo>
                <a:lnTo>
                  <a:pt x="153" y="94"/>
                </a:lnTo>
                <a:moveTo>
                  <a:pt x="160" y="99"/>
                </a:moveTo>
                <a:lnTo>
                  <a:pt x="164" y="101"/>
                </a:lnTo>
                <a:moveTo>
                  <a:pt x="172" y="106"/>
                </a:moveTo>
                <a:lnTo>
                  <a:pt x="176" y="108"/>
                </a:lnTo>
                <a:moveTo>
                  <a:pt x="183" y="113"/>
                </a:moveTo>
                <a:lnTo>
                  <a:pt x="187" y="115"/>
                </a:lnTo>
                <a:moveTo>
                  <a:pt x="195" y="120"/>
                </a:moveTo>
                <a:lnTo>
                  <a:pt x="198" y="122"/>
                </a:lnTo>
                <a:moveTo>
                  <a:pt x="206" y="127"/>
                </a:moveTo>
                <a:lnTo>
                  <a:pt x="210" y="129"/>
                </a:lnTo>
                <a:moveTo>
                  <a:pt x="218" y="134"/>
                </a:moveTo>
                <a:lnTo>
                  <a:pt x="221" y="136"/>
                </a:lnTo>
                <a:moveTo>
                  <a:pt x="229" y="141"/>
                </a:moveTo>
                <a:lnTo>
                  <a:pt x="233" y="143"/>
                </a:lnTo>
                <a:moveTo>
                  <a:pt x="240" y="148"/>
                </a:moveTo>
                <a:lnTo>
                  <a:pt x="244" y="150"/>
                </a:lnTo>
                <a:moveTo>
                  <a:pt x="252" y="155"/>
                </a:moveTo>
                <a:lnTo>
                  <a:pt x="256" y="157"/>
                </a:lnTo>
                <a:moveTo>
                  <a:pt x="263" y="162"/>
                </a:moveTo>
                <a:lnTo>
                  <a:pt x="267" y="165"/>
                </a:lnTo>
                <a:moveTo>
                  <a:pt x="275" y="169"/>
                </a:moveTo>
                <a:lnTo>
                  <a:pt x="279" y="172"/>
                </a:lnTo>
                <a:moveTo>
                  <a:pt x="286" y="176"/>
                </a:moveTo>
                <a:lnTo>
                  <a:pt x="290" y="179"/>
                </a:lnTo>
                <a:moveTo>
                  <a:pt x="298" y="183"/>
                </a:moveTo>
                <a:lnTo>
                  <a:pt x="301" y="186"/>
                </a:lnTo>
                <a:moveTo>
                  <a:pt x="309" y="190"/>
                </a:moveTo>
                <a:lnTo>
                  <a:pt x="313" y="193"/>
                </a:lnTo>
                <a:moveTo>
                  <a:pt x="321" y="197"/>
                </a:moveTo>
                <a:lnTo>
                  <a:pt x="324" y="200"/>
                </a:lnTo>
                <a:moveTo>
                  <a:pt x="332" y="204"/>
                </a:moveTo>
                <a:lnTo>
                  <a:pt x="336" y="207"/>
                </a:lnTo>
                <a:moveTo>
                  <a:pt x="343" y="212"/>
                </a:moveTo>
                <a:lnTo>
                  <a:pt x="347" y="214"/>
                </a:lnTo>
                <a:moveTo>
                  <a:pt x="355" y="219"/>
                </a:moveTo>
                <a:lnTo>
                  <a:pt x="359" y="221"/>
                </a:lnTo>
                <a:moveTo>
                  <a:pt x="366" y="226"/>
                </a:moveTo>
                <a:lnTo>
                  <a:pt x="370" y="228"/>
                </a:lnTo>
                <a:moveTo>
                  <a:pt x="378" y="233"/>
                </a:moveTo>
                <a:lnTo>
                  <a:pt x="382" y="235"/>
                </a:lnTo>
                <a:moveTo>
                  <a:pt x="389" y="240"/>
                </a:moveTo>
                <a:lnTo>
                  <a:pt x="393" y="242"/>
                </a:lnTo>
                <a:moveTo>
                  <a:pt x="401" y="247"/>
                </a:moveTo>
                <a:lnTo>
                  <a:pt x="404" y="249"/>
                </a:lnTo>
                <a:moveTo>
                  <a:pt x="412" y="254"/>
                </a:moveTo>
                <a:lnTo>
                  <a:pt x="416" y="256"/>
                </a:lnTo>
                <a:moveTo>
                  <a:pt x="424" y="261"/>
                </a:moveTo>
                <a:lnTo>
                  <a:pt x="427" y="263"/>
                </a:lnTo>
                <a:moveTo>
                  <a:pt x="435" y="268"/>
                </a:moveTo>
                <a:lnTo>
                  <a:pt x="439" y="270"/>
                </a:lnTo>
                <a:moveTo>
                  <a:pt x="446" y="275"/>
                </a:moveTo>
                <a:lnTo>
                  <a:pt x="450" y="277"/>
                </a:lnTo>
                <a:moveTo>
                  <a:pt x="458" y="282"/>
                </a:moveTo>
                <a:lnTo>
                  <a:pt x="462" y="284"/>
                </a:lnTo>
                <a:moveTo>
                  <a:pt x="469" y="289"/>
                </a:moveTo>
                <a:lnTo>
                  <a:pt x="473" y="291"/>
                </a:lnTo>
                <a:moveTo>
                  <a:pt x="481" y="296"/>
                </a:moveTo>
                <a:lnTo>
                  <a:pt x="485" y="298"/>
                </a:lnTo>
                <a:moveTo>
                  <a:pt x="492" y="303"/>
                </a:moveTo>
                <a:lnTo>
                  <a:pt x="496" y="305"/>
                </a:lnTo>
                <a:moveTo>
                  <a:pt x="504" y="310"/>
                </a:moveTo>
                <a:lnTo>
                  <a:pt x="507" y="312"/>
                </a:lnTo>
                <a:moveTo>
                  <a:pt x="515" y="317"/>
                </a:moveTo>
                <a:lnTo>
                  <a:pt x="519" y="320"/>
                </a:lnTo>
                <a:moveTo>
                  <a:pt x="527" y="324"/>
                </a:moveTo>
                <a:lnTo>
                  <a:pt x="530" y="327"/>
                </a:lnTo>
                <a:moveTo>
                  <a:pt x="538" y="331"/>
                </a:moveTo>
                <a:lnTo>
                  <a:pt x="542" y="334"/>
                </a:lnTo>
                <a:moveTo>
                  <a:pt x="549" y="338"/>
                </a:moveTo>
                <a:lnTo>
                  <a:pt x="553" y="341"/>
                </a:lnTo>
                <a:moveTo>
                  <a:pt x="561" y="345"/>
                </a:moveTo>
                <a:lnTo>
                  <a:pt x="565" y="348"/>
                </a:lnTo>
                <a:moveTo>
                  <a:pt x="572" y="352"/>
                </a:moveTo>
                <a:lnTo>
                  <a:pt x="576" y="355"/>
                </a:lnTo>
                <a:moveTo>
                  <a:pt x="584" y="359"/>
                </a:moveTo>
                <a:lnTo>
                  <a:pt x="588" y="362"/>
                </a:lnTo>
                <a:moveTo>
                  <a:pt x="595" y="367"/>
                </a:moveTo>
                <a:lnTo>
                  <a:pt x="599" y="369"/>
                </a:lnTo>
                <a:moveTo>
                  <a:pt x="607" y="374"/>
                </a:moveTo>
                <a:lnTo>
                  <a:pt x="611" y="376"/>
                </a:lnTo>
                <a:moveTo>
                  <a:pt x="618" y="381"/>
                </a:moveTo>
                <a:lnTo>
                  <a:pt x="622" y="383"/>
                </a:lnTo>
                <a:moveTo>
                  <a:pt x="630" y="388"/>
                </a:moveTo>
                <a:lnTo>
                  <a:pt x="633" y="390"/>
                </a:lnTo>
                <a:moveTo>
                  <a:pt x="641" y="395"/>
                </a:moveTo>
                <a:lnTo>
                  <a:pt x="645" y="397"/>
                </a:lnTo>
                <a:moveTo>
                  <a:pt x="652" y="402"/>
                </a:moveTo>
                <a:lnTo>
                  <a:pt x="656" y="404"/>
                </a:lnTo>
                <a:moveTo>
                  <a:pt x="664" y="409"/>
                </a:moveTo>
                <a:lnTo>
                  <a:pt x="668" y="411"/>
                </a:lnTo>
                <a:moveTo>
                  <a:pt x="675" y="416"/>
                </a:moveTo>
                <a:lnTo>
                  <a:pt x="679" y="418"/>
                </a:lnTo>
                <a:moveTo>
                  <a:pt x="687" y="423"/>
                </a:moveTo>
                <a:lnTo>
                  <a:pt x="691" y="425"/>
                </a:lnTo>
                <a:moveTo>
                  <a:pt x="698" y="430"/>
                </a:moveTo>
                <a:lnTo>
                  <a:pt x="702" y="432"/>
                </a:lnTo>
                <a:moveTo>
                  <a:pt x="710" y="437"/>
                </a:moveTo>
                <a:lnTo>
                  <a:pt x="714" y="439"/>
                </a:lnTo>
                <a:moveTo>
                  <a:pt x="721" y="444"/>
                </a:moveTo>
                <a:lnTo>
                  <a:pt x="725" y="446"/>
                </a:lnTo>
                <a:moveTo>
                  <a:pt x="733" y="451"/>
                </a:moveTo>
                <a:lnTo>
                  <a:pt x="736" y="453"/>
                </a:lnTo>
                <a:moveTo>
                  <a:pt x="744" y="458"/>
                </a:moveTo>
                <a:lnTo>
                  <a:pt x="748" y="460"/>
                </a:lnTo>
                <a:moveTo>
                  <a:pt x="755" y="465"/>
                </a:moveTo>
                <a:lnTo>
                  <a:pt x="759" y="468"/>
                </a:lnTo>
                <a:moveTo>
                  <a:pt x="767" y="472"/>
                </a:moveTo>
                <a:lnTo>
                  <a:pt x="771" y="475"/>
                </a:lnTo>
                <a:moveTo>
                  <a:pt x="778" y="479"/>
                </a:moveTo>
                <a:lnTo>
                  <a:pt x="782" y="482"/>
                </a:lnTo>
                <a:moveTo>
                  <a:pt x="790" y="486"/>
                </a:moveTo>
                <a:lnTo>
                  <a:pt x="794" y="489"/>
                </a:lnTo>
                <a:moveTo>
                  <a:pt x="801" y="493"/>
                </a:moveTo>
                <a:lnTo>
                  <a:pt x="805" y="496"/>
                </a:lnTo>
                <a:moveTo>
                  <a:pt x="813" y="500"/>
                </a:moveTo>
                <a:lnTo>
                  <a:pt x="817" y="503"/>
                </a:lnTo>
                <a:moveTo>
                  <a:pt x="824" y="507"/>
                </a:moveTo>
                <a:lnTo>
                  <a:pt x="828" y="510"/>
                </a:lnTo>
                <a:moveTo>
                  <a:pt x="836" y="514"/>
                </a:moveTo>
                <a:lnTo>
                  <a:pt x="839" y="517"/>
                </a:lnTo>
                <a:moveTo>
                  <a:pt x="847" y="522"/>
                </a:moveTo>
                <a:lnTo>
                  <a:pt x="851" y="524"/>
                </a:lnTo>
                <a:moveTo>
                  <a:pt x="858" y="529"/>
                </a:moveTo>
                <a:lnTo>
                  <a:pt x="862" y="531"/>
                </a:lnTo>
                <a:moveTo>
                  <a:pt x="870" y="536"/>
                </a:moveTo>
                <a:lnTo>
                  <a:pt x="874" y="538"/>
                </a:lnTo>
                <a:moveTo>
                  <a:pt x="881" y="543"/>
                </a:moveTo>
                <a:lnTo>
                  <a:pt x="885" y="545"/>
                </a:lnTo>
                <a:moveTo>
                  <a:pt x="893" y="550"/>
                </a:moveTo>
                <a:lnTo>
                  <a:pt x="897" y="552"/>
                </a:lnTo>
                <a:moveTo>
                  <a:pt x="904" y="557"/>
                </a:moveTo>
                <a:lnTo>
                  <a:pt x="908" y="559"/>
                </a:lnTo>
                <a:moveTo>
                  <a:pt x="916" y="564"/>
                </a:moveTo>
                <a:lnTo>
                  <a:pt x="920" y="566"/>
                </a:lnTo>
                <a:moveTo>
                  <a:pt x="927" y="571"/>
                </a:moveTo>
                <a:lnTo>
                  <a:pt x="931" y="573"/>
                </a:lnTo>
                <a:moveTo>
                  <a:pt x="939" y="578"/>
                </a:moveTo>
                <a:lnTo>
                  <a:pt x="942" y="580"/>
                </a:lnTo>
                <a:moveTo>
                  <a:pt x="950" y="585"/>
                </a:moveTo>
                <a:lnTo>
                  <a:pt x="954" y="587"/>
                </a:lnTo>
                <a:moveTo>
                  <a:pt x="961" y="592"/>
                </a:moveTo>
                <a:lnTo>
                  <a:pt x="965" y="594"/>
                </a:lnTo>
                <a:moveTo>
                  <a:pt x="973" y="599"/>
                </a:moveTo>
                <a:lnTo>
                  <a:pt x="977" y="601"/>
                </a:lnTo>
                <a:moveTo>
                  <a:pt x="984" y="606"/>
                </a:moveTo>
                <a:lnTo>
                  <a:pt x="988" y="608"/>
                </a:lnTo>
                <a:moveTo>
                  <a:pt x="996" y="613"/>
                </a:moveTo>
                <a:lnTo>
                  <a:pt x="1000" y="615"/>
                </a:lnTo>
                <a:moveTo>
                  <a:pt x="1007" y="620"/>
                </a:moveTo>
                <a:lnTo>
                  <a:pt x="1011" y="623"/>
                </a:lnTo>
                <a:moveTo>
                  <a:pt x="1019" y="627"/>
                </a:moveTo>
                <a:lnTo>
                  <a:pt x="1023" y="630"/>
                </a:lnTo>
                <a:moveTo>
                  <a:pt x="1030" y="634"/>
                </a:moveTo>
                <a:lnTo>
                  <a:pt x="1034" y="637"/>
                </a:lnTo>
                <a:moveTo>
                  <a:pt x="1042" y="641"/>
                </a:moveTo>
                <a:lnTo>
                  <a:pt x="1045" y="644"/>
                </a:lnTo>
                <a:moveTo>
                  <a:pt x="1053" y="648"/>
                </a:moveTo>
                <a:lnTo>
                  <a:pt x="1057" y="651"/>
                </a:lnTo>
                <a:moveTo>
                  <a:pt x="1064" y="655"/>
                </a:moveTo>
                <a:lnTo>
                  <a:pt x="1068" y="658"/>
                </a:lnTo>
                <a:moveTo>
                  <a:pt x="1076" y="662"/>
                </a:moveTo>
                <a:lnTo>
                  <a:pt x="1080" y="665"/>
                </a:lnTo>
                <a:moveTo>
                  <a:pt x="1087" y="669"/>
                </a:moveTo>
                <a:lnTo>
                  <a:pt x="1091" y="672"/>
                </a:lnTo>
                <a:moveTo>
                  <a:pt x="1099" y="677"/>
                </a:moveTo>
                <a:lnTo>
                  <a:pt x="1103" y="679"/>
                </a:lnTo>
                <a:moveTo>
                  <a:pt x="1110" y="684"/>
                </a:moveTo>
                <a:lnTo>
                  <a:pt x="1114" y="686"/>
                </a:lnTo>
                <a:moveTo>
                  <a:pt x="1122" y="691"/>
                </a:moveTo>
                <a:lnTo>
                  <a:pt x="1126" y="693"/>
                </a:lnTo>
                <a:moveTo>
                  <a:pt x="1133" y="698"/>
                </a:moveTo>
                <a:lnTo>
                  <a:pt x="1137" y="700"/>
                </a:lnTo>
                <a:moveTo>
                  <a:pt x="1145" y="705"/>
                </a:moveTo>
                <a:lnTo>
                  <a:pt x="1148" y="707"/>
                </a:lnTo>
                <a:moveTo>
                  <a:pt x="1156" y="712"/>
                </a:moveTo>
                <a:lnTo>
                  <a:pt x="1160" y="714"/>
                </a:lnTo>
                <a:moveTo>
                  <a:pt x="1167" y="719"/>
                </a:moveTo>
                <a:lnTo>
                  <a:pt x="1171" y="721"/>
                </a:lnTo>
                <a:moveTo>
                  <a:pt x="1179" y="726"/>
                </a:moveTo>
                <a:lnTo>
                  <a:pt x="1183" y="728"/>
                </a:lnTo>
                <a:moveTo>
                  <a:pt x="1190" y="733"/>
                </a:moveTo>
                <a:lnTo>
                  <a:pt x="1194" y="735"/>
                </a:lnTo>
                <a:moveTo>
                  <a:pt x="1202" y="740"/>
                </a:moveTo>
                <a:lnTo>
                  <a:pt x="1206" y="742"/>
                </a:lnTo>
                <a:moveTo>
                  <a:pt x="1213" y="747"/>
                </a:moveTo>
                <a:lnTo>
                  <a:pt x="1217" y="749"/>
                </a:lnTo>
                <a:moveTo>
                  <a:pt x="1225" y="754"/>
                </a:moveTo>
                <a:lnTo>
                  <a:pt x="1229" y="756"/>
                </a:lnTo>
                <a:moveTo>
                  <a:pt x="1236" y="761"/>
                </a:moveTo>
                <a:lnTo>
                  <a:pt x="1240" y="763"/>
                </a:lnTo>
                <a:moveTo>
                  <a:pt x="1248" y="768"/>
                </a:moveTo>
                <a:lnTo>
                  <a:pt x="1251" y="770"/>
                </a:lnTo>
                <a:moveTo>
                  <a:pt x="1259" y="775"/>
                </a:moveTo>
                <a:lnTo>
                  <a:pt x="1263" y="778"/>
                </a:lnTo>
                <a:moveTo>
                  <a:pt x="1271" y="782"/>
                </a:moveTo>
                <a:lnTo>
                  <a:pt x="1274" y="785"/>
                </a:lnTo>
                <a:moveTo>
                  <a:pt x="1282" y="789"/>
                </a:moveTo>
                <a:lnTo>
                  <a:pt x="1286" y="792"/>
                </a:lnTo>
                <a:moveTo>
                  <a:pt x="1293" y="796"/>
                </a:moveTo>
                <a:lnTo>
                  <a:pt x="1297" y="799"/>
                </a:lnTo>
                <a:moveTo>
                  <a:pt x="1305" y="803"/>
                </a:moveTo>
                <a:lnTo>
                  <a:pt x="1309" y="806"/>
                </a:lnTo>
                <a:moveTo>
                  <a:pt x="1316" y="810"/>
                </a:moveTo>
                <a:lnTo>
                  <a:pt x="1320" y="813"/>
                </a:lnTo>
                <a:moveTo>
                  <a:pt x="1328" y="817"/>
                </a:moveTo>
                <a:lnTo>
                  <a:pt x="1332" y="820"/>
                </a:lnTo>
                <a:moveTo>
                  <a:pt x="1339" y="824"/>
                </a:moveTo>
                <a:lnTo>
                  <a:pt x="1343" y="827"/>
                </a:lnTo>
                <a:moveTo>
                  <a:pt x="1351" y="832"/>
                </a:moveTo>
                <a:lnTo>
                  <a:pt x="1354" y="834"/>
                </a:lnTo>
                <a:moveTo>
                  <a:pt x="1362" y="839"/>
                </a:moveTo>
                <a:lnTo>
                  <a:pt x="1366" y="841"/>
                </a:lnTo>
                <a:moveTo>
                  <a:pt x="1374" y="846"/>
                </a:moveTo>
                <a:lnTo>
                  <a:pt x="1377" y="848"/>
                </a:lnTo>
                <a:moveTo>
                  <a:pt x="1385" y="853"/>
                </a:moveTo>
                <a:lnTo>
                  <a:pt x="1386" y="85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8" name="Freeform 189">
            <a:extLst>
              <a:ext uri="{FF2B5EF4-FFF2-40B4-BE49-F238E27FC236}">
                <a16:creationId xmlns:a16="http://schemas.microsoft.com/office/drawing/2014/main" id="{1719DA58-B70F-98F1-0020-02171025BC33}"/>
              </a:ext>
            </a:extLst>
          </p:cNvPr>
          <p:cNvSpPr>
            <a:spLocks noEditPoints="1"/>
          </p:cNvSpPr>
          <p:nvPr/>
        </p:nvSpPr>
        <p:spPr bwMode="auto">
          <a:xfrm>
            <a:off x="3346451" y="4321175"/>
            <a:ext cx="217488" cy="90488"/>
          </a:xfrm>
          <a:custGeom>
            <a:avLst/>
            <a:gdLst>
              <a:gd name="T0" fmla="*/ 0 w 275"/>
              <a:gd name="T1" fmla="*/ 0 h 115"/>
              <a:gd name="T2" fmla="*/ 4 w 275"/>
              <a:gd name="T3" fmla="*/ 1 h 115"/>
              <a:gd name="T4" fmla="*/ 12 w 275"/>
              <a:gd name="T5" fmla="*/ 5 h 115"/>
              <a:gd name="T6" fmla="*/ 16 w 275"/>
              <a:gd name="T7" fmla="*/ 7 h 115"/>
              <a:gd name="T8" fmla="*/ 25 w 275"/>
              <a:gd name="T9" fmla="*/ 10 h 115"/>
              <a:gd name="T10" fmla="*/ 29 w 275"/>
              <a:gd name="T11" fmla="*/ 12 h 115"/>
              <a:gd name="T12" fmla="*/ 37 w 275"/>
              <a:gd name="T13" fmla="*/ 15 h 115"/>
              <a:gd name="T14" fmla="*/ 41 w 275"/>
              <a:gd name="T15" fmla="*/ 17 h 115"/>
              <a:gd name="T16" fmla="*/ 49 w 275"/>
              <a:gd name="T17" fmla="*/ 20 h 115"/>
              <a:gd name="T18" fmla="*/ 54 w 275"/>
              <a:gd name="T19" fmla="*/ 22 h 115"/>
              <a:gd name="T20" fmla="*/ 62 w 275"/>
              <a:gd name="T21" fmla="*/ 26 h 115"/>
              <a:gd name="T22" fmla="*/ 66 w 275"/>
              <a:gd name="T23" fmla="*/ 27 h 115"/>
              <a:gd name="T24" fmla="*/ 74 w 275"/>
              <a:gd name="T25" fmla="*/ 31 h 115"/>
              <a:gd name="T26" fmla="*/ 78 w 275"/>
              <a:gd name="T27" fmla="*/ 32 h 115"/>
              <a:gd name="T28" fmla="*/ 87 w 275"/>
              <a:gd name="T29" fmla="*/ 36 h 115"/>
              <a:gd name="T30" fmla="*/ 91 w 275"/>
              <a:gd name="T31" fmla="*/ 38 h 115"/>
              <a:gd name="T32" fmla="*/ 99 w 275"/>
              <a:gd name="T33" fmla="*/ 41 h 115"/>
              <a:gd name="T34" fmla="*/ 103 w 275"/>
              <a:gd name="T35" fmla="*/ 43 h 115"/>
              <a:gd name="T36" fmla="*/ 111 w 275"/>
              <a:gd name="T37" fmla="*/ 46 h 115"/>
              <a:gd name="T38" fmla="*/ 116 w 275"/>
              <a:gd name="T39" fmla="*/ 48 h 115"/>
              <a:gd name="T40" fmla="*/ 124 w 275"/>
              <a:gd name="T41" fmla="*/ 51 h 115"/>
              <a:gd name="T42" fmla="*/ 128 w 275"/>
              <a:gd name="T43" fmla="*/ 53 h 115"/>
              <a:gd name="T44" fmla="*/ 136 w 275"/>
              <a:gd name="T45" fmla="*/ 57 h 115"/>
              <a:gd name="T46" fmla="*/ 140 w 275"/>
              <a:gd name="T47" fmla="*/ 58 h 115"/>
              <a:gd name="T48" fmla="*/ 149 w 275"/>
              <a:gd name="T49" fmla="*/ 62 h 115"/>
              <a:gd name="T50" fmla="*/ 153 w 275"/>
              <a:gd name="T51" fmla="*/ 63 h 115"/>
              <a:gd name="T52" fmla="*/ 161 w 275"/>
              <a:gd name="T53" fmla="*/ 67 h 115"/>
              <a:gd name="T54" fmla="*/ 165 w 275"/>
              <a:gd name="T55" fmla="*/ 69 h 115"/>
              <a:gd name="T56" fmla="*/ 173 w 275"/>
              <a:gd name="T57" fmla="*/ 72 h 115"/>
              <a:gd name="T58" fmla="*/ 178 w 275"/>
              <a:gd name="T59" fmla="*/ 74 h 115"/>
              <a:gd name="T60" fmla="*/ 186 w 275"/>
              <a:gd name="T61" fmla="*/ 77 h 115"/>
              <a:gd name="T62" fmla="*/ 190 w 275"/>
              <a:gd name="T63" fmla="*/ 79 h 115"/>
              <a:gd name="T64" fmla="*/ 198 w 275"/>
              <a:gd name="T65" fmla="*/ 82 h 115"/>
              <a:gd name="T66" fmla="*/ 202 w 275"/>
              <a:gd name="T67" fmla="*/ 84 h 115"/>
              <a:gd name="T68" fmla="*/ 211 w 275"/>
              <a:gd name="T69" fmla="*/ 88 h 115"/>
              <a:gd name="T70" fmla="*/ 215 w 275"/>
              <a:gd name="T71" fmla="*/ 89 h 115"/>
              <a:gd name="T72" fmla="*/ 223 w 275"/>
              <a:gd name="T73" fmla="*/ 93 h 115"/>
              <a:gd name="T74" fmla="*/ 227 w 275"/>
              <a:gd name="T75" fmla="*/ 95 h 115"/>
              <a:gd name="T76" fmla="*/ 235 w 275"/>
              <a:gd name="T77" fmla="*/ 98 h 115"/>
              <a:gd name="T78" fmla="*/ 240 w 275"/>
              <a:gd name="T79" fmla="*/ 100 h 115"/>
              <a:gd name="T80" fmla="*/ 248 w 275"/>
              <a:gd name="T81" fmla="*/ 103 h 115"/>
              <a:gd name="T82" fmla="*/ 252 w 275"/>
              <a:gd name="T83" fmla="*/ 105 h 115"/>
              <a:gd name="T84" fmla="*/ 260 w 275"/>
              <a:gd name="T85" fmla="*/ 108 h 115"/>
              <a:gd name="T86" fmla="*/ 264 w 275"/>
              <a:gd name="T87" fmla="*/ 110 h 115"/>
              <a:gd name="T88" fmla="*/ 273 w 275"/>
              <a:gd name="T89" fmla="*/ 114 h 115"/>
              <a:gd name="T90" fmla="*/ 275 w 275"/>
              <a:gd name="T91" fmla="*/ 115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75" h="115">
                <a:moveTo>
                  <a:pt x="0" y="0"/>
                </a:moveTo>
                <a:lnTo>
                  <a:pt x="4" y="1"/>
                </a:lnTo>
                <a:moveTo>
                  <a:pt x="12" y="5"/>
                </a:moveTo>
                <a:lnTo>
                  <a:pt x="16" y="7"/>
                </a:lnTo>
                <a:moveTo>
                  <a:pt x="25" y="10"/>
                </a:moveTo>
                <a:lnTo>
                  <a:pt x="29" y="12"/>
                </a:lnTo>
                <a:moveTo>
                  <a:pt x="37" y="15"/>
                </a:moveTo>
                <a:lnTo>
                  <a:pt x="41" y="17"/>
                </a:lnTo>
                <a:moveTo>
                  <a:pt x="49" y="20"/>
                </a:moveTo>
                <a:lnTo>
                  <a:pt x="54" y="22"/>
                </a:lnTo>
                <a:moveTo>
                  <a:pt x="62" y="26"/>
                </a:moveTo>
                <a:lnTo>
                  <a:pt x="66" y="27"/>
                </a:lnTo>
                <a:moveTo>
                  <a:pt x="74" y="31"/>
                </a:moveTo>
                <a:lnTo>
                  <a:pt x="78" y="32"/>
                </a:lnTo>
                <a:moveTo>
                  <a:pt x="87" y="36"/>
                </a:moveTo>
                <a:lnTo>
                  <a:pt x="91" y="38"/>
                </a:lnTo>
                <a:moveTo>
                  <a:pt x="99" y="41"/>
                </a:moveTo>
                <a:lnTo>
                  <a:pt x="103" y="43"/>
                </a:lnTo>
                <a:moveTo>
                  <a:pt x="111" y="46"/>
                </a:moveTo>
                <a:lnTo>
                  <a:pt x="116" y="48"/>
                </a:lnTo>
                <a:moveTo>
                  <a:pt x="124" y="51"/>
                </a:moveTo>
                <a:lnTo>
                  <a:pt x="128" y="53"/>
                </a:lnTo>
                <a:moveTo>
                  <a:pt x="136" y="57"/>
                </a:moveTo>
                <a:lnTo>
                  <a:pt x="140" y="58"/>
                </a:lnTo>
                <a:moveTo>
                  <a:pt x="149" y="62"/>
                </a:moveTo>
                <a:lnTo>
                  <a:pt x="153" y="63"/>
                </a:lnTo>
                <a:moveTo>
                  <a:pt x="161" y="67"/>
                </a:moveTo>
                <a:lnTo>
                  <a:pt x="165" y="69"/>
                </a:lnTo>
                <a:moveTo>
                  <a:pt x="173" y="72"/>
                </a:moveTo>
                <a:lnTo>
                  <a:pt x="178" y="74"/>
                </a:lnTo>
                <a:moveTo>
                  <a:pt x="186" y="77"/>
                </a:moveTo>
                <a:lnTo>
                  <a:pt x="190" y="79"/>
                </a:lnTo>
                <a:moveTo>
                  <a:pt x="198" y="82"/>
                </a:moveTo>
                <a:lnTo>
                  <a:pt x="202" y="84"/>
                </a:lnTo>
                <a:moveTo>
                  <a:pt x="211" y="88"/>
                </a:moveTo>
                <a:lnTo>
                  <a:pt x="215" y="89"/>
                </a:lnTo>
                <a:moveTo>
                  <a:pt x="223" y="93"/>
                </a:moveTo>
                <a:lnTo>
                  <a:pt x="227" y="95"/>
                </a:lnTo>
                <a:moveTo>
                  <a:pt x="235" y="98"/>
                </a:moveTo>
                <a:lnTo>
                  <a:pt x="240" y="100"/>
                </a:lnTo>
                <a:moveTo>
                  <a:pt x="248" y="103"/>
                </a:moveTo>
                <a:lnTo>
                  <a:pt x="252" y="105"/>
                </a:lnTo>
                <a:moveTo>
                  <a:pt x="260" y="108"/>
                </a:moveTo>
                <a:lnTo>
                  <a:pt x="264" y="110"/>
                </a:lnTo>
                <a:moveTo>
                  <a:pt x="273" y="114"/>
                </a:moveTo>
                <a:lnTo>
                  <a:pt x="275" y="115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9" name="Freeform 190">
            <a:extLst>
              <a:ext uri="{FF2B5EF4-FFF2-40B4-BE49-F238E27FC236}">
                <a16:creationId xmlns:a16="http://schemas.microsoft.com/office/drawing/2014/main" id="{FE710F16-B327-D1F4-7605-D1F803BD1A46}"/>
              </a:ext>
            </a:extLst>
          </p:cNvPr>
          <p:cNvSpPr>
            <a:spLocks noEditPoints="1"/>
          </p:cNvSpPr>
          <p:nvPr/>
        </p:nvSpPr>
        <p:spPr bwMode="auto">
          <a:xfrm>
            <a:off x="3724276" y="3987800"/>
            <a:ext cx="484188" cy="485775"/>
          </a:xfrm>
          <a:custGeom>
            <a:avLst/>
            <a:gdLst>
              <a:gd name="T0" fmla="*/ 9 w 609"/>
              <a:gd name="T1" fmla="*/ 9 h 613"/>
              <a:gd name="T2" fmla="*/ 22 w 609"/>
              <a:gd name="T3" fmla="*/ 22 h 613"/>
              <a:gd name="T4" fmla="*/ 37 w 609"/>
              <a:gd name="T5" fmla="*/ 38 h 613"/>
              <a:gd name="T6" fmla="*/ 50 w 609"/>
              <a:gd name="T7" fmla="*/ 51 h 613"/>
              <a:gd name="T8" fmla="*/ 66 w 609"/>
              <a:gd name="T9" fmla="*/ 67 h 613"/>
              <a:gd name="T10" fmla="*/ 79 w 609"/>
              <a:gd name="T11" fmla="*/ 79 h 613"/>
              <a:gd name="T12" fmla="*/ 94 w 609"/>
              <a:gd name="T13" fmla="*/ 95 h 613"/>
              <a:gd name="T14" fmla="*/ 107 w 609"/>
              <a:gd name="T15" fmla="*/ 108 h 613"/>
              <a:gd name="T16" fmla="*/ 123 w 609"/>
              <a:gd name="T17" fmla="*/ 124 h 613"/>
              <a:gd name="T18" fmla="*/ 135 w 609"/>
              <a:gd name="T19" fmla="*/ 137 h 613"/>
              <a:gd name="T20" fmla="*/ 151 w 609"/>
              <a:gd name="T21" fmla="*/ 152 h 613"/>
              <a:gd name="T22" fmla="*/ 164 w 609"/>
              <a:gd name="T23" fmla="*/ 165 h 613"/>
              <a:gd name="T24" fmla="*/ 180 w 609"/>
              <a:gd name="T25" fmla="*/ 181 h 613"/>
              <a:gd name="T26" fmla="*/ 192 w 609"/>
              <a:gd name="T27" fmla="*/ 194 h 613"/>
              <a:gd name="T28" fmla="*/ 208 w 609"/>
              <a:gd name="T29" fmla="*/ 210 h 613"/>
              <a:gd name="T30" fmla="*/ 221 w 609"/>
              <a:gd name="T31" fmla="*/ 222 h 613"/>
              <a:gd name="T32" fmla="*/ 236 w 609"/>
              <a:gd name="T33" fmla="*/ 238 h 613"/>
              <a:gd name="T34" fmla="*/ 249 w 609"/>
              <a:gd name="T35" fmla="*/ 251 h 613"/>
              <a:gd name="T36" fmla="*/ 265 w 609"/>
              <a:gd name="T37" fmla="*/ 267 h 613"/>
              <a:gd name="T38" fmla="*/ 277 w 609"/>
              <a:gd name="T39" fmla="*/ 280 h 613"/>
              <a:gd name="T40" fmla="*/ 293 w 609"/>
              <a:gd name="T41" fmla="*/ 295 h 613"/>
              <a:gd name="T42" fmla="*/ 306 w 609"/>
              <a:gd name="T43" fmla="*/ 308 h 613"/>
              <a:gd name="T44" fmla="*/ 322 w 609"/>
              <a:gd name="T45" fmla="*/ 324 h 613"/>
              <a:gd name="T46" fmla="*/ 334 w 609"/>
              <a:gd name="T47" fmla="*/ 337 h 613"/>
              <a:gd name="T48" fmla="*/ 350 w 609"/>
              <a:gd name="T49" fmla="*/ 353 h 613"/>
              <a:gd name="T50" fmla="*/ 363 w 609"/>
              <a:gd name="T51" fmla="*/ 365 h 613"/>
              <a:gd name="T52" fmla="*/ 379 w 609"/>
              <a:gd name="T53" fmla="*/ 381 h 613"/>
              <a:gd name="T54" fmla="*/ 391 w 609"/>
              <a:gd name="T55" fmla="*/ 394 h 613"/>
              <a:gd name="T56" fmla="*/ 407 w 609"/>
              <a:gd name="T57" fmla="*/ 410 h 613"/>
              <a:gd name="T58" fmla="*/ 420 w 609"/>
              <a:gd name="T59" fmla="*/ 423 h 613"/>
              <a:gd name="T60" fmla="*/ 435 w 609"/>
              <a:gd name="T61" fmla="*/ 438 h 613"/>
              <a:gd name="T62" fmla="*/ 448 w 609"/>
              <a:gd name="T63" fmla="*/ 451 h 613"/>
              <a:gd name="T64" fmla="*/ 464 w 609"/>
              <a:gd name="T65" fmla="*/ 467 h 613"/>
              <a:gd name="T66" fmla="*/ 476 w 609"/>
              <a:gd name="T67" fmla="*/ 480 h 613"/>
              <a:gd name="T68" fmla="*/ 492 w 609"/>
              <a:gd name="T69" fmla="*/ 496 h 613"/>
              <a:gd name="T70" fmla="*/ 505 w 609"/>
              <a:gd name="T71" fmla="*/ 508 h 613"/>
              <a:gd name="T72" fmla="*/ 521 w 609"/>
              <a:gd name="T73" fmla="*/ 524 h 613"/>
              <a:gd name="T74" fmla="*/ 533 w 609"/>
              <a:gd name="T75" fmla="*/ 537 h 613"/>
              <a:gd name="T76" fmla="*/ 549 w 609"/>
              <a:gd name="T77" fmla="*/ 553 h 613"/>
              <a:gd name="T78" fmla="*/ 562 w 609"/>
              <a:gd name="T79" fmla="*/ 566 h 613"/>
              <a:gd name="T80" fmla="*/ 578 w 609"/>
              <a:gd name="T81" fmla="*/ 581 h 613"/>
              <a:gd name="T82" fmla="*/ 590 w 609"/>
              <a:gd name="T83" fmla="*/ 594 h 613"/>
              <a:gd name="T84" fmla="*/ 606 w 609"/>
              <a:gd name="T85" fmla="*/ 610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09" h="613">
                <a:moveTo>
                  <a:pt x="0" y="0"/>
                </a:moveTo>
                <a:lnTo>
                  <a:pt x="3" y="3"/>
                </a:lnTo>
                <a:moveTo>
                  <a:pt x="9" y="9"/>
                </a:moveTo>
                <a:lnTo>
                  <a:pt x="12" y="13"/>
                </a:lnTo>
                <a:moveTo>
                  <a:pt x="19" y="19"/>
                </a:moveTo>
                <a:lnTo>
                  <a:pt x="22" y="22"/>
                </a:lnTo>
                <a:moveTo>
                  <a:pt x="28" y="28"/>
                </a:moveTo>
                <a:lnTo>
                  <a:pt x="31" y="32"/>
                </a:lnTo>
                <a:moveTo>
                  <a:pt x="37" y="38"/>
                </a:moveTo>
                <a:lnTo>
                  <a:pt x="41" y="41"/>
                </a:lnTo>
                <a:moveTo>
                  <a:pt x="47" y="48"/>
                </a:moveTo>
                <a:lnTo>
                  <a:pt x="50" y="51"/>
                </a:lnTo>
                <a:moveTo>
                  <a:pt x="56" y="57"/>
                </a:moveTo>
                <a:lnTo>
                  <a:pt x="60" y="60"/>
                </a:lnTo>
                <a:moveTo>
                  <a:pt x="66" y="67"/>
                </a:moveTo>
                <a:lnTo>
                  <a:pt x="69" y="70"/>
                </a:lnTo>
                <a:moveTo>
                  <a:pt x="75" y="76"/>
                </a:moveTo>
                <a:lnTo>
                  <a:pt x="79" y="79"/>
                </a:lnTo>
                <a:moveTo>
                  <a:pt x="85" y="86"/>
                </a:moveTo>
                <a:lnTo>
                  <a:pt x="88" y="89"/>
                </a:lnTo>
                <a:moveTo>
                  <a:pt x="94" y="95"/>
                </a:moveTo>
                <a:lnTo>
                  <a:pt x="97" y="98"/>
                </a:lnTo>
                <a:moveTo>
                  <a:pt x="104" y="105"/>
                </a:moveTo>
                <a:lnTo>
                  <a:pt x="107" y="108"/>
                </a:lnTo>
                <a:moveTo>
                  <a:pt x="113" y="114"/>
                </a:moveTo>
                <a:lnTo>
                  <a:pt x="116" y="117"/>
                </a:lnTo>
                <a:moveTo>
                  <a:pt x="123" y="124"/>
                </a:moveTo>
                <a:lnTo>
                  <a:pt x="126" y="127"/>
                </a:lnTo>
                <a:moveTo>
                  <a:pt x="132" y="133"/>
                </a:moveTo>
                <a:lnTo>
                  <a:pt x="135" y="137"/>
                </a:lnTo>
                <a:moveTo>
                  <a:pt x="142" y="143"/>
                </a:moveTo>
                <a:lnTo>
                  <a:pt x="145" y="146"/>
                </a:lnTo>
                <a:moveTo>
                  <a:pt x="151" y="152"/>
                </a:moveTo>
                <a:lnTo>
                  <a:pt x="154" y="156"/>
                </a:lnTo>
                <a:moveTo>
                  <a:pt x="161" y="162"/>
                </a:moveTo>
                <a:lnTo>
                  <a:pt x="164" y="165"/>
                </a:lnTo>
                <a:moveTo>
                  <a:pt x="170" y="171"/>
                </a:moveTo>
                <a:lnTo>
                  <a:pt x="173" y="175"/>
                </a:lnTo>
                <a:moveTo>
                  <a:pt x="180" y="181"/>
                </a:moveTo>
                <a:lnTo>
                  <a:pt x="183" y="184"/>
                </a:lnTo>
                <a:moveTo>
                  <a:pt x="189" y="191"/>
                </a:moveTo>
                <a:lnTo>
                  <a:pt x="192" y="194"/>
                </a:lnTo>
                <a:moveTo>
                  <a:pt x="199" y="200"/>
                </a:moveTo>
                <a:lnTo>
                  <a:pt x="202" y="203"/>
                </a:lnTo>
                <a:moveTo>
                  <a:pt x="208" y="210"/>
                </a:moveTo>
                <a:lnTo>
                  <a:pt x="211" y="213"/>
                </a:lnTo>
                <a:moveTo>
                  <a:pt x="217" y="219"/>
                </a:moveTo>
                <a:lnTo>
                  <a:pt x="221" y="222"/>
                </a:lnTo>
                <a:moveTo>
                  <a:pt x="227" y="229"/>
                </a:moveTo>
                <a:lnTo>
                  <a:pt x="230" y="232"/>
                </a:lnTo>
                <a:moveTo>
                  <a:pt x="236" y="238"/>
                </a:moveTo>
                <a:lnTo>
                  <a:pt x="240" y="241"/>
                </a:lnTo>
                <a:moveTo>
                  <a:pt x="246" y="248"/>
                </a:moveTo>
                <a:lnTo>
                  <a:pt x="249" y="251"/>
                </a:lnTo>
                <a:moveTo>
                  <a:pt x="255" y="257"/>
                </a:moveTo>
                <a:lnTo>
                  <a:pt x="259" y="260"/>
                </a:lnTo>
                <a:moveTo>
                  <a:pt x="265" y="267"/>
                </a:moveTo>
                <a:lnTo>
                  <a:pt x="268" y="270"/>
                </a:lnTo>
                <a:moveTo>
                  <a:pt x="274" y="276"/>
                </a:moveTo>
                <a:lnTo>
                  <a:pt x="277" y="280"/>
                </a:lnTo>
                <a:moveTo>
                  <a:pt x="284" y="286"/>
                </a:moveTo>
                <a:lnTo>
                  <a:pt x="287" y="289"/>
                </a:lnTo>
                <a:moveTo>
                  <a:pt x="293" y="295"/>
                </a:moveTo>
                <a:lnTo>
                  <a:pt x="296" y="299"/>
                </a:lnTo>
                <a:moveTo>
                  <a:pt x="303" y="305"/>
                </a:moveTo>
                <a:lnTo>
                  <a:pt x="306" y="308"/>
                </a:lnTo>
                <a:moveTo>
                  <a:pt x="312" y="314"/>
                </a:moveTo>
                <a:lnTo>
                  <a:pt x="315" y="318"/>
                </a:lnTo>
                <a:moveTo>
                  <a:pt x="322" y="324"/>
                </a:moveTo>
                <a:lnTo>
                  <a:pt x="325" y="327"/>
                </a:lnTo>
                <a:moveTo>
                  <a:pt x="331" y="334"/>
                </a:moveTo>
                <a:lnTo>
                  <a:pt x="334" y="337"/>
                </a:lnTo>
                <a:moveTo>
                  <a:pt x="341" y="343"/>
                </a:moveTo>
                <a:lnTo>
                  <a:pt x="344" y="346"/>
                </a:lnTo>
                <a:moveTo>
                  <a:pt x="350" y="353"/>
                </a:moveTo>
                <a:lnTo>
                  <a:pt x="353" y="356"/>
                </a:lnTo>
                <a:moveTo>
                  <a:pt x="360" y="362"/>
                </a:moveTo>
                <a:lnTo>
                  <a:pt x="363" y="365"/>
                </a:lnTo>
                <a:moveTo>
                  <a:pt x="369" y="372"/>
                </a:moveTo>
                <a:lnTo>
                  <a:pt x="372" y="375"/>
                </a:lnTo>
                <a:moveTo>
                  <a:pt x="379" y="381"/>
                </a:moveTo>
                <a:lnTo>
                  <a:pt x="382" y="384"/>
                </a:lnTo>
                <a:moveTo>
                  <a:pt x="388" y="391"/>
                </a:moveTo>
                <a:lnTo>
                  <a:pt x="391" y="394"/>
                </a:lnTo>
                <a:moveTo>
                  <a:pt x="398" y="400"/>
                </a:moveTo>
                <a:lnTo>
                  <a:pt x="401" y="403"/>
                </a:lnTo>
                <a:moveTo>
                  <a:pt x="407" y="410"/>
                </a:moveTo>
                <a:lnTo>
                  <a:pt x="410" y="413"/>
                </a:lnTo>
                <a:moveTo>
                  <a:pt x="416" y="419"/>
                </a:moveTo>
                <a:lnTo>
                  <a:pt x="420" y="423"/>
                </a:lnTo>
                <a:moveTo>
                  <a:pt x="426" y="429"/>
                </a:moveTo>
                <a:lnTo>
                  <a:pt x="429" y="432"/>
                </a:lnTo>
                <a:moveTo>
                  <a:pt x="435" y="438"/>
                </a:moveTo>
                <a:lnTo>
                  <a:pt x="439" y="442"/>
                </a:lnTo>
                <a:moveTo>
                  <a:pt x="445" y="448"/>
                </a:moveTo>
                <a:lnTo>
                  <a:pt x="448" y="451"/>
                </a:lnTo>
                <a:moveTo>
                  <a:pt x="454" y="457"/>
                </a:moveTo>
                <a:lnTo>
                  <a:pt x="458" y="461"/>
                </a:lnTo>
                <a:moveTo>
                  <a:pt x="464" y="467"/>
                </a:moveTo>
                <a:lnTo>
                  <a:pt x="467" y="470"/>
                </a:lnTo>
                <a:moveTo>
                  <a:pt x="473" y="477"/>
                </a:moveTo>
                <a:lnTo>
                  <a:pt x="476" y="480"/>
                </a:lnTo>
                <a:moveTo>
                  <a:pt x="483" y="486"/>
                </a:moveTo>
                <a:lnTo>
                  <a:pt x="486" y="489"/>
                </a:lnTo>
                <a:moveTo>
                  <a:pt x="492" y="496"/>
                </a:moveTo>
                <a:lnTo>
                  <a:pt x="495" y="499"/>
                </a:lnTo>
                <a:moveTo>
                  <a:pt x="502" y="505"/>
                </a:moveTo>
                <a:lnTo>
                  <a:pt x="505" y="508"/>
                </a:lnTo>
                <a:moveTo>
                  <a:pt x="511" y="515"/>
                </a:moveTo>
                <a:lnTo>
                  <a:pt x="514" y="518"/>
                </a:lnTo>
                <a:moveTo>
                  <a:pt x="521" y="524"/>
                </a:moveTo>
                <a:lnTo>
                  <a:pt x="524" y="527"/>
                </a:lnTo>
                <a:moveTo>
                  <a:pt x="530" y="534"/>
                </a:moveTo>
                <a:lnTo>
                  <a:pt x="533" y="537"/>
                </a:lnTo>
                <a:moveTo>
                  <a:pt x="540" y="543"/>
                </a:moveTo>
                <a:lnTo>
                  <a:pt x="543" y="546"/>
                </a:lnTo>
                <a:moveTo>
                  <a:pt x="549" y="553"/>
                </a:moveTo>
                <a:lnTo>
                  <a:pt x="552" y="556"/>
                </a:lnTo>
                <a:moveTo>
                  <a:pt x="559" y="562"/>
                </a:moveTo>
                <a:lnTo>
                  <a:pt x="562" y="566"/>
                </a:lnTo>
                <a:moveTo>
                  <a:pt x="568" y="572"/>
                </a:moveTo>
                <a:lnTo>
                  <a:pt x="571" y="575"/>
                </a:lnTo>
                <a:moveTo>
                  <a:pt x="578" y="581"/>
                </a:moveTo>
                <a:lnTo>
                  <a:pt x="581" y="585"/>
                </a:lnTo>
                <a:moveTo>
                  <a:pt x="587" y="591"/>
                </a:moveTo>
                <a:lnTo>
                  <a:pt x="590" y="594"/>
                </a:lnTo>
                <a:moveTo>
                  <a:pt x="596" y="600"/>
                </a:moveTo>
                <a:lnTo>
                  <a:pt x="600" y="604"/>
                </a:lnTo>
                <a:moveTo>
                  <a:pt x="606" y="610"/>
                </a:moveTo>
                <a:lnTo>
                  <a:pt x="609" y="613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0" name="Freeform 191">
            <a:extLst>
              <a:ext uri="{FF2B5EF4-FFF2-40B4-BE49-F238E27FC236}">
                <a16:creationId xmlns:a16="http://schemas.microsoft.com/office/drawing/2014/main" id="{E67F8347-FCAE-60D5-9080-15F9E8308C47}"/>
              </a:ext>
            </a:extLst>
          </p:cNvPr>
          <p:cNvSpPr>
            <a:spLocks noEditPoints="1"/>
          </p:cNvSpPr>
          <p:nvPr/>
        </p:nvSpPr>
        <p:spPr bwMode="auto">
          <a:xfrm>
            <a:off x="4786313" y="3087688"/>
            <a:ext cx="538163" cy="638175"/>
          </a:xfrm>
          <a:custGeom>
            <a:avLst/>
            <a:gdLst>
              <a:gd name="T0" fmla="*/ 8 w 678"/>
              <a:gd name="T1" fmla="*/ 10 h 805"/>
              <a:gd name="T2" fmla="*/ 20 w 678"/>
              <a:gd name="T3" fmla="*/ 24 h 805"/>
              <a:gd name="T4" fmla="*/ 34 w 678"/>
              <a:gd name="T5" fmla="*/ 41 h 805"/>
              <a:gd name="T6" fmla="*/ 46 w 678"/>
              <a:gd name="T7" fmla="*/ 55 h 805"/>
              <a:gd name="T8" fmla="*/ 60 w 678"/>
              <a:gd name="T9" fmla="*/ 72 h 805"/>
              <a:gd name="T10" fmla="*/ 72 w 678"/>
              <a:gd name="T11" fmla="*/ 86 h 805"/>
              <a:gd name="T12" fmla="*/ 86 w 678"/>
              <a:gd name="T13" fmla="*/ 103 h 805"/>
              <a:gd name="T14" fmla="*/ 98 w 678"/>
              <a:gd name="T15" fmla="*/ 116 h 805"/>
              <a:gd name="T16" fmla="*/ 112 w 678"/>
              <a:gd name="T17" fmla="*/ 134 h 805"/>
              <a:gd name="T18" fmla="*/ 124 w 678"/>
              <a:gd name="T19" fmla="*/ 147 h 805"/>
              <a:gd name="T20" fmla="*/ 138 w 678"/>
              <a:gd name="T21" fmla="*/ 164 h 805"/>
              <a:gd name="T22" fmla="*/ 150 w 678"/>
              <a:gd name="T23" fmla="*/ 178 h 805"/>
              <a:gd name="T24" fmla="*/ 164 w 678"/>
              <a:gd name="T25" fmla="*/ 195 h 805"/>
              <a:gd name="T26" fmla="*/ 176 w 678"/>
              <a:gd name="T27" fmla="*/ 209 h 805"/>
              <a:gd name="T28" fmla="*/ 190 w 678"/>
              <a:gd name="T29" fmla="*/ 226 h 805"/>
              <a:gd name="T30" fmla="*/ 202 w 678"/>
              <a:gd name="T31" fmla="*/ 240 h 805"/>
              <a:gd name="T32" fmla="*/ 216 w 678"/>
              <a:gd name="T33" fmla="*/ 257 h 805"/>
              <a:gd name="T34" fmla="*/ 228 w 678"/>
              <a:gd name="T35" fmla="*/ 271 h 805"/>
              <a:gd name="T36" fmla="*/ 242 w 678"/>
              <a:gd name="T37" fmla="*/ 288 h 805"/>
              <a:gd name="T38" fmla="*/ 254 w 678"/>
              <a:gd name="T39" fmla="*/ 301 h 805"/>
              <a:gd name="T40" fmla="*/ 268 w 678"/>
              <a:gd name="T41" fmla="*/ 319 h 805"/>
              <a:gd name="T42" fmla="*/ 280 w 678"/>
              <a:gd name="T43" fmla="*/ 332 h 805"/>
              <a:gd name="T44" fmla="*/ 294 w 678"/>
              <a:gd name="T45" fmla="*/ 349 h 805"/>
              <a:gd name="T46" fmla="*/ 306 w 678"/>
              <a:gd name="T47" fmla="*/ 363 h 805"/>
              <a:gd name="T48" fmla="*/ 320 w 678"/>
              <a:gd name="T49" fmla="*/ 380 h 805"/>
              <a:gd name="T50" fmla="*/ 332 w 678"/>
              <a:gd name="T51" fmla="*/ 394 h 805"/>
              <a:gd name="T52" fmla="*/ 346 w 678"/>
              <a:gd name="T53" fmla="*/ 411 h 805"/>
              <a:gd name="T54" fmla="*/ 358 w 678"/>
              <a:gd name="T55" fmla="*/ 425 h 805"/>
              <a:gd name="T56" fmla="*/ 372 w 678"/>
              <a:gd name="T57" fmla="*/ 442 h 805"/>
              <a:gd name="T58" fmla="*/ 384 w 678"/>
              <a:gd name="T59" fmla="*/ 456 h 805"/>
              <a:gd name="T60" fmla="*/ 398 w 678"/>
              <a:gd name="T61" fmla="*/ 473 h 805"/>
              <a:gd name="T62" fmla="*/ 410 w 678"/>
              <a:gd name="T63" fmla="*/ 486 h 805"/>
              <a:gd name="T64" fmla="*/ 424 w 678"/>
              <a:gd name="T65" fmla="*/ 503 h 805"/>
              <a:gd name="T66" fmla="*/ 436 w 678"/>
              <a:gd name="T67" fmla="*/ 517 h 805"/>
              <a:gd name="T68" fmla="*/ 450 w 678"/>
              <a:gd name="T69" fmla="*/ 534 h 805"/>
              <a:gd name="T70" fmla="*/ 462 w 678"/>
              <a:gd name="T71" fmla="*/ 548 h 805"/>
              <a:gd name="T72" fmla="*/ 476 w 678"/>
              <a:gd name="T73" fmla="*/ 565 h 805"/>
              <a:gd name="T74" fmla="*/ 488 w 678"/>
              <a:gd name="T75" fmla="*/ 579 h 805"/>
              <a:gd name="T76" fmla="*/ 502 w 678"/>
              <a:gd name="T77" fmla="*/ 596 h 805"/>
              <a:gd name="T78" fmla="*/ 514 w 678"/>
              <a:gd name="T79" fmla="*/ 610 h 805"/>
              <a:gd name="T80" fmla="*/ 528 w 678"/>
              <a:gd name="T81" fmla="*/ 627 h 805"/>
              <a:gd name="T82" fmla="*/ 540 w 678"/>
              <a:gd name="T83" fmla="*/ 640 h 805"/>
              <a:gd name="T84" fmla="*/ 554 w 678"/>
              <a:gd name="T85" fmla="*/ 658 h 805"/>
              <a:gd name="T86" fmla="*/ 566 w 678"/>
              <a:gd name="T87" fmla="*/ 671 h 805"/>
              <a:gd name="T88" fmla="*/ 580 w 678"/>
              <a:gd name="T89" fmla="*/ 688 h 805"/>
              <a:gd name="T90" fmla="*/ 592 w 678"/>
              <a:gd name="T91" fmla="*/ 702 h 805"/>
              <a:gd name="T92" fmla="*/ 606 w 678"/>
              <a:gd name="T93" fmla="*/ 719 h 805"/>
              <a:gd name="T94" fmla="*/ 618 w 678"/>
              <a:gd name="T95" fmla="*/ 733 h 805"/>
              <a:gd name="T96" fmla="*/ 632 w 678"/>
              <a:gd name="T97" fmla="*/ 750 h 805"/>
              <a:gd name="T98" fmla="*/ 644 w 678"/>
              <a:gd name="T99" fmla="*/ 764 h 805"/>
              <a:gd name="T100" fmla="*/ 658 w 678"/>
              <a:gd name="T101" fmla="*/ 781 h 805"/>
              <a:gd name="T102" fmla="*/ 670 w 678"/>
              <a:gd name="T103" fmla="*/ 795 h 8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8" h="805">
                <a:moveTo>
                  <a:pt x="0" y="0"/>
                </a:moveTo>
                <a:lnTo>
                  <a:pt x="3" y="3"/>
                </a:lnTo>
                <a:moveTo>
                  <a:pt x="8" y="10"/>
                </a:moveTo>
                <a:lnTo>
                  <a:pt x="11" y="14"/>
                </a:lnTo>
                <a:moveTo>
                  <a:pt x="17" y="21"/>
                </a:moveTo>
                <a:lnTo>
                  <a:pt x="20" y="24"/>
                </a:lnTo>
                <a:moveTo>
                  <a:pt x="26" y="31"/>
                </a:moveTo>
                <a:lnTo>
                  <a:pt x="29" y="34"/>
                </a:lnTo>
                <a:moveTo>
                  <a:pt x="34" y="41"/>
                </a:moveTo>
                <a:lnTo>
                  <a:pt x="37" y="45"/>
                </a:lnTo>
                <a:moveTo>
                  <a:pt x="43" y="51"/>
                </a:moveTo>
                <a:lnTo>
                  <a:pt x="46" y="55"/>
                </a:lnTo>
                <a:moveTo>
                  <a:pt x="52" y="62"/>
                </a:moveTo>
                <a:lnTo>
                  <a:pt x="55" y="65"/>
                </a:lnTo>
                <a:moveTo>
                  <a:pt x="60" y="72"/>
                </a:moveTo>
                <a:lnTo>
                  <a:pt x="63" y="75"/>
                </a:lnTo>
                <a:moveTo>
                  <a:pt x="69" y="82"/>
                </a:moveTo>
                <a:lnTo>
                  <a:pt x="72" y="86"/>
                </a:lnTo>
                <a:moveTo>
                  <a:pt x="78" y="93"/>
                </a:moveTo>
                <a:lnTo>
                  <a:pt x="81" y="96"/>
                </a:lnTo>
                <a:moveTo>
                  <a:pt x="86" y="103"/>
                </a:moveTo>
                <a:lnTo>
                  <a:pt x="89" y="106"/>
                </a:lnTo>
                <a:moveTo>
                  <a:pt x="95" y="113"/>
                </a:moveTo>
                <a:lnTo>
                  <a:pt x="98" y="116"/>
                </a:lnTo>
                <a:moveTo>
                  <a:pt x="104" y="123"/>
                </a:moveTo>
                <a:lnTo>
                  <a:pt x="107" y="127"/>
                </a:lnTo>
                <a:moveTo>
                  <a:pt x="112" y="134"/>
                </a:moveTo>
                <a:lnTo>
                  <a:pt x="115" y="137"/>
                </a:lnTo>
                <a:moveTo>
                  <a:pt x="121" y="144"/>
                </a:moveTo>
                <a:lnTo>
                  <a:pt x="124" y="147"/>
                </a:lnTo>
                <a:moveTo>
                  <a:pt x="130" y="154"/>
                </a:moveTo>
                <a:lnTo>
                  <a:pt x="133" y="158"/>
                </a:lnTo>
                <a:moveTo>
                  <a:pt x="138" y="164"/>
                </a:moveTo>
                <a:lnTo>
                  <a:pt x="141" y="168"/>
                </a:lnTo>
                <a:moveTo>
                  <a:pt x="147" y="175"/>
                </a:moveTo>
                <a:lnTo>
                  <a:pt x="150" y="178"/>
                </a:lnTo>
                <a:moveTo>
                  <a:pt x="156" y="185"/>
                </a:moveTo>
                <a:lnTo>
                  <a:pt x="159" y="188"/>
                </a:lnTo>
                <a:moveTo>
                  <a:pt x="164" y="195"/>
                </a:moveTo>
                <a:lnTo>
                  <a:pt x="167" y="199"/>
                </a:lnTo>
                <a:moveTo>
                  <a:pt x="173" y="206"/>
                </a:moveTo>
                <a:lnTo>
                  <a:pt x="176" y="209"/>
                </a:lnTo>
                <a:moveTo>
                  <a:pt x="182" y="216"/>
                </a:moveTo>
                <a:lnTo>
                  <a:pt x="185" y="219"/>
                </a:lnTo>
                <a:moveTo>
                  <a:pt x="190" y="226"/>
                </a:moveTo>
                <a:lnTo>
                  <a:pt x="193" y="229"/>
                </a:lnTo>
                <a:moveTo>
                  <a:pt x="199" y="236"/>
                </a:moveTo>
                <a:lnTo>
                  <a:pt x="202" y="240"/>
                </a:lnTo>
                <a:moveTo>
                  <a:pt x="208" y="247"/>
                </a:moveTo>
                <a:lnTo>
                  <a:pt x="211" y="250"/>
                </a:lnTo>
                <a:moveTo>
                  <a:pt x="216" y="257"/>
                </a:moveTo>
                <a:lnTo>
                  <a:pt x="219" y="260"/>
                </a:lnTo>
                <a:moveTo>
                  <a:pt x="225" y="267"/>
                </a:moveTo>
                <a:lnTo>
                  <a:pt x="228" y="271"/>
                </a:lnTo>
                <a:moveTo>
                  <a:pt x="234" y="277"/>
                </a:moveTo>
                <a:lnTo>
                  <a:pt x="237" y="281"/>
                </a:lnTo>
                <a:moveTo>
                  <a:pt x="242" y="288"/>
                </a:moveTo>
                <a:lnTo>
                  <a:pt x="245" y="291"/>
                </a:lnTo>
                <a:moveTo>
                  <a:pt x="251" y="298"/>
                </a:moveTo>
                <a:lnTo>
                  <a:pt x="254" y="301"/>
                </a:lnTo>
                <a:moveTo>
                  <a:pt x="260" y="308"/>
                </a:moveTo>
                <a:lnTo>
                  <a:pt x="263" y="312"/>
                </a:lnTo>
                <a:moveTo>
                  <a:pt x="268" y="319"/>
                </a:moveTo>
                <a:lnTo>
                  <a:pt x="271" y="322"/>
                </a:lnTo>
                <a:moveTo>
                  <a:pt x="277" y="329"/>
                </a:moveTo>
                <a:lnTo>
                  <a:pt x="280" y="332"/>
                </a:lnTo>
                <a:moveTo>
                  <a:pt x="286" y="339"/>
                </a:moveTo>
                <a:lnTo>
                  <a:pt x="289" y="343"/>
                </a:lnTo>
                <a:moveTo>
                  <a:pt x="294" y="349"/>
                </a:moveTo>
                <a:lnTo>
                  <a:pt x="297" y="353"/>
                </a:lnTo>
                <a:moveTo>
                  <a:pt x="303" y="360"/>
                </a:moveTo>
                <a:lnTo>
                  <a:pt x="306" y="363"/>
                </a:lnTo>
                <a:moveTo>
                  <a:pt x="312" y="370"/>
                </a:moveTo>
                <a:lnTo>
                  <a:pt x="315" y="373"/>
                </a:lnTo>
                <a:moveTo>
                  <a:pt x="320" y="380"/>
                </a:moveTo>
                <a:lnTo>
                  <a:pt x="323" y="384"/>
                </a:lnTo>
                <a:moveTo>
                  <a:pt x="329" y="390"/>
                </a:moveTo>
                <a:lnTo>
                  <a:pt x="332" y="394"/>
                </a:lnTo>
                <a:moveTo>
                  <a:pt x="338" y="401"/>
                </a:moveTo>
                <a:lnTo>
                  <a:pt x="341" y="404"/>
                </a:lnTo>
                <a:moveTo>
                  <a:pt x="346" y="411"/>
                </a:moveTo>
                <a:lnTo>
                  <a:pt x="349" y="414"/>
                </a:lnTo>
                <a:moveTo>
                  <a:pt x="355" y="421"/>
                </a:moveTo>
                <a:lnTo>
                  <a:pt x="358" y="425"/>
                </a:lnTo>
                <a:moveTo>
                  <a:pt x="364" y="432"/>
                </a:moveTo>
                <a:lnTo>
                  <a:pt x="367" y="435"/>
                </a:lnTo>
                <a:moveTo>
                  <a:pt x="372" y="442"/>
                </a:moveTo>
                <a:lnTo>
                  <a:pt x="375" y="445"/>
                </a:lnTo>
                <a:moveTo>
                  <a:pt x="381" y="452"/>
                </a:moveTo>
                <a:lnTo>
                  <a:pt x="384" y="456"/>
                </a:lnTo>
                <a:moveTo>
                  <a:pt x="390" y="462"/>
                </a:moveTo>
                <a:lnTo>
                  <a:pt x="393" y="466"/>
                </a:lnTo>
                <a:moveTo>
                  <a:pt x="398" y="473"/>
                </a:moveTo>
                <a:lnTo>
                  <a:pt x="401" y="476"/>
                </a:lnTo>
                <a:moveTo>
                  <a:pt x="407" y="483"/>
                </a:moveTo>
                <a:lnTo>
                  <a:pt x="410" y="486"/>
                </a:lnTo>
                <a:moveTo>
                  <a:pt x="416" y="493"/>
                </a:moveTo>
                <a:lnTo>
                  <a:pt x="419" y="497"/>
                </a:lnTo>
                <a:moveTo>
                  <a:pt x="424" y="503"/>
                </a:moveTo>
                <a:lnTo>
                  <a:pt x="427" y="507"/>
                </a:lnTo>
                <a:moveTo>
                  <a:pt x="433" y="514"/>
                </a:moveTo>
                <a:lnTo>
                  <a:pt x="436" y="517"/>
                </a:lnTo>
                <a:moveTo>
                  <a:pt x="442" y="524"/>
                </a:moveTo>
                <a:lnTo>
                  <a:pt x="445" y="527"/>
                </a:lnTo>
                <a:moveTo>
                  <a:pt x="450" y="534"/>
                </a:moveTo>
                <a:lnTo>
                  <a:pt x="453" y="538"/>
                </a:lnTo>
                <a:moveTo>
                  <a:pt x="459" y="545"/>
                </a:moveTo>
                <a:lnTo>
                  <a:pt x="462" y="548"/>
                </a:lnTo>
                <a:moveTo>
                  <a:pt x="468" y="555"/>
                </a:moveTo>
                <a:lnTo>
                  <a:pt x="471" y="558"/>
                </a:lnTo>
                <a:moveTo>
                  <a:pt x="476" y="565"/>
                </a:moveTo>
                <a:lnTo>
                  <a:pt x="479" y="569"/>
                </a:lnTo>
                <a:moveTo>
                  <a:pt x="485" y="575"/>
                </a:moveTo>
                <a:lnTo>
                  <a:pt x="488" y="579"/>
                </a:lnTo>
                <a:moveTo>
                  <a:pt x="494" y="586"/>
                </a:moveTo>
                <a:lnTo>
                  <a:pt x="497" y="589"/>
                </a:lnTo>
                <a:moveTo>
                  <a:pt x="502" y="596"/>
                </a:moveTo>
                <a:lnTo>
                  <a:pt x="505" y="599"/>
                </a:lnTo>
                <a:moveTo>
                  <a:pt x="511" y="606"/>
                </a:moveTo>
                <a:lnTo>
                  <a:pt x="514" y="610"/>
                </a:lnTo>
                <a:moveTo>
                  <a:pt x="520" y="617"/>
                </a:moveTo>
                <a:lnTo>
                  <a:pt x="523" y="620"/>
                </a:lnTo>
                <a:moveTo>
                  <a:pt x="528" y="627"/>
                </a:moveTo>
                <a:lnTo>
                  <a:pt x="531" y="630"/>
                </a:lnTo>
                <a:moveTo>
                  <a:pt x="537" y="637"/>
                </a:moveTo>
                <a:lnTo>
                  <a:pt x="540" y="640"/>
                </a:lnTo>
                <a:moveTo>
                  <a:pt x="546" y="647"/>
                </a:moveTo>
                <a:lnTo>
                  <a:pt x="548" y="651"/>
                </a:lnTo>
                <a:moveTo>
                  <a:pt x="554" y="658"/>
                </a:moveTo>
                <a:lnTo>
                  <a:pt x="557" y="661"/>
                </a:lnTo>
                <a:moveTo>
                  <a:pt x="563" y="668"/>
                </a:moveTo>
                <a:lnTo>
                  <a:pt x="566" y="671"/>
                </a:lnTo>
                <a:moveTo>
                  <a:pt x="572" y="678"/>
                </a:moveTo>
                <a:lnTo>
                  <a:pt x="574" y="682"/>
                </a:lnTo>
                <a:moveTo>
                  <a:pt x="580" y="688"/>
                </a:moveTo>
                <a:lnTo>
                  <a:pt x="583" y="692"/>
                </a:lnTo>
                <a:moveTo>
                  <a:pt x="589" y="699"/>
                </a:moveTo>
                <a:lnTo>
                  <a:pt x="592" y="702"/>
                </a:lnTo>
                <a:moveTo>
                  <a:pt x="598" y="709"/>
                </a:moveTo>
                <a:lnTo>
                  <a:pt x="600" y="712"/>
                </a:lnTo>
                <a:moveTo>
                  <a:pt x="606" y="719"/>
                </a:moveTo>
                <a:lnTo>
                  <a:pt x="609" y="723"/>
                </a:lnTo>
                <a:moveTo>
                  <a:pt x="615" y="730"/>
                </a:moveTo>
                <a:lnTo>
                  <a:pt x="618" y="733"/>
                </a:lnTo>
                <a:moveTo>
                  <a:pt x="624" y="740"/>
                </a:moveTo>
                <a:lnTo>
                  <a:pt x="626" y="743"/>
                </a:lnTo>
                <a:moveTo>
                  <a:pt x="632" y="750"/>
                </a:moveTo>
                <a:lnTo>
                  <a:pt x="635" y="754"/>
                </a:lnTo>
                <a:moveTo>
                  <a:pt x="641" y="760"/>
                </a:moveTo>
                <a:lnTo>
                  <a:pt x="644" y="764"/>
                </a:lnTo>
                <a:moveTo>
                  <a:pt x="650" y="771"/>
                </a:moveTo>
                <a:lnTo>
                  <a:pt x="652" y="774"/>
                </a:lnTo>
                <a:moveTo>
                  <a:pt x="658" y="781"/>
                </a:moveTo>
                <a:lnTo>
                  <a:pt x="661" y="784"/>
                </a:lnTo>
                <a:moveTo>
                  <a:pt x="667" y="791"/>
                </a:moveTo>
                <a:lnTo>
                  <a:pt x="670" y="795"/>
                </a:lnTo>
                <a:moveTo>
                  <a:pt x="676" y="801"/>
                </a:moveTo>
                <a:lnTo>
                  <a:pt x="678" y="805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1" name="Freeform 192">
            <a:extLst>
              <a:ext uri="{FF2B5EF4-FFF2-40B4-BE49-F238E27FC236}">
                <a16:creationId xmlns:a16="http://schemas.microsoft.com/office/drawing/2014/main" id="{743C46FF-6136-D829-4092-35D16655C75F}"/>
              </a:ext>
            </a:extLst>
          </p:cNvPr>
          <p:cNvSpPr>
            <a:spLocks noEditPoints="1"/>
          </p:cNvSpPr>
          <p:nvPr/>
        </p:nvSpPr>
        <p:spPr bwMode="auto">
          <a:xfrm>
            <a:off x="4183063" y="3082925"/>
            <a:ext cx="1141413" cy="1000125"/>
          </a:xfrm>
          <a:custGeom>
            <a:avLst/>
            <a:gdLst>
              <a:gd name="T0" fmla="*/ 20 w 1438"/>
              <a:gd name="T1" fmla="*/ 18 h 1259"/>
              <a:gd name="T2" fmla="*/ 44 w 1438"/>
              <a:gd name="T3" fmla="*/ 38 h 1259"/>
              <a:gd name="T4" fmla="*/ 71 w 1438"/>
              <a:gd name="T5" fmla="*/ 62 h 1259"/>
              <a:gd name="T6" fmla="*/ 94 w 1438"/>
              <a:gd name="T7" fmla="*/ 83 h 1259"/>
              <a:gd name="T8" fmla="*/ 121 w 1438"/>
              <a:gd name="T9" fmla="*/ 106 h 1259"/>
              <a:gd name="T10" fmla="*/ 145 w 1438"/>
              <a:gd name="T11" fmla="*/ 127 h 1259"/>
              <a:gd name="T12" fmla="*/ 172 w 1438"/>
              <a:gd name="T13" fmla="*/ 150 h 1259"/>
              <a:gd name="T14" fmla="*/ 196 w 1438"/>
              <a:gd name="T15" fmla="*/ 171 h 1259"/>
              <a:gd name="T16" fmla="*/ 223 w 1438"/>
              <a:gd name="T17" fmla="*/ 195 h 1259"/>
              <a:gd name="T18" fmla="*/ 246 w 1438"/>
              <a:gd name="T19" fmla="*/ 215 h 1259"/>
              <a:gd name="T20" fmla="*/ 273 w 1438"/>
              <a:gd name="T21" fmla="*/ 239 h 1259"/>
              <a:gd name="T22" fmla="*/ 297 w 1438"/>
              <a:gd name="T23" fmla="*/ 260 h 1259"/>
              <a:gd name="T24" fmla="*/ 324 w 1438"/>
              <a:gd name="T25" fmla="*/ 283 h 1259"/>
              <a:gd name="T26" fmla="*/ 347 w 1438"/>
              <a:gd name="T27" fmla="*/ 304 h 1259"/>
              <a:gd name="T28" fmla="*/ 374 w 1438"/>
              <a:gd name="T29" fmla="*/ 327 h 1259"/>
              <a:gd name="T30" fmla="*/ 398 w 1438"/>
              <a:gd name="T31" fmla="*/ 348 h 1259"/>
              <a:gd name="T32" fmla="*/ 425 w 1438"/>
              <a:gd name="T33" fmla="*/ 372 h 1259"/>
              <a:gd name="T34" fmla="*/ 448 w 1438"/>
              <a:gd name="T35" fmla="*/ 392 h 1259"/>
              <a:gd name="T36" fmla="*/ 475 w 1438"/>
              <a:gd name="T37" fmla="*/ 416 h 1259"/>
              <a:gd name="T38" fmla="*/ 499 w 1438"/>
              <a:gd name="T39" fmla="*/ 437 h 1259"/>
              <a:gd name="T40" fmla="*/ 526 w 1438"/>
              <a:gd name="T41" fmla="*/ 460 h 1259"/>
              <a:gd name="T42" fmla="*/ 550 w 1438"/>
              <a:gd name="T43" fmla="*/ 481 h 1259"/>
              <a:gd name="T44" fmla="*/ 577 w 1438"/>
              <a:gd name="T45" fmla="*/ 504 h 1259"/>
              <a:gd name="T46" fmla="*/ 600 w 1438"/>
              <a:gd name="T47" fmla="*/ 525 h 1259"/>
              <a:gd name="T48" fmla="*/ 627 w 1438"/>
              <a:gd name="T49" fmla="*/ 549 h 1259"/>
              <a:gd name="T50" fmla="*/ 651 w 1438"/>
              <a:gd name="T51" fmla="*/ 569 h 1259"/>
              <a:gd name="T52" fmla="*/ 678 w 1438"/>
              <a:gd name="T53" fmla="*/ 593 h 1259"/>
              <a:gd name="T54" fmla="*/ 701 w 1438"/>
              <a:gd name="T55" fmla="*/ 614 h 1259"/>
              <a:gd name="T56" fmla="*/ 728 w 1438"/>
              <a:gd name="T57" fmla="*/ 637 h 1259"/>
              <a:gd name="T58" fmla="*/ 752 w 1438"/>
              <a:gd name="T59" fmla="*/ 658 h 1259"/>
              <a:gd name="T60" fmla="*/ 779 w 1438"/>
              <a:gd name="T61" fmla="*/ 681 h 1259"/>
              <a:gd name="T62" fmla="*/ 802 w 1438"/>
              <a:gd name="T63" fmla="*/ 702 h 1259"/>
              <a:gd name="T64" fmla="*/ 829 w 1438"/>
              <a:gd name="T65" fmla="*/ 726 h 1259"/>
              <a:gd name="T66" fmla="*/ 853 w 1438"/>
              <a:gd name="T67" fmla="*/ 746 h 1259"/>
              <a:gd name="T68" fmla="*/ 880 w 1438"/>
              <a:gd name="T69" fmla="*/ 770 h 1259"/>
              <a:gd name="T70" fmla="*/ 904 w 1438"/>
              <a:gd name="T71" fmla="*/ 791 h 1259"/>
              <a:gd name="T72" fmla="*/ 931 w 1438"/>
              <a:gd name="T73" fmla="*/ 814 h 1259"/>
              <a:gd name="T74" fmla="*/ 954 w 1438"/>
              <a:gd name="T75" fmla="*/ 835 h 1259"/>
              <a:gd name="T76" fmla="*/ 981 w 1438"/>
              <a:gd name="T77" fmla="*/ 858 h 1259"/>
              <a:gd name="T78" fmla="*/ 1005 w 1438"/>
              <a:gd name="T79" fmla="*/ 879 h 1259"/>
              <a:gd name="T80" fmla="*/ 1032 w 1438"/>
              <a:gd name="T81" fmla="*/ 903 h 1259"/>
              <a:gd name="T82" fmla="*/ 1055 w 1438"/>
              <a:gd name="T83" fmla="*/ 923 h 1259"/>
              <a:gd name="T84" fmla="*/ 1082 w 1438"/>
              <a:gd name="T85" fmla="*/ 947 h 1259"/>
              <a:gd name="T86" fmla="*/ 1106 w 1438"/>
              <a:gd name="T87" fmla="*/ 968 h 1259"/>
              <a:gd name="T88" fmla="*/ 1133 w 1438"/>
              <a:gd name="T89" fmla="*/ 991 h 1259"/>
              <a:gd name="T90" fmla="*/ 1156 w 1438"/>
              <a:gd name="T91" fmla="*/ 1012 h 1259"/>
              <a:gd name="T92" fmla="*/ 1183 w 1438"/>
              <a:gd name="T93" fmla="*/ 1035 h 1259"/>
              <a:gd name="T94" fmla="*/ 1207 w 1438"/>
              <a:gd name="T95" fmla="*/ 1056 h 1259"/>
              <a:gd name="T96" fmla="*/ 1234 w 1438"/>
              <a:gd name="T97" fmla="*/ 1080 h 1259"/>
              <a:gd name="T98" fmla="*/ 1258 w 1438"/>
              <a:gd name="T99" fmla="*/ 1100 h 1259"/>
              <a:gd name="T100" fmla="*/ 1285 w 1438"/>
              <a:gd name="T101" fmla="*/ 1124 h 1259"/>
              <a:gd name="T102" fmla="*/ 1308 w 1438"/>
              <a:gd name="T103" fmla="*/ 1145 h 1259"/>
              <a:gd name="T104" fmla="*/ 1335 w 1438"/>
              <a:gd name="T105" fmla="*/ 1168 h 1259"/>
              <a:gd name="T106" fmla="*/ 1359 w 1438"/>
              <a:gd name="T107" fmla="*/ 1189 h 1259"/>
              <a:gd name="T108" fmla="*/ 1386 w 1438"/>
              <a:gd name="T109" fmla="*/ 1212 h 1259"/>
              <a:gd name="T110" fmla="*/ 1409 w 1438"/>
              <a:gd name="T111" fmla="*/ 1233 h 1259"/>
              <a:gd name="T112" fmla="*/ 1436 w 1438"/>
              <a:gd name="T113" fmla="*/ 1257 h 1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38" h="1259">
                <a:moveTo>
                  <a:pt x="0" y="0"/>
                </a:moveTo>
                <a:lnTo>
                  <a:pt x="3" y="3"/>
                </a:lnTo>
                <a:moveTo>
                  <a:pt x="10" y="9"/>
                </a:moveTo>
                <a:lnTo>
                  <a:pt x="13" y="12"/>
                </a:lnTo>
                <a:moveTo>
                  <a:pt x="20" y="18"/>
                </a:moveTo>
                <a:lnTo>
                  <a:pt x="24" y="21"/>
                </a:lnTo>
                <a:moveTo>
                  <a:pt x="30" y="26"/>
                </a:moveTo>
                <a:lnTo>
                  <a:pt x="34" y="29"/>
                </a:lnTo>
                <a:moveTo>
                  <a:pt x="40" y="35"/>
                </a:moveTo>
                <a:lnTo>
                  <a:pt x="44" y="38"/>
                </a:lnTo>
                <a:moveTo>
                  <a:pt x="51" y="44"/>
                </a:moveTo>
                <a:lnTo>
                  <a:pt x="54" y="47"/>
                </a:lnTo>
                <a:moveTo>
                  <a:pt x="61" y="53"/>
                </a:moveTo>
                <a:lnTo>
                  <a:pt x="64" y="56"/>
                </a:lnTo>
                <a:moveTo>
                  <a:pt x="71" y="62"/>
                </a:moveTo>
                <a:lnTo>
                  <a:pt x="74" y="65"/>
                </a:lnTo>
                <a:moveTo>
                  <a:pt x="81" y="71"/>
                </a:moveTo>
                <a:lnTo>
                  <a:pt x="84" y="74"/>
                </a:lnTo>
                <a:moveTo>
                  <a:pt x="91" y="80"/>
                </a:moveTo>
                <a:lnTo>
                  <a:pt x="94" y="83"/>
                </a:lnTo>
                <a:moveTo>
                  <a:pt x="101" y="88"/>
                </a:moveTo>
                <a:lnTo>
                  <a:pt x="105" y="91"/>
                </a:lnTo>
                <a:moveTo>
                  <a:pt x="111" y="97"/>
                </a:moveTo>
                <a:lnTo>
                  <a:pt x="115" y="100"/>
                </a:lnTo>
                <a:moveTo>
                  <a:pt x="121" y="106"/>
                </a:moveTo>
                <a:lnTo>
                  <a:pt x="125" y="109"/>
                </a:lnTo>
                <a:moveTo>
                  <a:pt x="132" y="115"/>
                </a:moveTo>
                <a:lnTo>
                  <a:pt x="135" y="118"/>
                </a:lnTo>
                <a:moveTo>
                  <a:pt x="142" y="124"/>
                </a:moveTo>
                <a:lnTo>
                  <a:pt x="145" y="127"/>
                </a:lnTo>
                <a:moveTo>
                  <a:pt x="152" y="133"/>
                </a:moveTo>
                <a:lnTo>
                  <a:pt x="155" y="136"/>
                </a:lnTo>
                <a:moveTo>
                  <a:pt x="162" y="142"/>
                </a:moveTo>
                <a:lnTo>
                  <a:pt x="165" y="144"/>
                </a:lnTo>
                <a:moveTo>
                  <a:pt x="172" y="150"/>
                </a:moveTo>
                <a:lnTo>
                  <a:pt x="175" y="153"/>
                </a:lnTo>
                <a:moveTo>
                  <a:pt x="182" y="159"/>
                </a:moveTo>
                <a:lnTo>
                  <a:pt x="185" y="162"/>
                </a:lnTo>
                <a:moveTo>
                  <a:pt x="192" y="168"/>
                </a:moveTo>
                <a:lnTo>
                  <a:pt x="196" y="171"/>
                </a:lnTo>
                <a:moveTo>
                  <a:pt x="202" y="177"/>
                </a:moveTo>
                <a:lnTo>
                  <a:pt x="206" y="180"/>
                </a:lnTo>
                <a:moveTo>
                  <a:pt x="212" y="186"/>
                </a:moveTo>
                <a:lnTo>
                  <a:pt x="216" y="189"/>
                </a:lnTo>
                <a:moveTo>
                  <a:pt x="223" y="195"/>
                </a:moveTo>
                <a:lnTo>
                  <a:pt x="226" y="198"/>
                </a:lnTo>
                <a:moveTo>
                  <a:pt x="233" y="203"/>
                </a:moveTo>
                <a:lnTo>
                  <a:pt x="236" y="206"/>
                </a:lnTo>
                <a:moveTo>
                  <a:pt x="243" y="212"/>
                </a:moveTo>
                <a:lnTo>
                  <a:pt x="246" y="215"/>
                </a:lnTo>
                <a:moveTo>
                  <a:pt x="253" y="221"/>
                </a:moveTo>
                <a:lnTo>
                  <a:pt x="256" y="224"/>
                </a:lnTo>
                <a:moveTo>
                  <a:pt x="263" y="230"/>
                </a:moveTo>
                <a:lnTo>
                  <a:pt x="266" y="233"/>
                </a:lnTo>
                <a:moveTo>
                  <a:pt x="273" y="239"/>
                </a:moveTo>
                <a:lnTo>
                  <a:pt x="276" y="242"/>
                </a:lnTo>
                <a:moveTo>
                  <a:pt x="283" y="248"/>
                </a:moveTo>
                <a:lnTo>
                  <a:pt x="287" y="251"/>
                </a:lnTo>
                <a:moveTo>
                  <a:pt x="293" y="257"/>
                </a:moveTo>
                <a:lnTo>
                  <a:pt x="297" y="260"/>
                </a:lnTo>
                <a:moveTo>
                  <a:pt x="303" y="265"/>
                </a:moveTo>
                <a:lnTo>
                  <a:pt x="307" y="268"/>
                </a:lnTo>
                <a:moveTo>
                  <a:pt x="314" y="274"/>
                </a:moveTo>
                <a:lnTo>
                  <a:pt x="317" y="277"/>
                </a:lnTo>
                <a:moveTo>
                  <a:pt x="324" y="283"/>
                </a:moveTo>
                <a:lnTo>
                  <a:pt x="327" y="286"/>
                </a:lnTo>
                <a:moveTo>
                  <a:pt x="334" y="292"/>
                </a:moveTo>
                <a:lnTo>
                  <a:pt x="337" y="295"/>
                </a:lnTo>
                <a:moveTo>
                  <a:pt x="344" y="301"/>
                </a:moveTo>
                <a:lnTo>
                  <a:pt x="347" y="304"/>
                </a:lnTo>
                <a:moveTo>
                  <a:pt x="354" y="310"/>
                </a:moveTo>
                <a:lnTo>
                  <a:pt x="357" y="313"/>
                </a:lnTo>
                <a:moveTo>
                  <a:pt x="364" y="319"/>
                </a:moveTo>
                <a:lnTo>
                  <a:pt x="368" y="321"/>
                </a:lnTo>
                <a:moveTo>
                  <a:pt x="374" y="327"/>
                </a:moveTo>
                <a:lnTo>
                  <a:pt x="378" y="330"/>
                </a:lnTo>
                <a:moveTo>
                  <a:pt x="384" y="336"/>
                </a:moveTo>
                <a:lnTo>
                  <a:pt x="388" y="339"/>
                </a:lnTo>
                <a:moveTo>
                  <a:pt x="394" y="345"/>
                </a:moveTo>
                <a:lnTo>
                  <a:pt x="398" y="348"/>
                </a:lnTo>
                <a:moveTo>
                  <a:pt x="405" y="354"/>
                </a:moveTo>
                <a:lnTo>
                  <a:pt x="408" y="357"/>
                </a:lnTo>
                <a:moveTo>
                  <a:pt x="415" y="363"/>
                </a:moveTo>
                <a:lnTo>
                  <a:pt x="418" y="366"/>
                </a:lnTo>
                <a:moveTo>
                  <a:pt x="425" y="372"/>
                </a:moveTo>
                <a:lnTo>
                  <a:pt x="428" y="375"/>
                </a:lnTo>
                <a:moveTo>
                  <a:pt x="435" y="380"/>
                </a:moveTo>
                <a:lnTo>
                  <a:pt x="438" y="383"/>
                </a:lnTo>
                <a:moveTo>
                  <a:pt x="445" y="389"/>
                </a:moveTo>
                <a:lnTo>
                  <a:pt x="448" y="392"/>
                </a:lnTo>
                <a:moveTo>
                  <a:pt x="455" y="398"/>
                </a:moveTo>
                <a:lnTo>
                  <a:pt x="459" y="401"/>
                </a:lnTo>
                <a:moveTo>
                  <a:pt x="465" y="407"/>
                </a:moveTo>
                <a:lnTo>
                  <a:pt x="469" y="410"/>
                </a:lnTo>
                <a:moveTo>
                  <a:pt x="475" y="416"/>
                </a:moveTo>
                <a:lnTo>
                  <a:pt x="479" y="419"/>
                </a:lnTo>
                <a:moveTo>
                  <a:pt x="486" y="425"/>
                </a:moveTo>
                <a:lnTo>
                  <a:pt x="489" y="428"/>
                </a:lnTo>
                <a:moveTo>
                  <a:pt x="496" y="434"/>
                </a:moveTo>
                <a:lnTo>
                  <a:pt x="499" y="437"/>
                </a:lnTo>
                <a:moveTo>
                  <a:pt x="506" y="442"/>
                </a:moveTo>
                <a:lnTo>
                  <a:pt x="509" y="445"/>
                </a:lnTo>
                <a:moveTo>
                  <a:pt x="516" y="451"/>
                </a:moveTo>
                <a:lnTo>
                  <a:pt x="519" y="454"/>
                </a:lnTo>
                <a:moveTo>
                  <a:pt x="526" y="460"/>
                </a:moveTo>
                <a:lnTo>
                  <a:pt x="529" y="463"/>
                </a:lnTo>
                <a:moveTo>
                  <a:pt x="536" y="469"/>
                </a:moveTo>
                <a:lnTo>
                  <a:pt x="539" y="472"/>
                </a:lnTo>
                <a:moveTo>
                  <a:pt x="546" y="478"/>
                </a:moveTo>
                <a:lnTo>
                  <a:pt x="550" y="481"/>
                </a:lnTo>
                <a:moveTo>
                  <a:pt x="556" y="487"/>
                </a:moveTo>
                <a:lnTo>
                  <a:pt x="560" y="490"/>
                </a:lnTo>
                <a:moveTo>
                  <a:pt x="566" y="496"/>
                </a:moveTo>
                <a:lnTo>
                  <a:pt x="570" y="498"/>
                </a:lnTo>
                <a:moveTo>
                  <a:pt x="577" y="504"/>
                </a:moveTo>
                <a:lnTo>
                  <a:pt x="580" y="507"/>
                </a:lnTo>
                <a:moveTo>
                  <a:pt x="587" y="513"/>
                </a:moveTo>
                <a:lnTo>
                  <a:pt x="590" y="516"/>
                </a:lnTo>
                <a:moveTo>
                  <a:pt x="597" y="522"/>
                </a:moveTo>
                <a:lnTo>
                  <a:pt x="600" y="525"/>
                </a:lnTo>
                <a:moveTo>
                  <a:pt x="607" y="531"/>
                </a:moveTo>
                <a:lnTo>
                  <a:pt x="610" y="534"/>
                </a:lnTo>
                <a:moveTo>
                  <a:pt x="617" y="540"/>
                </a:moveTo>
                <a:lnTo>
                  <a:pt x="620" y="543"/>
                </a:lnTo>
                <a:moveTo>
                  <a:pt x="627" y="549"/>
                </a:moveTo>
                <a:lnTo>
                  <a:pt x="631" y="552"/>
                </a:lnTo>
                <a:moveTo>
                  <a:pt x="637" y="557"/>
                </a:moveTo>
                <a:lnTo>
                  <a:pt x="641" y="560"/>
                </a:lnTo>
                <a:moveTo>
                  <a:pt x="647" y="566"/>
                </a:moveTo>
                <a:lnTo>
                  <a:pt x="651" y="569"/>
                </a:lnTo>
                <a:moveTo>
                  <a:pt x="657" y="575"/>
                </a:moveTo>
                <a:lnTo>
                  <a:pt x="661" y="578"/>
                </a:lnTo>
                <a:moveTo>
                  <a:pt x="668" y="584"/>
                </a:moveTo>
                <a:lnTo>
                  <a:pt x="671" y="587"/>
                </a:lnTo>
                <a:moveTo>
                  <a:pt x="678" y="593"/>
                </a:moveTo>
                <a:lnTo>
                  <a:pt x="681" y="596"/>
                </a:lnTo>
                <a:moveTo>
                  <a:pt x="688" y="602"/>
                </a:moveTo>
                <a:lnTo>
                  <a:pt x="691" y="605"/>
                </a:lnTo>
                <a:moveTo>
                  <a:pt x="698" y="611"/>
                </a:moveTo>
                <a:lnTo>
                  <a:pt x="701" y="614"/>
                </a:lnTo>
                <a:moveTo>
                  <a:pt x="708" y="619"/>
                </a:moveTo>
                <a:lnTo>
                  <a:pt x="711" y="622"/>
                </a:lnTo>
                <a:moveTo>
                  <a:pt x="718" y="628"/>
                </a:moveTo>
                <a:lnTo>
                  <a:pt x="722" y="631"/>
                </a:lnTo>
                <a:moveTo>
                  <a:pt x="728" y="637"/>
                </a:moveTo>
                <a:lnTo>
                  <a:pt x="732" y="640"/>
                </a:lnTo>
                <a:moveTo>
                  <a:pt x="738" y="646"/>
                </a:moveTo>
                <a:lnTo>
                  <a:pt x="742" y="649"/>
                </a:lnTo>
                <a:moveTo>
                  <a:pt x="749" y="655"/>
                </a:moveTo>
                <a:lnTo>
                  <a:pt x="752" y="658"/>
                </a:lnTo>
                <a:moveTo>
                  <a:pt x="759" y="664"/>
                </a:moveTo>
                <a:lnTo>
                  <a:pt x="762" y="667"/>
                </a:lnTo>
                <a:moveTo>
                  <a:pt x="769" y="673"/>
                </a:moveTo>
                <a:lnTo>
                  <a:pt x="772" y="675"/>
                </a:lnTo>
                <a:moveTo>
                  <a:pt x="779" y="681"/>
                </a:moveTo>
                <a:lnTo>
                  <a:pt x="782" y="684"/>
                </a:lnTo>
                <a:moveTo>
                  <a:pt x="789" y="690"/>
                </a:moveTo>
                <a:lnTo>
                  <a:pt x="792" y="693"/>
                </a:lnTo>
                <a:moveTo>
                  <a:pt x="799" y="699"/>
                </a:moveTo>
                <a:lnTo>
                  <a:pt x="802" y="702"/>
                </a:lnTo>
                <a:moveTo>
                  <a:pt x="809" y="708"/>
                </a:moveTo>
                <a:lnTo>
                  <a:pt x="813" y="711"/>
                </a:lnTo>
                <a:moveTo>
                  <a:pt x="819" y="717"/>
                </a:moveTo>
                <a:lnTo>
                  <a:pt x="823" y="720"/>
                </a:lnTo>
                <a:moveTo>
                  <a:pt x="829" y="726"/>
                </a:moveTo>
                <a:lnTo>
                  <a:pt x="833" y="729"/>
                </a:lnTo>
                <a:moveTo>
                  <a:pt x="840" y="734"/>
                </a:moveTo>
                <a:lnTo>
                  <a:pt x="843" y="737"/>
                </a:lnTo>
                <a:moveTo>
                  <a:pt x="850" y="743"/>
                </a:moveTo>
                <a:lnTo>
                  <a:pt x="853" y="746"/>
                </a:lnTo>
                <a:moveTo>
                  <a:pt x="860" y="752"/>
                </a:moveTo>
                <a:lnTo>
                  <a:pt x="863" y="755"/>
                </a:lnTo>
                <a:moveTo>
                  <a:pt x="870" y="761"/>
                </a:moveTo>
                <a:lnTo>
                  <a:pt x="873" y="764"/>
                </a:lnTo>
                <a:moveTo>
                  <a:pt x="880" y="770"/>
                </a:moveTo>
                <a:lnTo>
                  <a:pt x="883" y="773"/>
                </a:lnTo>
                <a:moveTo>
                  <a:pt x="890" y="779"/>
                </a:moveTo>
                <a:lnTo>
                  <a:pt x="893" y="782"/>
                </a:lnTo>
                <a:moveTo>
                  <a:pt x="900" y="788"/>
                </a:moveTo>
                <a:lnTo>
                  <a:pt x="904" y="791"/>
                </a:lnTo>
                <a:moveTo>
                  <a:pt x="910" y="796"/>
                </a:moveTo>
                <a:lnTo>
                  <a:pt x="914" y="799"/>
                </a:lnTo>
                <a:moveTo>
                  <a:pt x="920" y="805"/>
                </a:moveTo>
                <a:lnTo>
                  <a:pt x="924" y="808"/>
                </a:lnTo>
                <a:moveTo>
                  <a:pt x="931" y="814"/>
                </a:moveTo>
                <a:lnTo>
                  <a:pt x="934" y="817"/>
                </a:lnTo>
                <a:moveTo>
                  <a:pt x="941" y="823"/>
                </a:moveTo>
                <a:lnTo>
                  <a:pt x="944" y="826"/>
                </a:lnTo>
                <a:moveTo>
                  <a:pt x="951" y="832"/>
                </a:moveTo>
                <a:lnTo>
                  <a:pt x="954" y="835"/>
                </a:lnTo>
                <a:moveTo>
                  <a:pt x="961" y="841"/>
                </a:moveTo>
                <a:lnTo>
                  <a:pt x="964" y="844"/>
                </a:lnTo>
                <a:moveTo>
                  <a:pt x="971" y="850"/>
                </a:moveTo>
                <a:lnTo>
                  <a:pt x="974" y="852"/>
                </a:lnTo>
                <a:moveTo>
                  <a:pt x="981" y="858"/>
                </a:moveTo>
                <a:lnTo>
                  <a:pt x="985" y="861"/>
                </a:lnTo>
                <a:moveTo>
                  <a:pt x="991" y="867"/>
                </a:moveTo>
                <a:lnTo>
                  <a:pt x="995" y="870"/>
                </a:lnTo>
                <a:moveTo>
                  <a:pt x="1001" y="876"/>
                </a:moveTo>
                <a:lnTo>
                  <a:pt x="1005" y="879"/>
                </a:lnTo>
                <a:moveTo>
                  <a:pt x="1011" y="885"/>
                </a:moveTo>
                <a:lnTo>
                  <a:pt x="1015" y="888"/>
                </a:lnTo>
                <a:moveTo>
                  <a:pt x="1022" y="894"/>
                </a:moveTo>
                <a:lnTo>
                  <a:pt x="1025" y="897"/>
                </a:lnTo>
                <a:moveTo>
                  <a:pt x="1032" y="903"/>
                </a:moveTo>
                <a:lnTo>
                  <a:pt x="1035" y="906"/>
                </a:lnTo>
                <a:moveTo>
                  <a:pt x="1042" y="911"/>
                </a:moveTo>
                <a:lnTo>
                  <a:pt x="1045" y="914"/>
                </a:lnTo>
                <a:moveTo>
                  <a:pt x="1052" y="920"/>
                </a:moveTo>
                <a:lnTo>
                  <a:pt x="1055" y="923"/>
                </a:lnTo>
                <a:moveTo>
                  <a:pt x="1062" y="929"/>
                </a:moveTo>
                <a:lnTo>
                  <a:pt x="1065" y="932"/>
                </a:lnTo>
                <a:moveTo>
                  <a:pt x="1072" y="938"/>
                </a:moveTo>
                <a:lnTo>
                  <a:pt x="1076" y="941"/>
                </a:lnTo>
                <a:moveTo>
                  <a:pt x="1082" y="947"/>
                </a:moveTo>
                <a:lnTo>
                  <a:pt x="1086" y="950"/>
                </a:lnTo>
                <a:moveTo>
                  <a:pt x="1092" y="956"/>
                </a:moveTo>
                <a:lnTo>
                  <a:pt x="1096" y="959"/>
                </a:lnTo>
                <a:moveTo>
                  <a:pt x="1103" y="965"/>
                </a:moveTo>
                <a:lnTo>
                  <a:pt x="1106" y="968"/>
                </a:lnTo>
                <a:moveTo>
                  <a:pt x="1113" y="973"/>
                </a:moveTo>
                <a:lnTo>
                  <a:pt x="1116" y="976"/>
                </a:lnTo>
                <a:moveTo>
                  <a:pt x="1123" y="982"/>
                </a:moveTo>
                <a:lnTo>
                  <a:pt x="1126" y="985"/>
                </a:lnTo>
                <a:moveTo>
                  <a:pt x="1133" y="991"/>
                </a:moveTo>
                <a:lnTo>
                  <a:pt x="1136" y="994"/>
                </a:lnTo>
                <a:moveTo>
                  <a:pt x="1143" y="1000"/>
                </a:moveTo>
                <a:lnTo>
                  <a:pt x="1146" y="1003"/>
                </a:lnTo>
                <a:moveTo>
                  <a:pt x="1153" y="1009"/>
                </a:moveTo>
                <a:lnTo>
                  <a:pt x="1156" y="1012"/>
                </a:lnTo>
                <a:moveTo>
                  <a:pt x="1163" y="1018"/>
                </a:moveTo>
                <a:lnTo>
                  <a:pt x="1167" y="1021"/>
                </a:lnTo>
                <a:moveTo>
                  <a:pt x="1173" y="1027"/>
                </a:moveTo>
                <a:lnTo>
                  <a:pt x="1177" y="1029"/>
                </a:lnTo>
                <a:moveTo>
                  <a:pt x="1183" y="1035"/>
                </a:moveTo>
                <a:lnTo>
                  <a:pt x="1187" y="1038"/>
                </a:lnTo>
                <a:moveTo>
                  <a:pt x="1194" y="1044"/>
                </a:moveTo>
                <a:lnTo>
                  <a:pt x="1197" y="1047"/>
                </a:lnTo>
                <a:moveTo>
                  <a:pt x="1204" y="1053"/>
                </a:moveTo>
                <a:lnTo>
                  <a:pt x="1207" y="1056"/>
                </a:lnTo>
                <a:moveTo>
                  <a:pt x="1214" y="1062"/>
                </a:moveTo>
                <a:lnTo>
                  <a:pt x="1217" y="1065"/>
                </a:lnTo>
                <a:moveTo>
                  <a:pt x="1224" y="1071"/>
                </a:moveTo>
                <a:lnTo>
                  <a:pt x="1227" y="1074"/>
                </a:lnTo>
                <a:moveTo>
                  <a:pt x="1234" y="1080"/>
                </a:moveTo>
                <a:lnTo>
                  <a:pt x="1237" y="1083"/>
                </a:lnTo>
                <a:moveTo>
                  <a:pt x="1244" y="1088"/>
                </a:moveTo>
                <a:lnTo>
                  <a:pt x="1248" y="1091"/>
                </a:lnTo>
                <a:moveTo>
                  <a:pt x="1254" y="1097"/>
                </a:moveTo>
                <a:lnTo>
                  <a:pt x="1258" y="1100"/>
                </a:lnTo>
                <a:moveTo>
                  <a:pt x="1264" y="1106"/>
                </a:moveTo>
                <a:lnTo>
                  <a:pt x="1268" y="1109"/>
                </a:lnTo>
                <a:moveTo>
                  <a:pt x="1274" y="1115"/>
                </a:moveTo>
                <a:lnTo>
                  <a:pt x="1278" y="1118"/>
                </a:lnTo>
                <a:moveTo>
                  <a:pt x="1285" y="1124"/>
                </a:moveTo>
                <a:lnTo>
                  <a:pt x="1288" y="1127"/>
                </a:lnTo>
                <a:moveTo>
                  <a:pt x="1295" y="1133"/>
                </a:moveTo>
                <a:lnTo>
                  <a:pt x="1298" y="1136"/>
                </a:lnTo>
                <a:moveTo>
                  <a:pt x="1305" y="1142"/>
                </a:moveTo>
                <a:lnTo>
                  <a:pt x="1308" y="1145"/>
                </a:lnTo>
                <a:moveTo>
                  <a:pt x="1315" y="1150"/>
                </a:moveTo>
                <a:lnTo>
                  <a:pt x="1318" y="1153"/>
                </a:lnTo>
                <a:moveTo>
                  <a:pt x="1325" y="1159"/>
                </a:moveTo>
                <a:lnTo>
                  <a:pt x="1328" y="1162"/>
                </a:lnTo>
                <a:moveTo>
                  <a:pt x="1335" y="1168"/>
                </a:moveTo>
                <a:lnTo>
                  <a:pt x="1339" y="1171"/>
                </a:lnTo>
                <a:moveTo>
                  <a:pt x="1345" y="1177"/>
                </a:moveTo>
                <a:lnTo>
                  <a:pt x="1349" y="1180"/>
                </a:lnTo>
                <a:moveTo>
                  <a:pt x="1355" y="1186"/>
                </a:moveTo>
                <a:lnTo>
                  <a:pt x="1359" y="1189"/>
                </a:lnTo>
                <a:moveTo>
                  <a:pt x="1366" y="1195"/>
                </a:moveTo>
                <a:lnTo>
                  <a:pt x="1369" y="1198"/>
                </a:lnTo>
                <a:moveTo>
                  <a:pt x="1376" y="1204"/>
                </a:moveTo>
                <a:lnTo>
                  <a:pt x="1379" y="1206"/>
                </a:lnTo>
                <a:moveTo>
                  <a:pt x="1386" y="1212"/>
                </a:moveTo>
                <a:lnTo>
                  <a:pt x="1389" y="1215"/>
                </a:lnTo>
                <a:moveTo>
                  <a:pt x="1396" y="1221"/>
                </a:moveTo>
                <a:lnTo>
                  <a:pt x="1399" y="1224"/>
                </a:lnTo>
                <a:moveTo>
                  <a:pt x="1406" y="1230"/>
                </a:moveTo>
                <a:lnTo>
                  <a:pt x="1409" y="1233"/>
                </a:lnTo>
                <a:moveTo>
                  <a:pt x="1416" y="1239"/>
                </a:moveTo>
                <a:lnTo>
                  <a:pt x="1419" y="1242"/>
                </a:lnTo>
                <a:moveTo>
                  <a:pt x="1426" y="1248"/>
                </a:moveTo>
                <a:lnTo>
                  <a:pt x="1430" y="1251"/>
                </a:lnTo>
                <a:moveTo>
                  <a:pt x="1436" y="1257"/>
                </a:moveTo>
                <a:lnTo>
                  <a:pt x="1438" y="125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2" name="Freeform 193">
            <a:extLst>
              <a:ext uri="{FF2B5EF4-FFF2-40B4-BE49-F238E27FC236}">
                <a16:creationId xmlns:a16="http://schemas.microsoft.com/office/drawing/2014/main" id="{D2B2E32D-4DEA-2669-1305-0B3D80D7FAB1}"/>
              </a:ext>
            </a:extLst>
          </p:cNvPr>
          <p:cNvSpPr>
            <a:spLocks noEditPoints="1"/>
          </p:cNvSpPr>
          <p:nvPr/>
        </p:nvSpPr>
        <p:spPr bwMode="auto">
          <a:xfrm>
            <a:off x="4181476" y="3798888"/>
            <a:ext cx="703263" cy="1260475"/>
          </a:xfrm>
          <a:custGeom>
            <a:avLst/>
            <a:gdLst>
              <a:gd name="T0" fmla="*/ 13 w 886"/>
              <a:gd name="T1" fmla="*/ 24 h 1589"/>
              <a:gd name="T2" fmla="*/ 29 w 886"/>
              <a:gd name="T3" fmla="*/ 51 h 1589"/>
              <a:gd name="T4" fmla="*/ 46 w 886"/>
              <a:gd name="T5" fmla="*/ 82 h 1589"/>
              <a:gd name="T6" fmla="*/ 61 w 886"/>
              <a:gd name="T7" fmla="*/ 110 h 1589"/>
              <a:gd name="T8" fmla="*/ 79 w 886"/>
              <a:gd name="T9" fmla="*/ 141 h 1589"/>
              <a:gd name="T10" fmla="*/ 94 w 886"/>
              <a:gd name="T11" fmla="*/ 168 h 1589"/>
              <a:gd name="T12" fmla="*/ 111 w 886"/>
              <a:gd name="T13" fmla="*/ 200 h 1589"/>
              <a:gd name="T14" fmla="*/ 127 w 886"/>
              <a:gd name="T15" fmla="*/ 227 h 1589"/>
              <a:gd name="T16" fmla="*/ 144 w 886"/>
              <a:gd name="T17" fmla="*/ 258 h 1589"/>
              <a:gd name="T18" fmla="*/ 159 w 886"/>
              <a:gd name="T19" fmla="*/ 286 h 1589"/>
              <a:gd name="T20" fmla="*/ 177 w 886"/>
              <a:gd name="T21" fmla="*/ 317 h 1589"/>
              <a:gd name="T22" fmla="*/ 192 w 886"/>
              <a:gd name="T23" fmla="*/ 345 h 1589"/>
              <a:gd name="T24" fmla="*/ 210 w 886"/>
              <a:gd name="T25" fmla="*/ 376 h 1589"/>
              <a:gd name="T26" fmla="*/ 225 w 886"/>
              <a:gd name="T27" fmla="*/ 403 h 1589"/>
              <a:gd name="T28" fmla="*/ 242 w 886"/>
              <a:gd name="T29" fmla="*/ 435 h 1589"/>
              <a:gd name="T30" fmla="*/ 258 w 886"/>
              <a:gd name="T31" fmla="*/ 462 h 1589"/>
              <a:gd name="T32" fmla="*/ 275 w 886"/>
              <a:gd name="T33" fmla="*/ 493 h 1589"/>
              <a:gd name="T34" fmla="*/ 290 w 886"/>
              <a:gd name="T35" fmla="*/ 521 h 1589"/>
              <a:gd name="T36" fmla="*/ 308 w 886"/>
              <a:gd name="T37" fmla="*/ 552 h 1589"/>
              <a:gd name="T38" fmla="*/ 323 w 886"/>
              <a:gd name="T39" fmla="*/ 579 h 1589"/>
              <a:gd name="T40" fmla="*/ 340 w 886"/>
              <a:gd name="T41" fmla="*/ 611 h 1589"/>
              <a:gd name="T42" fmla="*/ 356 w 886"/>
              <a:gd name="T43" fmla="*/ 638 h 1589"/>
              <a:gd name="T44" fmla="*/ 373 w 886"/>
              <a:gd name="T45" fmla="*/ 669 h 1589"/>
              <a:gd name="T46" fmla="*/ 388 w 886"/>
              <a:gd name="T47" fmla="*/ 697 h 1589"/>
              <a:gd name="T48" fmla="*/ 406 w 886"/>
              <a:gd name="T49" fmla="*/ 728 h 1589"/>
              <a:gd name="T50" fmla="*/ 421 w 886"/>
              <a:gd name="T51" fmla="*/ 755 h 1589"/>
              <a:gd name="T52" fmla="*/ 439 w 886"/>
              <a:gd name="T53" fmla="*/ 787 h 1589"/>
              <a:gd name="T54" fmla="*/ 454 w 886"/>
              <a:gd name="T55" fmla="*/ 814 h 1589"/>
              <a:gd name="T56" fmla="*/ 471 w 886"/>
              <a:gd name="T57" fmla="*/ 845 h 1589"/>
              <a:gd name="T58" fmla="*/ 487 w 886"/>
              <a:gd name="T59" fmla="*/ 873 h 1589"/>
              <a:gd name="T60" fmla="*/ 504 w 886"/>
              <a:gd name="T61" fmla="*/ 904 h 1589"/>
              <a:gd name="T62" fmla="*/ 519 w 886"/>
              <a:gd name="T63" fmla="*/ 931 h 1589"/>
              <a:gd name="T64" fmla="*/ 537 w 886"/>
              <a:gd name="T65" fmla="*/ 963 h 1589"/>
              <a:gd name="T66" fmla="*/ 552 w 886"/>
              <a:gd name="T67" fmla="*/ 990 h 1589"/>
              <a:gd name="T68" fmla="*/ 570 w 886"/>
              <a:gd name="T69" fmla="*/ 1021 h 1589"/>
              <a:gd name="T70" fmla="*/ 585 w 886"/>
              <a:gd name="T71" fmla="*/ 1049 h 1589"/>
              <a:gd name="T72" fmla="*/ 602 w 886"/>
              <a:gd name="T73" fmla="*/ 1080 h 1589"/>
              <a:gd name="T74" fmla="*/ 618 w 886"/>
              <a:gd name="T75" fmla="*/ 1108 h 1589"/>
              <a:gd name="T76" fmla="*/ 635 w 886"/>
              <a:gd name="T77" fmla="*/ 1139 h 1589"/>
              <a:gd name="T78" fmla="*/ 650 w 886"/>
              <a:gd name="T79" fmla="*/ 1166 h 1589"/>
              <a:gd name="T80" fmla="*/ 668 w 886"/>
              <a:gd name="T81" fmla="*/ 1198 h 1589"/>
              <a:gd name="T82" fmla="*/ 683 w 886"/>
              <a:gd name="T83" fmla="*/ 1225 h 1589"/>
              <a:gd name="T84" fmla="*/ 700 w 886"/>
              <a:gd name="T85" fmla="*/ 1256 h 1589"/>
              <a:gd name="T86" fmla="*/ 716 w 886"/>
              <a:gd name="T87" fmla="*/ 1284 h 1589"/>
              <a:gd name="T88" fmla="*/ 733 w 886"/>
              <a:gd name="T89" fmla="*/ 1315 h 1589"/>
              <a:gd name="T90" fmla="*/ 748 w 886"/>
              <a:gd name="T91" fmla="*/ 1342 h 1589"/>
              <a:gd name="T92" fmla="*/ 766 w 886"/>
              <a:gd name="T93" fmla="*/ 1374 h 1589"/>
              <a:gd name="T94" fmla="*/ 781 w 886"/>
              <a:gd name="T95" fmla="*/ 1401 h 1589"/>
              <a:gd name="T96" fmla="*/ 799 w 886"/>
              <a:gd name="T97" fmla="*/ 1432 h 1589"/>
              <a:gd name="T98" fmla="*/ 814 w 886"/>
              <a:gd name="T99" fmla="*/ 1460 h 1589"/>
              <a:gd name="T100" fmla="*/ 831 w 886"/>
              <a:gd name="T101" fmla="*/ 1491 h 1589"/>
              <a:gd name="T102" fmla="*/ 847 w 886"/>
              <a:gd name="T103" fmla="*/ 1518 h 1589"/>
              <a:gd name="T104" fmla="*/ 864 w 886"/>
              <a:gd name="T105" fmla="*/ 1550 h 1589"/>
              <a:gd name="T106" fmla="*/ 879 w 886"/>
              <a:gd name="T107" fmla="*/ 1577 h 1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86" h="1589">
                <a:moveTo>
                  <a:pt x="0" y="0"/>
                </a:moveTo>
                <a:lnTo>
                  <a:pt x="2" y="4"/>
                </a:lnTo>
                <a:moveTo>
                  <a:pt x="7" y="12"/>
                </a:moveTo>
                <a:lnTo>
                  <a:pt x="9" y="16"/>
                </a:lnTo>
                <a:moveTo>
                  <a:pt x="13" y="24"/>
                </a:moveTo>
                <a:lnTo>
                  <a:pt x="15" y="28"/>
                </a:lnTo>
                <a:moveTo>
                  <a:pt x="20" y="35"/>
                </a:moveTo>
                <a:lnTo>
                  <a:pt x="22" y="39"/>
                </a:lnTo>
                <a:moveTo>
                  <a:pt x="26" y="47"/>
                </a:moveTo>
                <a:lnTo>
                  <a:pt x="29" y="51"/>
                </a:lnTo>
                <a:moveTo>
                  <a:pt x="33" y="59"/>
                </a:moveTo>
                <a:lnTo>
                  <a:pt x="35" y="63"/>
                </a:lnTo>
                <a:moveTo>
                  <a:pt x="39" y="71"/>
                </a:moveTo>
                <a:lnTo>
                  <a:pt x="42" y="75"/>
                </a:lnTo>
                <a:moveTo>
                  <a:pt x="46" y="82"/>
                </a:moveTo>
                <a:lnTo>
                  <a:pt x="48" y="86"/>
                </a:lnTo>
                <a:moveTo>
                  <a:pt x="53" y="94"/>
                </a:moveTo>
                <a:lnTo>
                  <a:pt x="55" y="98"/>
                </a:lnTo>
                <a:moveTo>
                  <a:pt x="59" y="106"/>
                </a:moveTo>
                <a:lnTo>
                  <a:pt x="61" y="110"/>
                </a:lnTo>
                <a:moveTo>
                  <a:pt x="66" y="118"/>
                </a:moveTo>
                <a:lnTo>
                  <a:pt x="68" y="121"/>
                </a:lnTo>
                <a:moveTo>
                  <a:pt x="72" y="129"/>
                </a:moveTo>
                <a:lnTo>
                  <a:pt x="74" y="133"/>
                </a:lnTo>
                <a:moveTo>
                  <a:pt x="79" y="141"/>
                </a:moveTo>
                <a:lnTo>
                  <a:pt x="81" y="145"/>
                </a:lnTo>
                <a:moveTo>
                  <a:pt x="85" y="153"/>
                </a:moveTo>
                <a:lnTo>
                  <a:pt x="87" y="157"/>
                </a:lnTo>
                <a:moveTo>
                  <a:pt x="92" y="165"/>
                </a:moveTo>
                <a:lnTo>
                  <a:pt x="94" y="168"/>
                </a:lnTo>
                <a:moveTo>
                  <a:pt x="98" y="176"/>
                </a:moveTo>
                <a:lnTo>
                  <a:pt x="100" y="180"/>
                </a:lnTo>
                <a:moveTo>
                  <a:pt x="105" y="188"/>
                </a:moveTo>
                <a:lnTo>
                  <a:pt x="107" y="192"/>
                </a:lnTo>
                <a:moveTo>
                  <a:pt x="111" y="200"/>
                </a:moveTo>
                <a:lnTo>
                  <a:pt x="114" y="204"/>
                </a:lnTo>
                <a:moveTo>
                  <a:pt x="118" y="211"/>
                </a:moveTo>
                <a:lnTo>
                  <a:pt x="120" y="215"/>
                </a:lnTo>
                <a:moveTo>
                  <a:pt x="124" y="223"/>
                </a:moveTo>
                <a:lnTo>
                  <a:pt x="127" y="227"/>
                </a:lnTo>
                <a:moveTo>
                  <a:pt x="131" y="235"/>
                </a:moveTo>
                <a:lnTo>
                  <a:pt x="133" y="239"/>
                </a:lnTo>
                <a:moveTo>
                  <a:pt x="138" y="247"/>
                </a:moveTo>
                <a:lnTo>
                  <a:pt x="140" y="251"/>
                </a:lnTo>
                <a:moveTo>
                  <a:pt x="144" y="258"/>
                </a:moveTo>
                <a:lnTo>
                  <a:pt x="146" y="262"/>
                </a:lnTo>
                <a:moveTo>
                  <a:pt x="151" y="270"/>
                </a:moveTo>
                <a:lnTo>
                  <a:pt x="153" y="274"/>
                </a:lnTo>
                <a:moveTo>
                  <a:pt x="157" y="282"/>
                </a:moveTo>
                <a:lnTo>
                  <a:pt x="159" y="286"/>
                </a:lnTo>
                <a:moveTo>
                  <a:pt x="164" y="294"/>
                </a:moveTo>
                <a:lnTo>
                  <a:pt x="166" y="298"/>
                </a:lnTo>
                <a:moveTo>
                  <a:pt x="170" y="305"/>
                </a:moveTo>
                <a:lnTo>
                  <a:pt x="172" y="309"/>
                </a:lnTo>
                <a:moveTo>
                  <a:pt x="177" y="317"/>
                </a:moveTo>
                <a:lnTo>
                  <a:pt x="179" y="321"/>
                </a:lnTo>
                <a:moveTo>
                  <a:pt x="183" y="329"/>
                </a:moveTo>
                <a:lnTo>
                  <a:pt x="186" y="333"/>
                </a:lnTo>
                <a:moveTo>
                  <a:pt x="190" y="341"/>
                </a:moveTo>
                <a:lnTo>
                  <a:pt x="192" y="345"/>
                </a:lnTo>
                <a:moveTo>
                  <a:pt x="196" y="352"/>
                </a:moveTo>
                <a:lnTo>
                  <a:pt x="199" y="356"/>
                </a:lnTo>
                <a:moveTo>
                  <a:pt x="203" y="364"/>
                </a:moveTo>
                <a:lnTo>
                  <a:pt x="205" y="368"/>
                </a:lnTo>
                <a:moveTo>
                  <a:pt x="210" y="376"/>
                </a:moveTo>
                <a:lnTo>
                  <a:pt x="212" y="380"/>
                </a:lnTo>
                <a:moveTo>
                  <a:pt x="216" y="388"/>
                </a:moveTo>
                <a:lnTo>
                  <a:pt x="218" y="391"/>
                </a:lnTo>
                <a:moveTo>
                  <a:pt x="223" y="399"/>
                </a:moveTo>
                <a:lnTo>
                  <a:pt x="225" y="403"/>
                </a:lnTo>
                <a:moveTo>
                  <a:pt x="229" y="411"/>
                </a:moveTo>
                <a:lnTo>
                  <a:pt x="231" y="415"/>
                </a:lnTo>
                <a:moveTo>
                  <a:pt x="236" y="423"/>
                </a:moveTo>
                <a:lnTo>
                  <a:pt x="238" y="427"/>
                </a:lnTo>
                <a:moveTo>
                  <a:pt x="242" y="435"/>
                </a:moveTo>
                <a:lnTo>
                  <a:pt x="244" y="438"/>
                </a:lnTo>
                <a:moveTo>
                  <a:pt x="249" y="446"/>
                </a:moveTo>
                <a:lnTo>
                  <a:pt x="251" y="450"/>
                </a:lnTo>
                <a:moveTo>
                  <a:pt x="255" y="458"/>
                </a:moveTo>
                <a:lnTo>
                  <a:pt x="258" y="462"/>
                </a:lnTo>
                <a:moveTo>
                  <a:pt x="262" y="470"/>
                </a:moveTo>
                <a:lnTo>
                  <a:pt x="264" y="474"/>
                </a:lnTo>
                <a:moveTo>
                  <a:pt x="268" y="481"/>
                </a:moveTo>
                <a:lnTo>
                  <a:pt x="271" y="485"/>
                </a:lnTo>
                <a:moveTo>
                  <a:pt x="275" y="493"/>
                </a:moveTo>
                <a:lnTo>
                  <a:pt x="277" y="497"/>
                </a:lnTo>
                <a:moveTo>
                  <a:pt x="282" y="505"/>
                </a:moveTo>
                <a:lnTo>
                  <a:pt x="284" y="509"/>
                </a:lnTo>
                <a:moveTo>
                  <a:pt x="288" y="517"/>
                </a:moveTo>
                <a:lnTo>
                  <a:pt x="290" y="521"/>
                </a:lnTo>
                <a:moveTo>
                  <a:pt x="295" y="528"/>
                </a:moveTo>
                <a:lnTo>
                  <a:pt x="297" y="532"/>
                </a:lnTo>
                <a:moveTo>
                  <a:pt x="301" y="540"/>
                </a:moveTo>
                <a:lnTo>
                  <a:pt x="303" y="544"/>
                </a:lnTo>
                <a:moveTo>
                  <a:pt x="308" y="552"/>
                </a:moveTo>
                <a:lnTo>
                  <a:pt x="310" y="556"/>
                </a:lnTo>
                <a:moveTo>
                  <a:pt x="314" y="564"/>
                </a:moveTo>
                <a:lnTo>
                  <a:pt x="316" y="568"/>
                </a:lnTo>
                <a:moveTo>
                  <a:pt x="321" y="575"/>
                </a:moveTo>
                <a:lnTo>
                  <a:pt x="323" y="579"/>
                </a:lnTo>
                <a:moveTo>
                  <a:pt x="327" y="587"/>
                </a:moveTo>
                <a:lnTo>
                  <a:pt x="330" y="591"/>
                </a:lnTo>
                <a:moveTo>
                  <a:pt x="334" y="599"/>
                </a:moveTo>
                <a:lnTo>
                  <a:pt x="336" y="603"/>
                </a:lnTo>
                <a:moveTo>
                  <a:pt x="340" y="611"/>
                </a:moveTo>
                <a:lnTo>
                  <a:pt x="343" y="614"/>
                </a:lnTo>
                <a:moveTo>
                  <a:pt x="347" y="622"/>
                </a:moveTo>
                <a:lnTo>
                  <a:pt x="349" y="626"/>
                </a:lnTo>
                <a:moveTo>
                  <a:pt x="354" y="634"/>
                </a:moveTo>
                <a:lnTo>
                  <a:pt x="356" y="638"/>
                </a:lnTo>
                <a:moveTo>
                  <a:pt x="360" y="646"/>
                </a:moveTo>
                <a:lnTo>
                  <a:pt x="362" y="650"/>
                </a:lnTo>
                <a:moveTo>
                  <a:pt x="367" y="658"/>
                </a:moveTo>
                <a:lnTo>
                  <a:pt x="369" y="661"/>
                </a:lnTo>
                <a:moveTo>
                  <a:pt x="373" y="669"/>
                </a:moveTo>
                <a:lnTo>
                  <a:pt x="375" y="673"/>
                </a:lnTo>
                <a:moveTo>
                  <a:pt x="380" y="681"/>
                </a:moveTo>
                <a:lnTo>
                  <a:pt x="382" y="685"/>
                </a:lnTo>
                <a:moveTo>
                  <a:pt x="386" y="693"/>
                </a:moveTo>
                <a:lnTo>
                  <a:pt x="388" y="697"/>
                </a:lnTo>
                <a:moveTo>
                  <a:pt x="393" y="704"/>
                </a:moveTo>
                <a:lnTo>
                  <a:pt x="395" y="708"/>
                </a:lnTo>
                <a:moveTo>
                  <a:pt x="399" y="716"/>
                </a:moveTo>
                <a:lnTo>
                  <a:pt x="402" y="720"/>
                </a:lnTo>
                <a:moveTo>
                  <a:pt x="406" y="728"/>
                </a:moveTo>
                <a:lnTo>
                  <a:pt x="408" y="732"/>
                </a:lnTo>
                <a:moveTo>
                  <a:pt x="412" y="740"/>
                </a:moveTo>
                <a:lnTo>
                  <a:pt x="415" y="744"/>
                </a:lnTo>
                <a:moveTo>
                  <a:pt x="419" y="751"/>
                </a:moveTo>
                <a:lnTo>
                  <a:pt x="421" y="755"/>
                </a:lnTo>
                <a:moveTo>
                  <a:pt x="426" y="763"/>
                </a:moveTo>
                <a:lnTo>
                  <a:pt x="428" y="767"/>
                </a:lnTo>
                <a:moveTo>
                  <a:pt x="432" y="775"/>
                </a:moveTo>
                <a:lnTo>
                  <a:pt x="434" y="779"/>
                </a:lnTo>
                <a:moveTo>
                  <a:pt x="439" y="787"/>
                </a:moveTo>
                <a:lnTo>
                  <a:pt x="441" y="791"/>
                </a:lnTo>
                <a:moveTo>
                  <a:pt x="445" y="798"/>
                </a:moveTo>
                <a:lnTo>
                  <a:pt x="447" y="802"/>
                </a:lnTo>
                <a:moveTo>
                  <a:pt x="452" y="810"/>
                </a:moveTo>
                <a:lnTo>
                  <a:pt x="454" y="814"/>
                </a:lnTo>
                <a:moveTo>
                  <a:pt x="458" y="822"/>
                </a:moveTo>
                <a:lnTo>
                  <a:pt x="460" y="826"/>
                </a:lnTo>
                <a:moveTo>
                  <a:pt x="465" y="834"/>
                </a:moveTo>
                <a:lnTo>
                  <a:pt x="467" y="838"/>
                </a:lnTo>
                <a:moveTo>
                  <a:pt x="471" y="845"/>
                </a:moveTo>
                <a:lnTo>
                  <a:pt x="474" y="849"/>
                </a:lnTo>
                <a:moveTo>
                  <a:pt x="478" y="857"/>
                </a:moveTo>
                <a:lnTo>
                  <a:pt x="480" y="861"/>
                </a:lnTo>
                <a:moveTo>
                  <a:pt x="484" y="869"/>
                </a:moveTo>
                <a:lnTo>
                  <a:pt x="487" y="873"/>
                </a:lnTo>
                <a:moveTo>
                  <a:pt x="491" y="881"/>
                </a:moveTo>
                <a:lnTo>
                  <a:pt x="493" y="884"/>
                </a:lnTo>
                <a:moveTo>
                  <a:pt x="498" y="892"/>
                </a:moveTo>
                <a:lnTo>
                  <a:pt x="500" y="896"/>
                </a:lnTo>
                <a:moveTo>
                  <a:pt x="504" y="904"/>
                </a:moveTo>
                <a:lnTo>
                  <a:pt x="506" y="908"/>
                </a:lnTo>
                <a:moveTo>
                  <a:pt x="511" y="916"/>
                </a:moveTo>
                <a:lnTo>
                  <a:pt x="513" y="920"/>
                </a:lnTo>
                <a:moveTo>
                  <a:pt x="517" y="928"/>
                </a:moveTo>
                <a:lnTo>
                  <a:pt x="519" y="931"/>
                </a:lnTo>
                <a:moveTo>
                  <a:pt x="524" y="939"/>
                </a:moveTo>
                <a:lnTo>
                  <a:pt x="526" y="943"/>
                </a:lnTo>
                <a:moveTo>
                  <a:pt x="530" y="951"/>
                </a:moveTo>
                <a:lnTo>
                  <a:pt x="532" y="955"/>
                </a:lnTo>
                <a:moveTo>
                  <a:pt x="537" y="963"/>
                </a:moveTo>
                <a:lnTo>
                  <a:pt x="539" y="967"/>
                </a:lnTo>
                <a:moveTo>
                  <a:pt x="543" y="974"/>
                </a:moveTo>
                <a:lnTo>
                  <a:pt x="546" y="978"/>
                </a:lnTo>
                <a:moveTo>
                  <a:pt x="550" y="986"/>
                </a:moveTo>
                <a:lnTo>
                  <a:pt x="552" y="990"/>
                </a:lnTo>
                <a:moveTo>
                  <a:pt x="556" y="998"/>
                </a:moveTo>
                <a:lnTo>
                  <a:pt x="559" y="1002"/>
                </a:lnTo>
                <a:moveTo>
                  <a:pt x="563" y="1010"/>
                </a:moveTo>
                <a:lnTo>
                  <a:pt x="565" y="1014"/>
                </a:lnTo>
                <a:moveTo>
                  <a:pt x="570" y="1021"/>
                </a:moveTo>
                <a:lnTo>
                  <a:pt x="572" y="1025"/>
                </a:lnTo>
                <a:moveTo>
                  <a:pt x="576" y="1033"/>
                </a:moveTo>
                <a:lnTo>
                  <a:pt x="578" y="1037"/>
                </a:lnTo>
                <a:moveTo>
                  <a:pt x="583" y="1045"/>
                </a:moveTo>
                <a:lnTo>
                  <a:pt x="585" y="1049"/>
                </a:lnTo>
                <a:moveTo>
                  <a:pt x="589" y="1057"/>
                </a:moveTo>
                <a:lnTo>
                  <a:pt x="591" y="1061"/>
                </a:lnTo>
                <a:moveTo>
                  <a:pt x="596" y="1068"/>
                </a:moveTo>
                <a:lnTo>
                  <a:pt x="598" y="1072"/>
                </a:lnTo>
                <a:moveTo>
                  <a:pt x="602" y="1080"/>
                </a:moveTo>
                <a:lnTo>
                  <a:pt x="604" y="1084"/>
                </a:lnTo>
                <a:moveTo>
                  <a:pt x="609" y="1092"/>
                </a:moveTo>
                <a:lnTo>
                  <a:pt x="611" y="1096"/>
                </a:lnTo>
                <a:moveTo>
                  <a:pt x="615" y="1104"/>
                </a:moveTo>
                <a:lnTo>
                  <a:pt x="618" y="1108"/>
                </a:lnTo>
                <a:moveTo>
                  <a:pt x="622" y="1115"/>
                </a:moveTo>
                <a:lnTo>
                  <a:pt x="624" y="1119"/>
                </a:lnTo>
                <a:moveTo>
                  <a:pt x="628" y="1127"/>
                </a:moveTo>
                <a:lnTo>
                  <a:pt x="631" y="1131"/>
                </a:lnTo>
                <a:moveTo>
                  <a:pt x="635" y="1139"/>
                </a:moveTo>
                <a:lnTo>
                  <a:pt x="637" y="1143"/>
                </a:lnTo>
                <a:moveTo>
                  <a:pt x="642" y="1151"/>
                </a:moveTo>
                <a:lnTo>
                  <a:pt x="644" y="1154"/>
                </a:lnTo>
                <a:moveTo>
                  <a:pt x="648" y="1162"/>
                </a:moveTo>
                <a:lnTo>
                  <a:pt x="650" y="1166"/>
                </a:lnTo>
                <a:moveTo>
                  <a:pt x="655" y="1174"/>
                </a:moveTo>
                <a:lnTo>
                  <a:pt x="657" y="1178"/>
                </a:lnTo>
                <a:moveTo>
                  <a:pt x="661" y="1186"/>
                </a:moveTo>
                <a:lnTo>
                  <a:pt x="663" y="1190"/>
                </a:lnTo>
                <a:moveTo>
                  <a:pt x="668" y="1198"/>
                </a:moveTo>
                <a:lnTo>
                  <a:pt x="670" y="1201"/>
                </a:lnTo>
                <a:moveTo>
                  <a:pt x="674" y="1209"/>
                </a:moveTo>
                <a:lnTo>
                  <a:pt x="676" y="1213"/>
                </a:lnTo>
                <a:moveTo>
                  <a:pt x="681" y="1221"/>
                </a:moveTo>
                <a:lnTo>
                  <a:pt x="683" y="1225"/>
                </a:lnTo>
                <a:moveTo>
                  <a:pt x="687" y="1233"/>
                </a:moveTo>
                <a:lnTo>
                  <a:pt x="690" y="1237"/>
                </a:lnTo>
                <a:moveTo>
                  <a:pt x="694" y="1244"/>
                </a:moveTo>
                <a:lnTo>
                  <a:pt x="696" y="1248"/>
                </a:lnTo>
                <a:moveTo>
                  <a:pt x="700" y="1256"/>
                </a:moveTo>
                <a:lnTo>
                  <a:pt x="703" y="1260"/>
                </a:lnTo>
                <a:moveTo>
                  <a:pt x="707" y="1268"/>
                </a:moveTo>
                <a:lnTo>
                  <a:pt x="709" y="1272"/>
                </a:lnTo>
                <a:moveTo>
                  <a:pt x="714" y="1280"/>
                </a:moveTo>
                <a:lnTo>
                  <a:pt x="716" y="1284"/>
                </a:lnTo>
                <a:moveTo>
                  <a:pt x="720" y="1291"/>
                </a:moveTo>
                <a:lnTo>
                  <a:pt x="722" y="1295"/>
                </a:lnTo>
                <a:moveTo>
                  <a:pt x="727" y="1303"/>
                </a:moveTo>
                <a:lnTo>
                  <a:pt x="729" y="1307"/>
                </a:lnTo>
                <a:moveTo>
                  <a:pt x="733" y="1315"/>
                </a:moveTo>
                <a:lnTo>
                  <a:pt x="735" y="1319"/>
                </a:lnTo>
                <a:moveTo>
                  <a:pt x="740" y="1327"/>
                </a:moveTo>
                <a:lnTo>
                  <a:pt x="742" y="1331"/>
                </a:lnTo>
                <a:moveTo>
                  <a:pt x="746" y="1338"/>
                </a:moveTo>
                <a:lnTo>
                  <a:pt x="748" y="1342"/>
                </a:lnTo>
                <a:moveTo>
                  <a:pt x="753" y="1350"/>
                </a:moveTo>
                <a:lnTo>
                  <a:pt x="755" y="1354"/>
                </a:lnTo>
                <a:moveTo>
                  <a:pt x="759" y="1362"/>
                </a:moveTo>
                <a:lnTo>
                  <a:pt x="762" y="1366"/>
                </a:lnTo>
                <a:moveTo>
                  <a:pt x="766" y="1374"/>
                </a:moveTo>
                <a:lnTo>
                  <a:pt x="768" y="1378"/>
                </a:lnTo>
                <a:moveTo>
                  <a:pt x="772" y="1385"/>
                </a:moveTo>
                <a:lnTo>
                  <a:pt x="775" y="1389"/>
                </a:lnTo>
                <a:moveTo>
                  <a:pt x="779" y="1397"/>
                </a:moveTo>
                <a:lnTo>
                  <a:pt x="781" y="1401"/>
                </a:lnTo>
                <a:moveTo>
                  <a:pt x="786" y="1409"/>
                </a:moveTo>
                <a:lnTo>
                  <a:pt x="788" y="1413"/>
                </a:lnTo>
                <a:moveTo>
                  <a:pt x="792" y="1421"/>
                </a:moveTo>
                <a:lnTo>
                  <a:pt x="794" y="1424"/>
                </a:lnTo>
                <a:moveTo>
                  <a:pt x="799" y="1432"/>
                </a:moveTo>
                <a:lnTo>
                  <a:pt x="801" y="1436"/>
                </a:lnTo>
                <a:moveTo>
                  <a:pt x="805" y="1444"/>
                </a:moveTo>
                <a:lnTo>
                  <a:pt x="807" y="1448"/>
                </a:lnTo>
                <a:moveTo>
                  <a:pt x="812" y="1456"/>
                </a:moveTo>
                <a:lnTo>
                  <a:pt x="814" y="1460"/>
                </a:lnTo>
                <a:moveTo>
                  <a:pt x="818" y="1468"/>
                </a:moveTo>
                <a:lnTo>
                  <a:pt x="820" y="1471"/>
                </a:lnTo>
                <a:moveTo>
                  <a:pt x="825" y="1479"/>
                </a:moveTo>
                <a:lnTo>
                  <a:pt x="827" y="1483"/>
                </a:lnTo>
                <a:moveTo>
                  <a:pt x="831" y="1491"/>
                </a:moveTo>
                <a:lnTo>
                  <a:pt x="834" y="1495"/>
                </a:lnTo>
                <a:moveTo>
                  <a:pt x="838" y="1503"/>
                </a:moveTo>
                <a:lnTo>
                  <a:pt x="840" y="1507"/>
                </a:lnTo>
                <a:moveTo>
                  <a:pt x="844" y="1514"/>
                </a:moveTo>
                <a:lnTo>
                  <a:pt x="847" y="1518"/>
                </a:lnTo>
                <a:moveTo>
                  <a:pt x="851" y="1526"/>
                </a:moveTo>
                <a:lnTo>
                  <a:pt x="853" y="1530"/>
                </a:lnTo>
                <a:moveTo>
                  <a:pt x="858" y="1538"/>
                </a:moveTo>
                <a:lnTo>
                  <a:pt x="860" y="1542"/>
                </a:lnTo>
                <a:moveTo>
                  <a:pt x="864" y="1550"/>
                </a:moveTo>
                <a:lnTo>
                  <a:pt x="866" y="1554"/>
                </a:lnTo>
                <a:moveTo>
                  <a:pt x="871" y="1561"/>
                </a:moveTo>
                <a:lnTo>
                  <a:pt x="873" y="1565"/>
                </a:lnTo>
                <a:moveTo>
                  <a:pt x="877" y="1573"/>
                </a:moveTo>
                <a:lnTo>
                  <a:pt x="879" y="1577"/>
                </a:lnTo>
                <a:moveTo>
                  <a:pt x="884" y="1585"/>
                </a:moveTo>
                <a:lnTo>
                  <a:pt x="886" y="158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3" name="Freeform 194">
            <a:extLst>
              <a:ext uri="{FF2B5EF4-FFF2-40B4-BE49-F238E27FC236}">
                <a16:creationId xmlns:a16="http://schemas.microsoft.com/office/drawing/2014/main" id="{A432ACE3-8AC1-2A2C-FE29-6EADC343D432}"/>
              </a:ext>
            </a:extLst>
          </p:cNvPr>
          <p:cNvSpPr>
            <a:spLocks noEditPoints="1"/>
          </p:cNvSpPr>
          <p:nvPr/>
        </p:nvSpPr>
        <p:spPr bwMode="auto">
          <a:xfrm>
            <a:off x="3344863" y="3732213"/>
            <a:ext cx="473075" cy="227013"/>
          </a:xfrm>
          <a:custGeom>
            <a:avLst/>
            <a:gdLst>
              <a:gd name="T0" fmla="*/ 4 w 596"/>
              <a:gd name="T1" fmla="*/ 2 h 286"/>
              <a:gd name="T2" fmla="*/ 16 w 596"/>
              <a:gd name="T3" fmla="*/ 8 h 286"/>
              <a:gd name="T4" fmla="*/ 28 w 596"/>
              <a:gd name="T5" fmla="*/ 14 h 286"/>
              <a:gd name="T6" fmla="*/ 40 w 596"/>
              <a:gd name="T7" fmla="*/ 19 h 286"/>
              <a:gd name="T8" fmla="*/ 52 w 596"/>
              <a:gd name="T9" fmla="*/ 25 h 286"/>
              <a:gd name="T10" fmla="*/ 65 w 596"/>
              <a:gd name="T11" fmla="*/ 31 h 286"/>
              <a:gd name="T12" fmla="*/ 77 w 596"/>
              <a:gd name="T13" fmla="*/ 37 h 286"/>
              <a:gd name="T14" fmla="*/ 89 w 596"/>
              <a:gd name="T15" fmla="*/ 43 h 286"/>
              <a:gd name="T16" fmla="*/ 101 w 596"/>
              <a:gd name="T17" fmla="*/ 49 h 286"/>
              <a:gd name="T18" fmla="*/ 113 w 596"/>
              <a:gd name="T19" fmla="*/ 54 h 286"/>
              <a:gd name="T20" fmla="*/ 125 w 596"/>
              <a:gd name="T21" fmla="*/ 60 h 286"/>
              <a:gd name="T22" fmla="*/ 137 w 596"/>
              <a:gd name="T23" fmla="*/ 66 h 286"/>
              <a:gd name="T24" fmla="*/ 149 w 596"/>
              <a:gd name="T25" fmla="*/ 72 h 286"/>
              <a:gd name="T26" fmla="*/ 162 w 596"/>
              <a:gd name="T27" fmla="*/ 78 h 286"/>
              <a:gd name="T28" fmla="*/ 174 w 596"/>
              <a:gd name="T29" fmla="*/ 83 h 286"/>
              <a:gd name="T30" fmla="*/ 186 w 596"/>
              <a:gd name="T31" fmla="*/ 89 h 286"/>
              <a:gd name="T32" fmla="*/ 198 w 596"/>
              <a:gd name="T33" fmla="*/ 95 h 286"/>
              <a:gd name="T34" fmla="*/ 210 w 596"/>
              <a:gd name="T35" fmla="*/ 101 h 286"/>
              <a:gd name="T36" fmla="*/ 222 w 596"/>
              <a:gd name="T37" fmla="*/ 107 h 286"/>
              <a:gd name="T38" fmla="*/ 234 w 596"/>
              <a:gd name="T39" fmla="*/ 113 h 286"/>
              <a:gd name="T40" fmla="*/ 246 w 596"/>
              <a:gd name="T41" fmla="*/ 118 h 286"/>
              <a:gd name="T42" fmla="*/ 258 w 596"/>
              <a:gd name="T43" fmla="*/ 124 h 286"/>
              <a:gd name="T44" fmla="*/ 271 w 596"/>
              <a:gd name="T45" fmla="*/ 130 h 286"/>
              <a:gd name="T46" fmla="*/ 283 w 596"/>
              <a:gd name="T47" fmla="*/ 136 h 286"/>
              <a:gd name="T48" fmla="*/ 295 w 596"/>
              <a:gd name="T49" fmla="*/ 142 h 286"/>
              <a:gd name="T50" fmla="*/ 307 w 596"/>
              <a:gd name="T51" fmla="*/ 147 h 286"/>
              <a:gd name="T52" fmla="*/ 319 w 596"/>
              <a:gd name="T53" fmla="*/ 153 h 286"/>
              <a:gd name="T54" fmla="*/ 331 w 596"/>
              <a:gd name="T55" fmla="*/ 159 h 286"/>
              <a:gd name="T56" fmla="*/ 343 w 596"/>
              <a:gd name="T57" fmla="*/ 165 h 286"/>
              <a:gd name="T58" fmla="*/ 355 w 596"/>
              <a:gd name="T59" fmla="*/ 171 h 286"/>
              <a:gd name="T60" fmla="*/ 367 w 596"/>
              <a:gd name="T61" fmla="*/ 177 h 286"/>
              <a:gd name="T62" fmla="*/ 380 w 596"/>
              <a:gd name="T63" fmla="*/ 182 h 286"/>
              <a:gd name="T64" fmla="*/ 392 w 596"/>
              <a:gd name="T65" fmla="*/ 188 h 286"/>
              <a:gd name="T66" fmla="*/ 404 w 596"/>
              <a:gd name="T67" fmla="*/ 194 h 286"/>
              <a:gd name="T68" fmla="*/ 416 w 596"/>
              <a:gd name="T69" fmla="*/ 200 h 286"/>
              <a:gd name="T70" fmla="*/ 428 w 596"/>
              <a:gd name="T71" fmla="*/ 206 h 286"/>
              <a:gd name="T72" fmla="*/ 440 w 596"/>
              <a:gd name="T73" fmla="*/ 211 h 286"/>
              <a:gd name="T74" fmla="*/ 452 w 596"/>
              <a:gd name="T75" fmla="*/ 217 h 286"/>
              <a:gd name="T76" fmla="*/ 464 w 596"/>
              <a:gd name="T77" fmla="*/ 223 h 286"/>
              <a:gd name="T78" fmla="*/ 477 w 596"/>
              <a:gd name="T79" fmla="*/ 229 h 286"/>
              <a:gd name="T80" fmla="*/ 489 w 596"/>
              <a:gd name="T81" fmla="*/ 235 h 286"/>
              <a:gd name="T82" fmla="*/ 501 w 596"/>
              <a:gd name="T83" fmla="*/ 241 h 286"/>
              <a:gd name="T84" fmla="*/ 513 w 596"/>
              <a:gd name="T85" fmla="*/ 246 h 286"/>
              <a:gd name="T86" fmla="*/ 525 w 596"/>
              <a:gd name="T87" fmla="*/ 252 h 286"/>
              <a:gd name="T88" fmla="*/ 537 w 596"/>
              <a:gd name="T89" fmla="*/ 258 h 286"/>
              <a:gd name="T90" fmla="*/ 549 w 596"/>
              <a:gd name="T91" fmla="*/ 264 h 286"/>
              <a:gd name="T92" fmla="*/ 561 w 596"/>
              <a:gd name="T93" fmla="*/ 270 h 286"/>
              <a:gd name="T94" fmla="*/ 573 w 596"/>
              <a:gd name="T95" fmla="*/ 275 h 286"/>
              <a:gd name="T96" fmla="*/ 586 w 596"/>
              <a:gd name="T97" fmla="*/ 281 h 286"/>
              <a:gd name="T98" fmla="*/ 596 w 596"/>
              <a:gd name="T9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96" h="286">
                <a:moveTo>
                  <a:pt x="0" y="0"/>
                </a:moveTo>
                <a:lnTo>
                  <a:pt x="4" y="2"/>
                </a:lnTo>
                <a:moveTo>
                  <a:pt x="12" y="6"/>
                </a:moveTo>
                <a:lnTo>
                  <a:pt x="16" y="8"/>
                </a:lnTo>
                <a:moveTo>
                  <a:pt x="24" y="12"/>
                </a:moveTo>
                <a:lnTo>
                  <a:pt x="28" y="14"/>
                </a:lnTo>
                <a:moveTo>
                  <a:pt x="36" y="18"/>
                </a:moveTo>
                <a:lnTo>
                  <a:pt x="40" y="19"/>
                </a:lnTo>
                <a:moveTo>
                  <a:pt x="48" y="23"/>
                </a:moveTo>
                <a:lnTo>
                  <a:pt x="52" y="25"/>
                </a:lnTo>
                <a:moveTo>
                  <a:pt x="61" y="29"/>
                </a:moveTo>
                <a:lnTo>
                  <a:pt x="65" y="31"/>
                </a:lnTo>
                <a:moveTo>
                  <a:pt x="73" y="35"/>
                </a:moveTo>
                <a:lnTo>
                  <a:pt x="77" y="37"/>
                </a:lnTo>
                <a:moveTo>
                  <a:pt x="85" y="41"/>
                </a:moveTo>
                <a:lnTo>
                  <a:pt x="89" y="43"/>
                </a:lnTo>
                <a:moveTo>
                  <a:pt x="97" y="47"/>
                </a:moveTo>
                <a:lnTo>
                  <a:pt x="101" y="49"/>
                </a:lnTo>
                <a:moveTo>
                  <a:pt x="109" y="52"/>
                </a:moveTo>
                <a:lnTo>
                  <a:pt x="113" y="54"/>
                </a:lnTo>
                <a:moveTo>
                  <a:pt x="121" y="58"/>
                </a:moveTo>
                <a:lnTo>
                  <a:pt x="125" y="60"/>
                </a:lnTo>
                <a:moveTo>
                  <a:pt x="133" y="64"/>
                </a:moveTo>
                <a:lnTo>
                  <a:pt x="137" y="66"/>
                </a:lnTo>
                <a:moveTo>
                  <a:pt x="145" y="70"/>
                </a:moveTo>
                <a:lnTo>
                  <a:pt x="149" y="72"/>
                </a:lnTo>
                <a:moveTo>
                  <a:pt x="157" y="76"/>
                </a:moveTo>
                <a:lnTo>
                  <a:pt x="162" y="78"/>
                </a:lnTo>
                <a:moveTo>
                  <a:pt x="170" y="82"/>
                </a:moveTo>
                <a:lnTo>
                  <a:pt x="174" y="83"/>
                </a:lnTo>
                <a:moveTo>
                  <a:pt x="182" y="87"/>
                </a:moveTo>
                <a:lnTo>
                  <a:pt x="186" y="89"/>
                </a:lnTo>
                <a:moveTo>
                  <a:pt x="194" y="93"/>
                </a:moveTo>
                <a:lnTo>
                  <a:pt x="198" y="95"/>
                </a:lnTo>
                <a:moveTo>
                  <a:pt x="206" y="99"/>
                </a:moveTo>
                <a:lnTo>
                  <a:pt x="210" y="101"/>
                </a:lnTo>
                <a:moveTo>
                  <a:pt x="218" y="105"/>
                </a:moveTo>
                <a:lnTo>
                  <a:pt x="222" y="107"/>
                </a:lnTo>
                <a:moveTo>
                  <a:pt x="230" y="111"/>
                </a:moveTo>
                <a:lnTo>
                  <a:pt x="234" y="113"/>
                </a:lnTo>
                <a:moveTo>
                  <a:pt x="242" y="116"/>
                </a:moveTo>
                <a:lnTo>
                  <a:pt x="246" y="118"/>
                </a:lnTo>
                <a:moveTo>
                  <a:pt x="254" y="122"/>
                </a:moveTo>
                <a:lnTo>
                  <a:pt x="258" y="124"/>
                </a:lnTo>
                <a:moveTo>
                  <a:pt x="267" y="128"/>
                </a:moveTo>
                <a:lnTo>
                  <a:pt x="271" y="130"/>
                </a:lnTo>
                <a:moveTo>
                  <a:pt x="279" y="134"/>
                </a:moveTo>
                <a:lnTo>
                  <a:pt x="283" y="136"/>
                </a:lnTo>
                <a:moveTo>
                  <a:pt x="291" y="140"/>
                </a:moveTo>
                <a:lnTo>
                  <a:pt x="295" y="142"/>
                </a:lnTo>
                <a:moveTo>
                  <a:pt x="303" y="146"/>
                </a:moveTo>
                <a:lnTo>
                  <a:pt x="307" y="147"/>
                </a:lnTo>
                <a:moveTo>
                  <a:pt x="315" y="151"/>
                </a:moveTo>
                <a:lnTo>
                  <a:pt x="319" y="153"/>
                </a:lnTo>
                <a:moveTo>
                  <a:pt x="327" y="157"/>
                </a:moveTo>
                <a:lnTo>
                  <a:pt x="331" y="159"/>
                </a:lnTo>
                <a:moveTo>
                  <a:pt x="339" y="163"/>
                </a:moveTo>
                <a:lnTo>
                  <a:pt x="343" y="165"/>
                </a:lnTo>
                <a:moveTo>
                  <a:pt x="351" y="169"/>
                </a:moveTo>
                <a:lnTo>
                  <a:pt x="355" y="171"/>
                </a:lnTo>
                <a:moveTo>
                  <a:pt x="363" y="175"/>
                </a:moveTo>
                <a:lnTo>
                  <a:pt x="367" y="177"/>
                </a:lnTo>
                <a:moveTo>
                  <a:pt x="376" y="180"/>
                </a:moveTo>
                <a:lnTo>
                  <a:pt x="380" y="182"/>
                </a:lnTo>
                <a:moveTo>
                  <a:pt x="388" y="186"/>
                </a:moveTo>
                <a:lnTo>
                  <a:pt x="392" y="188"/>
                </a:lnTo>
                <a:moveTo>
                  <a:pt x="400" y="192"/>
                </a:moveTo>
                <a:lnTo>
                  <a:pt x="404" y="194"/>
                </a:lnTo>
                <a:moveTo>
                  <a:pt x="412" y="198"/>
                </a:moveTo>
                <a:lnTo>
                  <a:pt x="416" y="200"/>
                </a:lnTo>
                <a:moveTo>
                  <a:pt x="424" y="204"/>
                </a:moveTo>
                <a:lnTo>
                  <a:pt x="428" y="206"/>
                </a:lnTo>
                <a:moveTo>
                  <a:pt x="436" y="210"/>
                </a:moveTo>
                <a:lnTo>
                  <a:pt x="440" y="211"/>
                </a:lnTo>
                <a:moveTo>
                  <a:pt x="448" y="215"/>
                </a:moveTo>
                <a:lnTo>
                  <a:pt x="452" y="217"/>
                </a:lnTo>
                <a:moveTo>
                  <a:pt x="460" y="221"/>
                </a:moveTo>
                <a:lnTo>
                  <a:pt x="464" y="223"/>
                </a:lnTo>
                <a:moveTo>
                  <a:pt x="472" y="227"/>
                </a:moveTo>
                <a:lnTo>
                  <a:pt x="477" y="229"/>
                </a:lnTo>
                <a:moveTo>
                  <a:pt x="485" y="233"/>
                </a:moveTo>
                <a:lnTo>
                  <a:pt x="489" y="235"/>
                </a:lnTo>
                <a:moveTo>
                  <a:pt x="497" y="239"/>
                </a:moveTo>
                <a:lnTo>
                  <a:pt x="501" y="241"/>
                </a:lnTo>
                <a:moveTo>
                  <a:pt x="509" y="244"/>
                </a:moveTo>
                <a:lnTo>
                  <a:pt x="513" y="246"/>
                </a:lnTo>
                <a:moveTo>
                  <a:pt x="521" y="250"/>
                </a:moveTo>
                <a:lnTo>
                  <a:pt x="525" y="252"/>
                </a:lnTo>
                <a:moveTo>
                  <a:pt x="533" y="256"/>
                </a:moveTo>
                <a:lnTo>
                  <a:pt x="537" y="258"/>
                </a:lnTo>
                <a:moveTo>
                  <a:pt x="545" y="262"/>
                </a:moveTo>
                <a:lnTo>
                  <a:pt x="549" y="264"/>
                </a:lnTo>
                <a:moveTo>
                  <a:pt x="557" y="268"/>
                </a:moveTo>
                <a:lnTo>
                  <a:pt x="561" y="270"/>
                </a:lnTo>
                <a:moveTo>
                  <a:pt x="569" y="274"/>
                </a:moveTo>
                <a:lnTo>
                  <a:pt x="573" y="275"/>
                </a:lnTo>
                <a:moveTo>
                  <a:pt x="582" y="279"/>
                </a:moveTo>
                <a:lnTo>
                  <a:pt x="586" y="281"/>
                </a:lnTo>
                <a:moveTo>
                  <a:pt x="594" y="285"/>
                </a:moveTo>
                <a:lnTo>
                  <a:pt x="596" y="28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4" name="Freeform 195">
            <a:extLst>
              <a:ext uri="{FF2B5EF4-FFF2-40B4-BE49-F238E27FC236}">
                <a16:creationId xmlns:a16="http://schemas.microsoft.com/office/drawing/2014/main" id="{81B1F13F-4D65-76BC-EFB3-4D2FAB5008BA}"/>
              </a:ext>
            </a:extLst>
          </p:cNvPr>
          <p:cNvSpPr>
            <a:spLocks noEditPoints="1"/>
          </p:cNvSpPr>
          <p:nvPr/>
        </p:nvSpPr>
        <p:spPr bwMode="auto">
          <a:xfrm>
            <a:off x="3343276" y="4935538"/>
            <a:ext cx="138113" cy="123825"/>
          </a:xfrm>
          <a:custGeom>
            <a:avLst/>
            <a:gdLst>
              <a:gd name="T0" fmla="*/ 0 w 173"/>
              <a:gd name="T1" fmla="*/ 0 h 156"/>
              <a:gd name="T2" fmla="*/ 3 w 173"/>
              <a:gd name="T3" fmla="*/ 3 h 156"/>
              <a:gd name="T4" fmla="*/ 10 w 173"/>
              <a:gd name="T5" fmla="*/ 9 h 156"/>
              <a:gd name="T6" fmla="*/ 13 w 173"/>
              <a:gd name="T7" fmla="*/ 12 h 156"/>
              <a:gd name="T8" fmla="*/ 20 w 173"/>
              <a:gd name="T9" fmla="*/ 18 h 156"/>
              <a:gd name="T10" fmla="*/ 23 w 173"/>
              <a:gd name="T11" fmla="*/ 21 h 156"/>
              <a:gd name="T12" fmla="*/ 30 w 173"/>
              <a:gd name="T13" fmla="*/ 27 h 156"/>
              <a:gd name="T14" fmla="*/ 33 w 173"/>
              <a:gd name="T15" fmla="*/ 30 h 156"/>
              <a:gd name="T16" fmla="*/ 40 w 173"/>
              <a:gd name="T17" fmla="*/ 36 h 156"/>
              <a:gd name="T18" fmla="*/ 43 w 173"/>
              <a:gd name="T19" fmla="*/ 39 h 156"/>
              <a:gd name="T20" fmla="*/ 50 w 173"/>
              <a:gd name="T21" fmla="*/ 45 h 156"/>
              <a:gd name="T22" fmla="*/ 53 w 173"/>
              <a:gd name="T23" fmla="*/ 48 h 156"/>
              <a:gd name="T24" fmla="*/ 60 w 173"/>
              <a:gd name="T25" fmla="*/ 54 h 156"/>
              <a:gd name="T26" fmla="*/ 63 w 173"/>
              <a:gd name="T27" fmla="*/ 57 h 156"/>
              <a:gd name="T28" fmla="*/ 70 w 173"/>
              <a:gd name="T29" fmla="*/ 63 h 156"/>
              <a:gd name="T30" fmla="*/ 73 w 173"/>
              <a:gd name="T31" fmla="*/ 66 h 156"/>
              <a:gd name="T32" fmla="*/ 80 w 173"/>
              <a:gd name="T33" fmla="*/ 72 h 156"/>
              <a:gd name="T34" fmla="*/ 83 w 173"/>
              <a:gd name="T35" fmla="*/ 75 h 156"/>
              <a:gd name="T36" fmla="*/ 90 w 173"/>
              <a:gd name="T37" fmla="*/ 81 h 156"/>
              <a:gd name="T38" fmla="*/ 93 w 173"/>
              <a:gd name="T39" fmla="*/ 84 h 156"/>
              <a:gd name="T40" fmla="*/ 100 w 173"/>
              <a:gd name="T41" fmla="*/ 90 h 156"/>
              <a:gd name="T42" fmla="*/ 103 w 173"/>
              <a:gd name="T43" fmla="*/ 93 h 156"/>
              <a:gd name="T44" fmla="*/ 110 w 173"/>
              <a:gd name="T45" fmla="*/ 99 h 156"/>
              <a:gd name="T46" fmla="*/ 113 w 173"/>
              <a:gd name="T47" fmla="*/ 102 h 156"/>
              <a:gd name="T48" fmla="*/ 120 w 173"/>
              <a:gd name="T49" fmla="*/ 108 h 156"/>
              <a:gd name="T50" fmla="*/ 123 w 173"/>
              <a:gd name="T51" fmla="*/ 111 h 156"/>
              <a:gd name="T52" fmla="*/ 130 w 173"/>
              <a:gd name="T53" fmla="*/ 117 h 156"/>
              <a:gd name="T54" fmla="*/ 133 w 173"/>
              <a:gd name="T55" fmla="*/ 120 h 156"/>
              <a:gd name="T56" fmla="*/ 140 w 173"/>
              <a:gd name="T57" fmla="*/ 126 h 156"/>
              <a:gd name="T58" fmla="*/ 143 w 173"/>
              <a:gd name="T59" fmla="*/ 129 h 156"/>
              <a:gd name="T60" fmla="*/ 150 w 173"/>
              <a:gd name="T61" fmla="*/ 135 h 156"/>
              <a:gd name="T62" fmla="*/ 153 w 173"/>
              <a:gd name="T63" fmla="*/ 138 h 156"/>
              <a:gd name="T64" fmla="*/ 160 w 173"/>
              <a:gd name="T65" fmla="*/ 144 h 156"/>
              <a:gd name="T66" fmla="*/ 163 w 173"/>
              <a:gd name="T67" fmla="*/ 147 h 156"/>
              <a:gd name="T68" fmla="*/ 170 w 173"/>
              <a:gd name="T69" fmla="*/ 153 h 156"/>
              <a:gd name="T70" fmla="*/ 173 w 173"/>
              <a:gd name="T71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73" h="156">
                <a:moveTo>
                  <a:pt x="0" y="0"/>
                </a:moveTo>
                <a:lnTo>
                  <a:pt x="3" y="3"/>
                </a:lnTo>
                <a:moveTo>
                  <a:pt x="10" y="9"/>
                </a:moveTo>
                <a:lnTo>
                  <a:pt x="13" y="12"/>
                </a:lnTo>
                <a:moveTo>
                  <a:pt x="20" y="18"/>
                </a:moveTo>
                <a:lnTo>
                  <a:pt x="23" y="21"/>
                </a:lnTo>
                <a:moveTo>
                  <a:pt x="30" y="27"/>
                </a:moveTo>
                <a:lnTo>
                  <a:pt x="33" y="30"/>
                </a:lnTo>
                <a:moveTo>
                  <a:pt x="40" y="36"/>
                </a:moveTo>
                <a:lnTo>
                  <a:pt x="43" y="39"/>
                </a:lnTo>
                <a:moveTo>
                  <a:pt x="50" y="45"/>
                </a:moveTo>
                <a:lnTo>
                  <a:pt x="53" y="48"/>
                </a:lnTo>
                <a:moveTo>
                  <a:pt x="60" y="54"/>
                </a:moveTo>
                <a:lnTo>
                  <a:pt x="63" y="57"/>
                </a:lnTo>
                <a:moveTo>
                  <a:pt x="70" y="63"/>
                </a:moveTo>
                <a:lnTo>
                  <a:pt x="73" y="66"/>
                </a:lnTo>
                <a:moveTo>
                  <a:pt x="80" y="72"/>
                </a:moveTo>
                <a:lnTo>
                  <a:pt x="83" y="75"/>
                </a:lnTo>
                <a:moveTo>
                  <a:pt x="90" y="81"/>
                </a:moveTo>
                <a:lnTo>
                  <a:pt x="93" y="84"/>
                </a:lnTo>
                <a:moveTo>
                  <a:pt x="100" y="90"/>
                </a:moveTo>
                <a:lnTo>
                  <a:pt x="103" y="93"/>
                </a:lnTo>
                <a:moveTo>
                  <a:pt x="110" y="99"/>
                </a:moveTo>
                <a:lnTo>
                  <a:pt x="113" y="102"/>
                </a:lnTo>
                <a:moveTo>
                  <a:pt x="120" y="108"/>
                </a:moveTo>
                <a:lnTo>
                  <a:pt x="123" y="111"/>
                </a:lnTo>
                <a:moveTo>
                  <a:pt x="130" y="117"/>
                </a:moveTo>
                <a:lnTo>
                  <a:pt x="133" y="120"/>
                </a:lnTo>
                <a:moveTo>
                  <a:pt x="140" y="126"/>
                </a:moveTo>
                <a:lnTo>
                  <a:pt x="143" y="129"/>
                </a:lnTo>
                <a:moveTo>
                  <a:pt x="150" y="135"/>
                </a:moveTo>
                <a:lnTo>
                  <a:pt x="153" y="138"/>
                </a:lnTo>
                <a:moveTo>
                  <a:pt x="160" y="144"/>
                </a:moveTo>
                <a:lnTo>
                  <a:pt x="163" y="147"/>
                </a:lnTo>
                <a:moveTo>
                  <a:pt x="170" y="153"/>
                </a:moveTo>
                <a:lnTo>
                  <a:pt x="173" y="15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5" name="Freeform 196">
            <a:extLst>
              <a:ext uri="{FF2B5EF4-FFF2-40B4-BE49-F238E27FC236}">
                <a16:creationId xmlns:a16="http://schemas.microsoft.com/office/drawing/2014/main" id="{DC395B1D-8ECE-8031-2153-CD398CE43BEC}"/>
              </a:ext>
            </a:extLst>
          </p:cNvPr>
          <p:cNvSpPr>
            <a:spLocks noEditPoints="1"/>
          </p:cNvSpPr>
          <p:nvPr/>
        </p:nvSpPr>
        <p:spPr bwMode="auto">
          <a:xfrm>
            <a:off x="4078288" y="3270250"/>
            <a:ext cx="1243013" cy="1370013"/>
          </a:xfrm>
          <a:custGeom>
            <a:avLst/>
            <a:gdLst>
              <a:gd name="T0" fmla="*/ 21 w 1565"/>
              <a:gd name="T1" fmla="*/ 23 h 1726"/>
              <a:gd name="T2" fmla="*/ 48 w 1565"/>
              <a:gd name="T3" fmla="*/ 53 h 1726"/>
              <a:gd name="T4" fmla="*/ 75 w 1565"/>
              <a:gd name="T5" fmla="*/ 83 h 1726"/>
              <a:gd name="T6" fmla="*/ 102 w 1565"/>
              <a:gd name="T7" fmla="*/ 113 h 1726"/>
              <a:gd name="T8" fmla="*/ 129 w 1565"/>
              <a:gd name="T9" fmla="*/ 143 h 1726"/>
              <a:gd name="T10" fmla="*/ 156 w 1565"/>
              <a:gd name="T11" fmla="*/ 173 h 1726"/>
              <a:gd name="T12" fmla="*/ 183 w 1565"/>
              <a:gd name="T13" fmla="*/ 203 h 1726"/>
              <a:gd name="T14" fmla="*/ 210 w 1565"/>
              <a:gd name="T15" fmla="*/ 232 h 1726"/>
              <a:gd name="T16" fmla="*/ 237 w 1565"/>
              <a:gd name="T17" fmla="*/ 262 h 1726"/>
              <a:gd name="T18" fmla="*/ 265 w 1565"/>
              <a:gd name="T19" fmla="*/ 292 h 1726"/>
              <a:gd name="T20" fmla="*/ 292 w 1565"/>
              <a:gd name="T21" fmla="*/ 322 h 1726"/>
              <a:gd name="T22" fmla="*/ 319 w 1565"/>
              <a:gd name="T23" fmla="*/ 352 h 1726"/>
              <a:gd name="T24" fmla="*/ 346 w 1565"/>
              <a:gd name="T25" fmla="*/ 382 h 1726"/>
              <a:gd name="T26" fmla="*/ 373 w 1565"/>
              <a:gd name="T27" fmla="*/ 412 h 1726"/>
              <a:gd name="T28" fmla="*/ 400 w 1565"/>
              <a:gd name="T29" fmla="*/ 442 h 1726"/>
              <a:gd name="T30" fmla="*/ 427 w 1565"/>
              <a:gd name="T31" fmla="*/ 471 h 1726"/>
              <a:gd name="T32" fmla="*/ 454 w 1565"/>
              <a:gd name="T33" fmla="*/ 501 h 1726"/>
              <a:gd name="T34" fmla="*/ 481 w 1565"/>
              <a:gd name="T35" fmla="*/ 531 h 1726"/>
              <a:gd name="T36" fmla="*/ 508 w 1565"/>
              <a:gd name="T37" fmla="*/ 561 h 1726"/>
              <a:gd name="T38" fmla="*/ 535 w 1565"/>
              <a:gd name="T39" fmla="*/ 591 h 1726"/>
              <a:gd name="T40" fmla="*/ 563 w 1565"/>
              <a:gd name="T41" fmla="*/ 621 h 1726"/>
              <a:gd name="T42" fmla="*/ 590 w 1565"/>
              <a:gd name="T43" fmla="*/ 651 h 1726"/>
              <a:gd name="T44" fmla="*/ 617 w 1565"/>
              <a:gd name="T45" fmla="*/ 680 h 1726"/>
              <a:gd name="T46" fmla="*/ 644 w 1565"/>
              <a:gd name="T47" fmla="*/ 710 h 1726"/>
              <a:gd name="T48" fmla="*/ 671 w 1565"/>
              <a:gd name="T49" fmla="*/ 740 h 1726"/>
              <a:gd name="T50" fmla="*/ 698 w 1565"/>
              <a:gd name="T51" fmla="*/ 770 h 1726"/>
              <a:gd name="T52" fmla="*/ 725 w 1565"/>
              <a:gd name="T53" fmla="*/ 800 h 1726"/>
              <a:gd name="T54" fmla="*/ 752 w 1565"/>
              <a:gd name="T55" fmla="*/ 830 h 1726"/>
              <a:gd name="T56" fmla="*/ 779 w 1565"/>
              <a:gd name="T57" fmla="*/ 860 h 1726"/>
              <a:gd name="T58" fmla="*/ 806 w 1565"/>
              <a:gd name="T59" fmla="*/ 889 h 1726"/>
              <a:gd name="T60" fmla="*/ 833 w 1565"/>
              <a:gd name="T61" fmla="*/ 919 h 1726"/>
              <a:gd name="T62" fmla="*/ 861 w 1565"/>
              <a:gd name="T63" fmla="*/ 949 h 1726"/>
              <a:gd name="T64" fmla="*/ 888 w 1565"/>
              <a:gd name="T65" fmla="*/ 979 h 1726"/>
              <a:gd name="T66" fmla="*/ 915 w 1565"/>
              <a:gd name="T67" fmla="*/ 1009 h 1726"/>
              <a:gd name="T68" fmla="*/ 942 w 1565"/>
              <a:gd name="T69" fmla="*/ 1039 h 1726"/>
              <a:gd name="T70" fmla="*/ 969 w 1565"/>
              <a:gd name="T71" fmla="*/ 1069 h 1726"/>
              <a:gd name="T72" fmla="*/ 996 w 1565"/>
              <a:gd name="T73" fmla="*/ 1098 h 1726"/>
              <a:gd name="T74" fmla="*/ 1023 w 1565"/>
              <a:gd name="T75" fmla="*/ 1128 h 1726"/>
              <a:gd name="T76" fmla="*/ 1050 w 1565"/>
              <a:gd name="T77" fmla="*/ 1158 h 1726"/>
              <a:gd name="T78" fmla="*/ 1077 w 1565"/>
              <a:gd name="T79" fmla="*/ 1188 h 1726"/>
              <a:gd name="T80" fmla="*/ 1104 w 1565"/>
              <a:gd name="T81" fmla="*/ 1218 h 1726"/>
              <a:gd name="T82" fmla="*/ 1131 w 1565"/>
              <a:gd name="T83" fmla="*/ 1248 h 1726"/>
              <a:gd name="T84" fmla="*/ 1159 w 1565"/>
              <a:gd name="T85" fmla="*/ 1278 h 1726"/>
              <a:gd name="T86" fmla="*/ 1186 w 1565"/>
              <a:gd name="T87" fmla="*/ 1308 h 1726"/>
              <a:gd name="T88" fmla="*/ 1213 w 1565"/>
              <a:gd name="T89" fmla="*/ 1337 h 1726"/>
              <a:gd name="T90" fmla="*/ 1240 w 1565"/>
              <a:gd name="T91" fmla="*/ 1367 h 1726"/>
              <a:gd name="T92" fmla="*/ 1267 w 1565"/>
              <a:gd name="T93" fmla="*/ 1397 h 1726"/>
              <a:gd name="T94" fmla="*/ 1294 w 1565"/>
              <a:gd name="T95" fmla="*/ 1427 h 1726"/>
              <a:gd name="T96" fmla="*/ 1321 w 1565"/>
              <a:gd name="T97" fmla="*/ 1457 h 1726"/>
              <a:gd name="T98" fmla="*/ 1348 w 1565"/>
              <a:gd name="T99" fmla="*/ 1487 h 1726"/>
              <a:gd name="T100" fmla="*/ 1375 w 1565"/>
              <a:gd name="T101" fmla="*/ 1517 h 1726"/>
              <a:gd name="T102" fmla="*/ 1402 w 1565"/>
              <a:gd name="T103" fmla="*/ 1546 h 1726"/>
              <a:gd name="T104" fmla="*/ 1429 w 1565"/>
              <a:gd name="T105" fmla="*/ 1576 h 1726"/>
              <a:gd name="T106" fmla="*/ 1457 w 1565"/>
              <a:gd name="T107" fmla="*/ 1606 h 1726"/>
              <a:gd name="T108" fmla="*/ 1484 w 1565"/>
              <a:gd name="T109" fmla="*/ 1636 h 1726"/>
              <a:gd name="T110" fmla="*/ 1511 w 1565"/>
              <a:gd name="T111" fmla="*/ 1666 h 1726"/>
              <a:gd name="T112" fmla="*/ 1538 w 1565"/>
              <a:gd name="T113" fmla="*/ 1696 h 1726"/>
              <a:gd name="T114" fmla="*/ 1565 w 1565"/>
              <a:gd name="T115" fmla="*/ 1726 h 1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65" h="1726">
                <a:moveTo>
                  <a:pt x="0" y="0"/>
                </a:moveTo>
                <a:lnTo>
                  <a:pt x="3" y="4"/>
                </a:lnTo>
                <a:moveTo>
                  <a:pt x="9" y="10"/>
                </a:moveTo>
                <a:lnTo>
                  <a:pt x="12" y="14"/>
                </a:lnTo>
                <a:moveTo>
                  <a:pt x="18" y="20"/>
                </a:moveTo>
                <a:lnTo>
                  <a:pt x="21" y="23"/>
                </a:lnTo>
                <a:moveTo>
                  <a:pt x="27" y="30"/>
                </a:moveTo>
                <a:lnTo>
                  <a:pt x="30" y="33"/>
                </a:lnTo>
                <a:moveTo>
                  <a:pt x="36" y="40"/>
                </a:moveTo>
                <a:lnTo>
                  <a:pt x="39" y="43"/>
                </a:lnTo>
                <a:moveTo>
                  <a:pt x="45" y="50"/>
                </a:moveTo>
                <a:lnTo>
                  <a:pt x="48" y="53"/>
                </a:lnTo>
                <a:moveTo>
                  <a:pt x="54" y="60"/>
                </a:moveTo>
                <a:lnTo>
                  <a:pt x="57" y="63"/>
                </a:lnTo>
                <a:moveTo>
                  <a:pt x="63" y="70"/>
                </a:moveTo>
                <a:lnTo>
                  <a:pt x="66" y="73"/>
                </a:lnTo>
                <a:moveTo>
                  <a:pt x="72" y="80"/>
                </a:moveTo>
                <a:lnTo>
                  <a:pt x="75" y="83"/>
                </a:lnTo>
                <a:moveTo>
                  <a:pt x="81" y="90"/>
                </a:moveTo>
                <a:lnTo>
                  <a:pt x="84" y="93"/>
                </a:lnTo>
                <a:moveTo>
                  <a:pt x="90" y="100"/>
                </a:moveTo>
                <a:lnTo>
                  <a:pt x="93" y="103"/>
                </a:lnTo>
                <a:moveTo>
                  <a:pt x="99" y="110"/>
                </a:moveTo>
                <a:lnTo>
                  <a:pt x="102" y="113"/>
                </a:lnTo>
                <a:moveTo>
                  <a:pt x="108" y="120"/>
                </a:moveTo>
                <a:lnTo>
                  <a:pt x="111" y="123"/>
                </a:lnTo>
                <a:moveTo>
                  <a:pt x="117" y="130"/>
                </a:moveTo>
                <a:lnTo>
                  <a:pt x="120" y="133"/>
                </a:lnTo>
                <a:moveTo>
                  <a:pt x="126" y="140"/>
                </a:moveTo>
                <a:lnTo>
                  <a:pt x="129" y="143"/>
                </a:lnTo>
                <a:moveTo>
                  <a:pt x="135" y="150"/>
                </a:moveTo>
                <a:lnTo>
                  <a:pt x="138" y="153"/>
                </a:lnTo>
                <a:moveTo>
                  <a:pt x="144" y="159"/>
                </a:moveTo>
                <a:lnTo>
                  <a:pt x="147" y="163"/>
                </a:lnTo>
                <a:moveTo>
                  <a:pt x="153" y="169"/>
                </a:moveTo>
                <a:lnTo>
                  <a:pt x="156" y="173"/>
                </a:lnTo>
                <a:moveTo>
                  <a:pt x="162" y="179"/>
                </a:moveTo>
                <a:lnTo>
                  <a:pt x="165" y="183"/>
                </a:lnTo>
                <a:moveTo>
                  <a:pt x="171" y="189"/>
                </a:moveTo>
                <a:lnTo>
                  <a:pt x="174" y="193"/>
                </a:lnTo>
                <a:moveTo>
                  <a:pt x="180" y="199"/>
                </a:moveTo>
                <a:lnTo>
                  <a:pt x="183" y="203"/>
                </a:lnTo>
                <a:moveTo>
                  <a:pt x="189" y="209"/>
                </a:moveTo>
                <a:lnTo>
                  <a:pt x="192" y="213"/>
                </a:lnTo>
                <a:moveTo>
                  <a:pt x="198" y="219"/>
                </a:moveTo>
                <a:lnTo>
                  <a:pt x="201" y="223"/>
                </a:lnTo>
                <a:moveTo>
                  <a:pt x="207" y="229"/>
                </a:moveTo>
                <a:lnTo>
                  <a:pt x="210" y="232"/>
                </a:lnTo>
                <a:moveTo>
                  <a:pt x="216" y="239"/>
                </a:moveTo>
                <a:lnTo>
                  <a:pt x="219" y="242"/>
                </a:lnTo>
                <a:moveTo>
                  <a:pt x="225" y="249"/>
                </a:moveTo>
                <a:lnTo>
                  <a:pt x="228" y="252"/>
                </a:lnTo>
                <a:moveTo>
                  <a:pt x="234" y="259"/>
                </a:moveTo>
                <a:lnTo>
                  <a:pt x="237" y="262"/>
                </a:lnTo>
                <a:moveTo>
                  <a:pt x="243" y="269"/>
                </a:moveTo>
                <a:lnTo>
                  <a:pt x="246" y="272"/>
                </a:lnTo>
                <a:moveTo>
                  <a:pt x="252" y="279"/>
                </a:moveTo>
                <a:lnTo>
                  <a:pt x="255" y="282"/>
                </a:lnTo>
                <a:moveTo>
                  <a:pt x="262" y="289"/>
                </a:moveTo>
                <a:lnTo>
                  <a:pt x="265" y="292"/>
                </a:lnTo>
                <a:moveTo>
                  <a:pt x="271" y="299"/>
                </a:moveTo>
                <a:lnTo>
                  <a:pt x="274" y="302"/>
                </a:lnTo>
                <a:moveTo>
                  <a:pt x="280" y="309"/>
                </a:moveTo>
                <a:lnTo>
                  <a:pt x="283" y="312"/>
                </a:lnTo>
                <a:moveTo>
                  <a:pt x="289" y="319"/>
                </a:moveTo>
                <a:lnTo>
                  <a:pt x="292" y="322"/>
                </a:lnTo>
                <a:moveTo>
                  <a:pt x="298" y="329"/>
                </a:moveTo>
                <a:lnTo>
                  <a:pt x="301" y="332"/>
                </a:lnTo>
                <a:moveTo>
                  <a:pt x="307" y="339"/>
                </a:moveTo>
                <a:lnTo>
                  <a:pt x="310" y="342"/>
                </a:lnTo>
                <a:moveTo>
                  <a:pt x="316" y="349"/>
                </a:moveTo>
                <a:lnTo>
                  <a:pt x="319" y="352"/>
                </a:lnTo>
                <a:moveTo>
                  <a:pt x="325" y="359"/>
                </a:moveTo>
                <a:lnTo>
                  <a:pt x="328" y="362"/>
                </a:lnTo>
                <a:moveTo>
                  <a:pt x="334" y="369"/>
                </a:moveTo>
                <a:lnTo>
                  <a:pt x="337" y="372"/>
                </a:lnTo>
                <a:moveTo>
                  <a:pt x="343" y="378"/>
                </a:moveTo>
                <a:lnTo>
                  <a:pt x="346" y="382"/>
                </a:lnTo>
                <a:moveTo>
                  <a:pt x="352" y="388"/>
                </a:moveTo>
                <a:lnTo>
                  <a:pt x="355" y="392"/>
                </a:lnTo>
                <a:moveTo>
                  <a:pt x="361" y="398"/>
                </a:moveTo>
                <a:lnTo>
                  <a:pt x="364" y="402"/>
                </a:lnTo>
                <a:moveTo>
                  <a:pt x="370" y="408"/>
                </a:moveTo>
                <a:lnTo>
                  <a:pt x="373" y="412"/>
                </a:lnTo>
                <a:moveTo>
                  <a:pt x="379" y="418"/>
                </a:moveTo>
                <a:lnTo>
                  <a:pt x="382" y="422"/>
                </a:lnTo>
                <a:moveTo>
                  <a:pt x="388" y="428"/>
                </a:moveTo>
                <a:lnTo>
                  <a:pt x="391" y="432"/>
                </a:lnTo>
                <a:moveTo>
                  <a:pt x="397" y="438"/>
                </a:moveTo>
                <a:lnTo>
                  <a:pt x="400" y="442"/>
                </a:lnTo>
                <a:moveTo>
                  <a:pt x="406" y="448"/>
                </a:moveTo>
                <a:lnTo>
                  <a:pt x="409" y="451"/>
                </a:lnTo>
                <a:moveTo>
                  <a:pt x="415" y="458"/>
                </a:moveTo>
                <a:lnTo>
                  <a:pt x="418" y="461"/>
                </a:lnTo>
                <a:moveTo>
                  <a:pt x="424" y="468"/>
                </a:moveTo>
                <a:lnTo>
                  <a:pt x="427" y="471"/>
                </a:lnTo>
                <a:moveTo>
                  <a:pt x="433" y="478"/>
                </a:moveTo>
                <a:lnTo>
                  <a:pt x="436" y="481"/>
                </a:lnTo>
                <a:moveTo>
                  <a:pt x="442" y="488"/>
                </a:moveTo>
                <a:lnTo>
                  <a:pt x="445" y="491"/>
                </a:lnTo>
                <a:moveTo>
                  <a:pt x="451" y="498"/>
                </a:moveTo>
                <a:lnTo>
                  <a:pt x="454" y="501"/>
                </a:lnTo>
                <a:moveTo>
                  <a:pt x="460" y="508"/>
                </a:moveTo>
                <a:lnTo>
                  <a:pt x="463" y="511"/>
                </a:lnTo>
                <a:moveTo>
                  <a:pt x="469" y="518"/>
                </a:moveTo>
                <a:lnTo>
                  <a:pt x="472" y="521"/>
                </a:lnTo>
                <a:moveTo>
                  <a:pt x="478" y="528"/>
                </a:moveTo>
                <a:lnTo>
                  <a:pt x="481" y="531"/>
                </a:lnTo>
                <a:moveTo>
                  <a:pt x="487" y="538"/>
                </a:moveTo>
                <a:lnTo>
                  <a:pt x="490" y="541"/>
                </a:lnTo>
                <a:moveTo>
                  <a:pt x="496" y="548"/>
                </a:moveTo>
                <a:lnTo>
                  <a:pt x="499" y="551"/>
                </a:lnTo>
                <a:moveTo>
                  <a:pt x="505" y="558"/>
                </a:moveTo>
                <a:lnTo>
                  <a:pt x="508" y="561"/>
                </a:lnTo>
                <a:moveTo>
                  <a:pt x="514" y="568"/>
                </a:moveTo>
                <a:lnTo>
                  <a:pt x="517" y="571"/>
                </a:lnTo>
                <a:moveTo>
                  <a:pt x="523" y="578"/>
                </a:moveTo>
                <a:lnTo>
                  <a:pt x="526" y="581"/>
                </a:lnTo>
                <a:moveTo>
                  <a:pt x="532" y="588"/>
                </a:moveTo>
                <a:lnTo>
                  <a:pt x="535" y="591"/>
                </a:lnTo>
                <a:moveTo>
                  <a:pt x="541" y="597"/>
                </a:moveTo>
                <a:lnTo>
                  <a:pt x="544" y="601"/>
                </a:lnTo>
                <a:moveTo>
                  <a:pt x="551" y="607"/>
                </a:moveTo>
                <a:lnTo>
                  <a:pt x="554" y="611"/>
                </a:lnTo>
                <a:moveTo>
                  <a:pt x="560" y="617"/>
                </a:moveTo>
                <a:lnTo>
                  <a:pt x="563" y="621"/>
                </a:lnTo>
                <a:moveTo>
                  <a:pt x="569" y="627"/>
                </a:moveTo>
                <a:lnTo>
                  <a:pt x="572" y="631"/>
                </a:lnTo>
                <a:moveTo>
                  <a:pt x="578" y="637"/>
                </a:moveTo>
                <a:lnTo>
                  <a:pt x="581" y="641"/>
                </a:lnTo>
                <a:moveTo>
                  <a:pt x="587" y="647"/>
                </a:moveTo>
                <a:lnTo>
                  <a:pt x="590" y="651"/>
                </a:lnTo>
                <a:moveTo>
                  <a:pt x="596" y="657"/>
                </a:moveTo>
                <a:lnTo>
                  <a:pt x="599" y="661"/>
                </a:lnTo>
                <a:moveTo>
                  <a:pt x="605" y="667"/>
                </a:moveTo>
                <a:lnTo>
                  <a:pt x="608" y="670"/>
                </a:lnTo>
                <a:moveTo>
                  <a:pt x="614" y="677"/>
                </a:moveTo>
                <a:lnTo>
                  <a:pt x="617" y="680"/>
                </a:lnTo>
                <a:moveTo>
                  <a:pt x="623" y="687"/>
                </a:moveTo>
                <a:lnTo>
                  <a:pt x="626" y="690"/>
                </a:lnTo>
                <a:moveTo>
                  <a:pt x="632" y="697"/>
                </a:moveTo>
                <a:lnTo>
                  <a:pt x="635" y="700"/>
                </a:lnTo>
                <a:moveTo>
                  <a:pt x="641" y="707"/>
                </a:moveTo>
                <a:lnTo>
                  <a:pt x="644" y="710"/>
                </a:lnTo>
                <a:moveTo>
                  <a:pt x="650" y="717"/>
                </a:moveTo>
                <a:lnTo>
                  <a:pt x="653" y="720"/>
                </a:lnTo>
                <a:moveTo>
                  <a:pt x="659" y="727"/>
                </a:moveTo>
                <a:lnTo>
                  <a:pt x="662" y="730"/>
                </a:lnTo>
                <a:moveTo>
                  <a:pt x="668" y="737"/>
                </a:moveTo>
                <a:lnTo>
                  <a:pt x="671" y="740"/>
                </a:lnTo>
                <a:moveTo>
                  <a:pt x="677" y="747"/>
                </a:moveTo>
                <a:lnTo>
                  <a:pt x="680" y="750"/>
                </a:lnTo>
                <a:moveTo>
                  <a:pt x="686" y="757"/>
                </a:moveTo>
                <a:lnTo>
                  <a:pt x="689" y="760"/>
                </a:lnTo>
                <a:moveTo>
                  <a:pt x="695" y="767"/>
                </a:moveTo>
                <a:lnTo>
                  <a:pt x="698" y="770"/>
                </a:lnTo>
                <a:moveTo>
                  <a:pt x="704" y="777"/>
                </a:moveTo>
                <a:lnTo>
                  <a:pt x="707" y="780"/>
                </a:lnTo>
                <a:moveTo>
                  <a:pt x="713" y="787"/>
                </a:moveTo>
                <a:lnTo>
                  <a:pt x="716" y="790"/>
                </a:lnTo>
                <a:moveTo>
                  <a:pt x="722" y="797"/>
                </a:moveTo>
                <a:lnTo>
                  <a:pt x="725" y="800"/>
                </a:lnTo>
                <a:moveTo>
                  <a:pt x="731" y="806"/>
                </a:moveTo>
                <a:lnTo>
                  <a:pt x="734" y="810"/>
                </a:lnTo>
                <a:moveTo>
                  <a:pt x="740" y="816"/>
                </a:moveTo>
                <a:lnTo>
                  <a:pt x="743" y="820"/>
                </a:lnTo>
                <a:moveTo>
                  <a:pt x="749" y="826"/>
                </a:moveTo>
                <a:lnTo>
                  <a:pt x="752" y="830"/>
                </a:lnTo>
                <a:moveTo>
                  <a:pt x="758" y="836"/>
                </a:moveTo>
                <a:lnTo>
                  <a:pt x="761" y="840"/>
                </a:lnTo>
                <a:moveTo>
                  <a:pt x="767" y="846"/>
                </a:moveTo>
                <a:lnTo>
                  <a:pt x="770" y="850"/>
                </a:lnTo>
                <a:moveTo>
                  <a:pt x="776" y="856"/>
                </a:moveTo>
                <a:lnTo>
                  <a:pt x="779" y="860"/>
                </a:lnTo>
                <a:moveTo>
                  <a:pt x="785" y="866"/>
                </a:moveTo>
                <a:lnTo>
                  <a:pt x="788" y="870"/>
                </a:lnTo>
                <a:moveTo>
                  <a:pt x="794" y="876"/>
                </a:moveTo>
                <a:lnTo>
                  <a:pt x="797" y="879"/>
                </a:lnTo>
                <a:moveTo>
                  <a:pt x="803" y="886"/>
                </a:moveTo>
                <a:lnTo>
                  <a:pt x="806" y="889"/>
                </a:lnTo>
                <a:moveTo>
                  <a:pt x="812" y="896"/>
                </a:moveTo>
                <a:lnTo>
                  <a:pt x="815" y="899"/>
                </a:lnTo>
                <a:moveTo>
                  <a:pt x="821" y="906"/>
                </a:moveTo>
                <a:lnTo>
                  <a:pt x="824" y="909"/>
                </a:lnTo>
                <a:moveTo>
                  <a:pt x="830" y="916"/>
                </a:moveTo>
                <a:lnTo>
                  <a:pt x="833" y="919"/>
                </a:lnTo>
                <a:moveTo>
                  <a:pt x="839" y="926"/>
                </a:moveTo>
                <a:lnTo>
                  <a:pt x="842" y="929"/>
                </a:lnTo>
                <a:moveTo>
                  <a:pt x="849" y="936"/>
                </a:moveTo>
                <a:lnTo>
                  <a:pt x="852" y="939"/>
                </a:lnTo>
                <a:moveTo>
                  <a:pt x="858" y="946"/>
                </a:moveTo>
                <a:lnTo>
                  <a:pt x="861" y="949"/>
                </a:lnTo>
                <a:moveTo>
                  <a:pt x="867" y="956"/>
                </a:moveTo>
                <a:lnTo>
                  <a:pt x="870" y="959"/>
                </a:lnTo>
                <a:moveTo>
                  <a:pt x="876" y="966"/>
                </a:moveTo>
                <a:lnTo>
                  <a:pt x="879" y="969"/>
                </a:lnTo>
                <a:moveTo>
                  <a:pt x="885" y="976"/>
                </a:moveTo>
                <a:lnTo>
                  <a:pt x="888" y="979"/>
                </a:lnTo>
                <a:moveTo>
                  <a:pt x="894" y="986"/>
                </a:moveTo>
                <a:lnTo>
                  <a:pt x="897" y="989"/>
                </a:lnTo>
                <a:moveTo>
                  <a:pt x="903" y="996"/>
                </a:moveTo>
                <a:lnTo>
                  <a:pt x="906" y="999"/>
                </a:lnTo>
                <a:moveTo>
                  <a:pt x="912" y="1006"/>
                </a:moveTo>
                <a:lnTo>
                  <a:pt x="915" y="1009"/>
                </a:lnTo>
                <a:moveTo>
                  <a:pt x="921" y="1016"/>
                </a:moveTo>
                <a:lnTo>
                  <a:pt x="924" y="1019"/>
                </a:lnTo>
                <a:moveTo>
                  <a:pt x="930" y="1025"/>
                </a:moveTo>
                <a:lnTo>
                  <a:pt x="933" y="1029"/>
                </a:lnTo>
                <a:moveTo>
                  <a:pt x="939" y="1035"/>
                </a:moveTo>
                <a:lnTo>
                  <a:pt x="942" y="1039"/>
                </a:lnTo>
                <a:moveTo>
                  <a:pt x="948" y="1045"/>
                </a:moveTo>
                <a:lnTo>
                  <a:pt x="951" y="1049"/>
                </a:lnTo>
                <a:moveTo>
                  <a:pt x="957" y="1055"/>
                </a:moveTo>
                <a:lnTo>
                  <a:pt x="960" y="1059"/>
                </a:lnTo>
                <a:moveTo>
                  <a:pt x="966" y="1065"/>
                </a:moveTo>
                <a:lnTo>
                  <a:pt x="969" y="1069"/>
                </a:lnTo>
                <a:moveTo>
                  <a:pt x="975" y="1075"/>
                </a:moveTo>
                <a:lnTo>
                  <a:pt x="978" y="1079"/>
                </a:lnTo>
                <a:moveTo>
                  <a:pt x="984" y="1085"/>
                </a:moveTo>
                <a:lnTo>
                  <a:pt x="987" y="1089"/>
                </a:lnTo>
                <a:moveTo>
                  <a:pt x="993" y="1095"/>
                </a:moveTo>
                <a:lnTo>
                  <a:pt x="996" y="1098"/>
                </a:lnTo>
                <a:moveTo>
                  <a:pt x="1002" y="1105"/>
                </a:moveTo>
                <a:lnTo>
                  <a:pt x="1005" y="1108"/>
                </a:lnTo>
                <a:moveTo>
                  <a:pt x="1011" y="1115"/>
                </a:moveTo>
                <a:lnTo>
                  <a:pt x="1014" y="1118"/>
                </a:lnTo>
                <a:moveTo>
                  <a:pt x="1020" y="1125"/>
                </a:moveTo>
                <a:lnTo>
                  <a:pt x="1023" y="1128"/>
                </a:lnTo>
                <a:moveTo>
                  <a:pt x="1029" y="1135"/>
                </a:moveTo>
                <a:lnTo>
                  <a:pt x="1032" y="1138"/>
                </a:lnTo>
                <a:moveTo>
                  <a:pt x="1038" y="1145"/>
                </a:moveTo>
                <a:lnTo>
                  <a:pt x="1041" y="1148"/>
                </a:lnTo>
                <a:moveTo>
                  <a:pt x="1047" y="1155"/>
                </a:moveTo>
                <a:lnTo>
                  <a:pt x="1050" y="1158"/>
                </a:lnTo>
                <a:moveTo>
                  <a:pt x="1056" y="1165"/>
                </a:moveTo>
                <a:lnTo>
                  <a:pt x="1059" y="1168"/>
                </a:lnTo>
                <a:moveTo>
                  <a:pt x="1065" y="1175"/>
                </a:moveTo>
                <a:lnTo>
                  <a:pt x="1068" y="1178"/>
                </a:lnTo>
                <a:moveTo>
                  <a:pt x="1074" y="1185"/>
                </a:moveTo>
                <a:lnTo>
                  <a:pt x="1077" y="1188"/>
                </a:lnTo>
                <a:moveTo>
                  <a:pt x="1083" y="1195"/>
                </a:moveTo>
                <a:lnTo>
                  <a:pt x="1086" y="1198"/>
                </a:lnTo>
                <a:moveTo>
                  <a:pt x="1092" y="1205"/>
                </a:moveTo>
                <a:lnTo>
                  <a:pt x="1095" y="1208"/>
                </a:lnTo>
                <a:moveTo>
                  <a:pt x="1101" y="1215"/>
                </a:moveTo>
                <a:lnTo>
                  <a:pt x="1104" y="1218"/>
                </a:lnTo>
                <a:moveTo>
                  <a:pt x="1110" y="1225"/>
                </a:moveTo>
                <a:lnTo>
                  <a:pt x="1113" y="1228"/>
                </a:lnTo>
                <a:moveTo>
                  <a:pt x="1119" y="1235"/>
                </a:moveTo>
                <a:lnTo>
                  <a:pt x="1122" y="1238"/>
                </a:lnTo>
                <a:moveTo>
                  <a:pt x="1128" y="1244"/>
                </a:moveTo>
                <a:lnTo>
                  <a:pt x="1131" y="1248"/>
                </a:lnTo>
                <a:moveTo>
                  <a:pt x="1137" y="1254"/>
                </a:moveTo>
                <a:lnTo>
                  <a:pt x="1141" y="1258"/>
                </a:lnTo>
                <a:moveTo>
                  <a:pt x="1147" y="1264"/>
                </a:moveTo>
                <a:lnTo>
                  <a:pt x="1150" y="1268"/>
                </a:lnTo>
                <a:moveTo>
                  <a:pt x="1156" y="1274"/>
                </a:moveTo>
                <a:lnTo>
                  <a:pt x="1159" y="1278"/>
                </a:lnTo>
                <a:moveTo>
                  <a:pt x="1165" y="1284"/>
                </a:moveTo>
                <a:lnTo>
                  <a:pt x="1168" y="1288"/>
                </a:lnTo>
                <a:moveTo>
                  <a:pt x="1174" y="1294"/>
                </a:moveTo>
                <a:lnTo>
                  <a:pt x="1177" y="1298"/>
                </a:lnTo>
                <a:moveTo>
                  <a:pt x="1183" y="1304"/>
                </a:moveTo>
                <a:lnTo>
                  <a:pt x="1186" y="1308"/>
                </a:lnTo>
                <a:moveTo>
                  <a:pt x="1192" y="1314"/>
                </a:moveTo>
                <a:lnTo>
                  <a:pt x="1195" y="1317"/>
                </a:lnTo>
                <a:moveTo>
                  <a:pt x="1201" y="1324"/>
                </a:moveTo>
                <a:lnTo>
                  <a:pt x="1204" y="1327"/>
                </a:lnTo>
                <a:moveTo>
                  <a:pt x="1210" y="1334"/>
                </a:moveTo>
                <a:lnTo>
                  <a:pt x="1213" y="1337"/>
                </a:lnTo>
                <a:moveTo>
                  <a:pt x="1219" y="1344"/>
                </a:moveTo>
                <a:lnTo>
                  <a:pt x="1222" y="1347"/>
                </a:lnTo>
                <a:moveTo>
                  <a:pt x="1228" y="1354"/>
                </a:moveTo>
                <a:lnTo>
                  <a:pt x="1231" y="1357"/>
                </a:lnTo>
                <a:moveTo>
                  <a:pt x="1237" y="1364"/>
                </a:moveTo>
                <a:lnTo>
                  <a:pt x="1240" y="1367"/>
                </a:lnTo>
                <a:moveTo>
                  <a:pt x="1246" y="1374"/>
                </a:moveTo>
                <a:lnTo>
                  <a:pt x="1249" y="1377"/>
                </a:lnTo>
                <a:moveTo>
                  <a:pt x="1255" y="1384"/>
                </a:moveTo>
                <a:lnTo>
                  <a:pt x="1258" y="1387"/>
                </a:lnTo>
                <a:moveTo>
                  <a:pt x="1264" y="1394"/>
                </a:moveTo>
                <a:lnTo>
                  <a:pt x="1267" y="1397"/>
                </a:lnTo>
                <a:moveTo>
                  <a:pt x="1273" y="1404"/>
                </a:moveTo>
                <a:lnTo>
                  <a:pt x="1276" y="1407"/>
                </a:lnTo>
                <a:moveTo>
                  <a:pt x="1282" y="1414"/>
                </a:moveTo>
                <a:lnTo>
                  <a:pt x="1285" y="1417"/>
                </a:lnTo>
                <a:moveTo>
                  <a:pt x="1291" y="1424"/>
                </a:moveTo>
                <a:lnTo>
                  <a:pt x="1294" y="1427"/>
                </a:lnTo>
                <a:moveTo>
                  <a:pt x="1300" y="1434"/>
                </a:moveTo>
                <a:lnTo>
                  <a:pt x="1303" y="1437"/>
                </a:lnTo>
                <a:moveTo>
                  <a:pt x="1309" y="1444"/>
                </a:moveTo>
                <a:lnTo>
                  <a:pt x="1312" y="1447"/>
                </a:lnTo>
                <a:moveTo>
                  <a:pt x="1318" y="1454"/>
                </a:moveTo>
                <a:lnTo>
                  <a:pt x="1321" y="1457"/>
                </a:lnTo>
                <a:moveTo>
                  <a:pt x="1327" y="1463"/>
                </a:moveTo>
                <a:lnTo>
                  <a:pt x="1330" y="1467"/>
                </a:lnTo>
                <a:moveTo>
                  <a:pt x="1336" y="1473"/>
                </a:moveTo>
                <a:lnTo>
                  <a:pt x="1339" y="1477"/>
                </a:lnTo>
                <a:moveTo>
                  <a:pt x="1345" y="1483"/>
                </a:moveTo>
                <a:lnTo>
                  <a:pt x="1348" y="1487"/>
                </a:lnTo>
                <a:moveTo>
                  <a:pt x="1354" y="1493"/>
                </a:moveTo>
                <a:lnTo>
                  <a:pt x="1357" y="1497"/>
                </a:lnTo>
                <a:moveTo>
                  <a:pt x="1363" y="1503"/>
                </a:moveTo>
                <a:lnTo>
                  <a:pt x="1366" y="1507"/>
                </a:lnTo>
                <a:moveTo>
                  <a:pt x="1372" y="1513"/>
                </a:moveTo>
                <a:lnTo>
                  <a:pt x="1375" y="1517"/>
                </a:lnTo>
                <a:moveTo>
                  <a:pt x="1381" y="1523"/>
                </a:moveTo>
                <a:lnTo>
                  <a:pt x="1384" y="1527"/>
                </a:lnTo>
                <a:moveTo>
                  <a:pt x="1390" y="1533"/>
                </a:moveTo>
                <a:lnTo>
                  <a:pt x="1393" y="1536"/>
                </a:lnTo>
                <a:moveTo>
                  <a:pt x="1399" y="1543"/>
                </a:moveTo>
                <a:lnTo>
                  <a:pt x="1402" y="1546"/>
                </a:lnTo>
                <a:moveTo>
                  <a:pt x="1408" y="1553"/>
                </a:moveTo>
                <a:lnTo>
                  <a:pt x="1411" y="1556"/>
                </a:lnTo>
                <a:moveTo>
                  <a:pt x="1417" y="1563"/>
                </a:moveTo>
                <a:lnTo>
                  <a:pt x="1420" y="1566"/>
                </a:lnTo>
                <a:moveTo>
                  <a:pt x="1426" y="1573"/>
                </a:moveTo>
                <a:lnTo>
                  <a:pt x="1429" y="1576"/>
                </a:lnTo>
                <a:moveTo>
                  <a:pt x="1436" y="1583"/>
                </a:moveTo>
                <a:lnTo>
                  <a:pt x="1439" y="1586"/>
                </a:lnTo>
                <a:moveTo>
                  <a:pt x="1445" y="1593"/>
                </a:moveTo>
                <a:lnTo>
                  <a:pt x="1448" y="1596"/>
                </a:lnTo>
                <a:moveTo>
                  <a:pt x="1454" y="1603"/>
                </a:moveTo>
                <a:lnTo>
                  <a:pt x="1457" y="1606"/>
                </a:lnTo>
                <a:moveTo>
                  <a:pt x="1463" y="1613"/>
                </a:moveTo>
                <a:lnTo>
                  <a:pt x="1466" y="1616"/>
                </a:lnTo>
                <a:moveTo>
                  <a:pt x="1472" y="1623"/>
                </a:moveTo>
                <a:lnTo>
                  <a:pt x="1475" y="1626"/>
                </a:lnTo>
                <a:moveTo>
                  <a:pt x="1481" y="1633"/>
                </a:moveTo>
                <a:lnTo>
                  <a:pt x="1484" y="1636"/>
                </a:lnTo>
                <a:moveTo>
                  <a:pt x="1490" y="1643"/>
                </a:moveTo>
                <a:lnTo>
                  <a:pt x="1493" y="1646"/>
                </a:lnTo>
                <a:moveTo>
                  <a:pt x="1499" y="1653"/>
                </a:moveTo>
                <a:lnTo>
                  <a:pt x="1502" y="1656"/>
                </a:lnTo>
                <a:moveTo>
                  <a:pt x="1508" y="1663"/>
                </a:moveTo>
                <a:lnTo>
                  <a:pt x="1511" y="1666"/>
                </a:lnTo>
                <a:moveTo>
                  <a:pt x="1517" y="1672"/>
                </a:moveTo>
                <a:lnTo>
                  <a:pt x="1520" y="1676"/>
                </a:lnTo>
                <a:moveTo>
                  <a:pt x="1526" y="1682"/>
                </a:moveTo>
                <a:lnTo>
                  <a:pt x="1529" y="1686"/>
                </a:lnTo>
                <a:moveTo>
                  <a:pt x="1535" y="1692"/>
                </a:moveTo>
                <a:lnTo>
                  <a:pt x="1538" y="1696"/>
                </a:lnTo>
                <a:moveTo>
                  <a:pt x="1544" y="1702"/>
                </a:moveTo>
                <a:lnTo>
                  <a:pt x="1547" y="1706"/>
                </a:lnTo>
                <a:moveTo>
                  <a:pt x="1553" y="1712"/>
                </a:moveTo>
                <a:lnTo>
                  <a:pt x="1556" y="1716"/>
                </a:lnTo>
                <a:moveTo>
                  <a:pt x="1562" y="1722"/>
                </a:moveTo>
                <a:lnTo>
                  <a:pt x="1565" y="172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6" name="Freeform 197">
            <a:extLst>
              <a:ext uri="{FF2B5EF4-FFF2-40B4-BE49-F238E27FC236}">
                <a16:creationId xmlns:a16="http://schemas.microsoft.com/office/drawing/2014/main" id="{29CEB939-1A82-DBFF-6FB1-B9F1677E23FF}"/>
              </a:ext>
            </a:extLst>
          </p:cNvPr>
          <p:cNvSpPr>
            <a:spLocks noEditPoints="1"/>
          </p:cNvSpPr>
          <p:nvPr/>
        </p:nvSpPr>
        <p:spPr bwMode="auto">
          <a:xfrm>
            <a:off x="4362451" y="3084513"/>
            <a:ext cx="962025" cy="330200"/>
          </a:xfrm>
          <a:custGeom>
            <a:avLst/>
            <a:gdLst>
              <a:gd name="T0" fmla="*/ 17 w 1212"/>
              <a:gd name="T1" fmla="*/ 6 h 416"/>
              <a:gd name="T2" fmla="*/ 42 w 1212"/>
              <a:gd name="T3" fmla="*/ 15 h 416"/>
              <a:gd name="T4" fmla="*/ 68 w 1212"/>
              <a:gd name="T5" fmla="*/ 23 h 416"/>
              <a:gd name="T6" fmla="*/ 93 w 1212"/>
              <a:gd name="T7" fmla="*/ 32 h 416"/>
              <a:gd name="T8" fmla="*/ 119 w 1212"/>
              <a:gd name="T9" fmla="*/ 41 h 416"/>
              <a:gd name="T10" fmla="*/ 144 w 1212"/>
              <a:gd name="T11" fmla="*/ 50 h 416"/>
              <a:gd name="T12" fmla="*/ 170 w 1212"/>
              <a:gd name="T13" fmla="*/ 58 h 416"/>
              <a:gd name="T14" fmla="*/ 195 w 1212"/>
              <a:gd name="T15" fmla="*/ 67 h 416"/>
              <a:gd name="T16" fmla="*/ 220 w 1212"/>
              <a:gd name="T17" fmla="*/ 76 h 416"/>
              <a:gd name="T18" fmla="*/ 246 w 1212"/>
              <a:gd name="T19" fmla="*/ 85 h 416"/>
              <a:gd name="T20" fmla="*/ 271 w 1212"/>
              <a:gd name="T21" fmla="*/ 93 h 416"/>
              <a:gd name="T22" fmla="*/ 297 w 1212"/>
              <a:gd name="T23" fmla="*/ 102 h 416"/>
              <a:gd name="T24" fmla="*/ 322 w 1212"/>
              <a:gd name="T25" fmla="*/ 111 h 416"/>
              <a:gd name="T26" fmla="*/ 347 w 1212"/>
              <a:gd name="T27" fmla="*/ 119 h 416"/>
              <a:gd name="T28" fmla="*/ 373 w 1212"/>
              <a:gd name="T29" fmla="*/ 128 h 416"/>
              <a:gd name="T30" fmla="*/ 398 w 1212"/>
              <a:gd name="T31" fmla="*/ 137 h 416"/>
              <a:gd name="T32" fmla="*/ 424 w 1212"/>
              <a:gd name="T33" fmla="*/ 146 h 416"/>
              <a:gd name="T34" fmla="*/ 449 w 1212"/>
              <a:gd name="T35" fmla="*/ 154 h 416"/>
              <a:gd name="T36" fmla="*/ 475 w 1212"/>
              <a:gd name="T37" fmla="*/ 163 h 416"/>
              <a:gd name="T38" fmla="*/ 500 w 1212"/>
              <a:gd name="T39" fmla="*/ 172 h 416"/>
              <a:gd name="T40" fmla="*/ 525 w 1212"/>
              <a:gd name="T41" fmla="*/ 181 h 416"/>
              <a:gd name="T42" fmla="*/ 551 w 1212"/>
              <a:gd name="T43" fmla="*/ 189 h 416"/>
              <a:gd name="T44" fmla="*/ 576 w 1212"/>
              <a:gd name="T45" fmla="*/ 198 h 416"/>
              <a:gd name="T46" fmla="*/ 602 w 1212"/>
              <a:gd name="T47" fmla="*/ 207 h 416"/>
              <a:gd name="T48" fmla="*/ 627 w 1212"/>
              <a:gd name="T49" fmla="*/ 215 h 416"/>
              <a:gd name="T50" fmla="*/ 653 w 1212"/>
              <a:gd name="T51" fmla="*/ 224 h 416"/>
              <a:gd name="T52" fmla="*/ 678 w 1212"/>
              <a:gd name="T53" fmla="*/ 233 h 416"/>
              <a:gd name="T54" fmla="*/ 703 w 1212"/>
              <a:gd name="T55" fmla="*/ 242 h 416"/>
              <a:gd name="T56" fmla="*/ 729 w 1212"/>
              <a:gd name="T57" fmla="*/ 250 h 416"/>
              <a:gd name="T58" fmla="*/ 754 w 1212"/>
              <a:gd name="T59" fmla="*/ 259 h 416"/>
              <a:gd name="T60" fmla="*/ 780 w 1212"/>
              <a:gd name="T61" fmla="*/ 268 h 416"/>
              <a:gd name="T62" fmla="*/ 805 w 1212"/>
              <a:gd name="T63" fmla="*/ 277 h 416"/>
              <a:gd name="T64" fmla="*/ 831 w 1212"/>
              <a:gd name="T65" fmla="*/ 285 h 416"/>
              <a:gd name="T66" fmla="*/ 856 w 1212"/>
              <a:gd name="T67" fmla="*/ 294 h 416"/>
              <a:gd name="T68" fmla="*/ 881 w 1212"/>
              <a:gd name="T69" fmla="*/ 303 h 416"/>
              <a:gd name="T70" fmla="*/ 907 w 1212"/>
              <a:gd name="T71" fmla="*/ 311 h 416"/>
              <a:gd name="T72" fmla="*/ 932 w 1212"/>
              <a:gd name="T73" fmla="*/ 320 h 416"/>
              <a:gd name="T74" fmla="*/ 958 w 1212"/>
              <a:gd name="T75" fmla="*/ 329 h 416"/>
              <a:gd name="T76" fmla="*/ 983 w 1212"/>
              <a:gd name="T77" fmla="*/ 338 h 416"/>
              <a:gd name="T78" fmla="*/ 1009 w 1212"/>
              <a:gd name="T79" fmla="*/ 346 h 416"/>
              <a:gd name="T80" fmla="*/ 1034 w 1212"/>
              <a:gd name="T81" fmla="*/ 355 h 416"/>
              <a:gd name="T82" fmla="*/ 1059 w 1212"/>
              <a:gd name="T83" fmla="*/ 364 h 416"/>
              <a:gd name="T84" fmla="*/ 1085 w 1212"/>
              <a:gd name="T85" fmla="*/ 373 h 416"/>
              <a:gd name="T86" fmla="*/ 1110 w 1212"/>
              <a:gd name="T87" fmla="*/ 381 h 416"/>
              <a:gd name="T88" fmla="*/ 1136 w 1212"/>
              <a:gd name="T89" fmla="*/ 390 h 416"/>
              <a:gd name="T90" fmla="*/ 1161 w 1212"/>
              <a:gd name="T91" fmla="*/ 399 h 416"/>
              <a:gd name="T92" fmla="*/ 1186 w 1212"/>
              <a:gd name="T93" fmla="*/ 407 h 416"/>
              <a:gd name="T94" fmla="*/ 1212 w 1212"/>
              <a:gd name="T95" fmla="*/ 416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12" h="416">
                <a:moveTo>
                  <a:pt x="0" y="0"/>
                </a:moveTo>
                <a:lnTo>
                  <a:pt x="4" y="2"/>
                </a:lnTo>
                <a:moveTo>
                  <a:pt x="13" y="5"/>
                </a:moveTo>
                <a:lnTo>
                  <a:pt x="17" y="6"/>
                </a:lnTo>
                <a:moveTo>
                  <a:pt x="25" y="9"/>
                </a:moveTo>
                <a:lnTo>
                  <a:pt x="30" y="10"/>
                </a:lnTo>
                <a:moveTo>
                  <a:pt x="38" y="13"/>
                </a:moveTo>
                <a:lnTo>
                  <a:pt x="42" y="15"/>
                </a:lnTo>
                <a:moveTo>
                  <a:pt x="51" y="18"/>
                </a:moveTo>
                <a:lnTo>
                  <a:pt x="55" y="19"/>
                </a:lnTo>
                <a:moveTo>
                  <a:pt x="64" y="22"/>
                </a:moveTo>
                <a:lnTo>
                  <a:pt x="68" y="23"/>
                </a:lnTo>
                <a:moveTo>
                  <a:pt x="76" y="26"/>
                </a:moveTo>
                <a:lnTo>
                  <a:pt x="81" y="28"/>
                </a:lnTo>
                <a:moveTo>
                  <a:pt x="89" y="31"/>
                </a:moveTo>
                <a:lnTo>
                  <a:pt x="93" y="32"/>
                </a:lnTo>
                <a:moveTo>
                  <a:pt x="102" y="35"/>
                </a:moveTo>
                <a:lnTo>
                  <a:pt x="106" y="37"/>
                </a:lnTo>
                <a:moveTo>
                  <a:pt x="114" y="39"/>
                </a:moveTo>
                <a:lnTo>
                  <a:pt x="119" y="41"/>
                </a:lnTo>
                <a:moveTo>
                  <a:pt x="127" y="44"/>
                </a:moveTo>
                <a:lnTo>
                  <a:pt x="131" y="45"/>
                </a:lnTo>
                <a:moveTo>
                  <a:pt x="140" y="48"/>
                </a:moveTo>
                <a:lnTo>
                  <a:pt x="144" y="50"/>
                </a:lnTo>
                <a:moveTo>
                  <a:pt x="153" y="53"/>
                </a:moveTo>
                <a:lnTo>
                  <a:pt x="157" y="54"/>
                </a:lnTo>
                <a:moveTo>
                  <a:pt x="165" y="57"/>
                </a:moveTo>
                <a:lnTo>
                  <a:pt x="170" y="58"/>
                </a:lnTo>
                <a:moveTo>
                  <a:pt x="178" y="61"/>
                </a:moveTo>
                <a:lnTo>
                  <a:pt x="182" y="63"/>
                </a:lnTo>
                <a:moveTo>
                  <a:pt x="191" y="66"/>
                </a:moveTo>
                <a:lnTo>
                  <a:pt x="195" y="67"/>
                </a:lnTo>
                <a:moveTo>
                  <a:pt x="203" y="70"/>
                </a:moveTo>
                <a:lnTo>
                  <a:pt x="208" y="71"/>
                </a:lnTo>
                <a:moveTo>
                  <a:pt x="216" y="74"/>
                </a:moveTo>
                <a:lnTo>
                  <a:pt x="220" y="76"/>
                </a:lnTo>
                <a:moveTo>
                  <a:pt x="229" y="79"/>
                </a:moveTo>
                <a:lnTo>
                  <a:pt x="233" y="80"/>
                </a:lnTo>
                <a:moveTo>
                  <a:pt x="242" y="83"/>
                </a:moveTo>
                <a:lnTo>
                  <a:pt x="246" y="85"/>
                </a:lnTo>
                <a:moveTo>
                  <a:pt x="254" y="87"/>
                </a:moveTo>
                <a:lnTo>
                  <a:pt x="258" y="89"/>
                </a:lnTo>
                <a:moveTo>
                  <a:pt x="267" y="92"/>
                </a:moveTo>
                <a:lnTo>
                  <a:pt x="271" y="93"/>
                </a:lnTo>
                <a:moveTo>
                  <a:pt x="280" y="96"/>
                </a:moveTo>
                <a:lnTo>
                  <a:pt x="284" y="98"/>
                </a:lnTo>
                <a:moveTo>
                  <a:pt x="292" y="101"/>
                </a:moveTo>
                <a:lnTo>
                  <a:pt x="297" y="102"/>
                </a:lnTo>
                <a:moveTo>
                  <a:pt x="305" y="105"/>
                </a:moveTo>
                <a:lnTo>
                  <a:pt x="309" y="106"/>
                </a:lnTo>
                <a:moveTo>
                  <a:pt x="318" y="109"/>
                </a:moveTo>
                <a:lnTo>
                  <a:pt x="322" y="111"/>
                </a:lnTo>
                <a:moveTo>
                  <a:pt x="331" y="114"/>
                </a:moveTo>
                <a:lnTo>
                  <a:pt x="335" y="115"/>
                </a:lnTo>
                <a:moveTo>
                  <a:pt x="343" y="118"/>
                </a:moveTo>
                <a:lnTo>
                  <a:pt x="347" y="119"/>
                </a:lnTo>
                <a:moveTo>
                  <a:pt x="356" y="122"/>
                </a:moveTo>
                <a:lnTo>
                  <a:pt x="360" y="124"/>
                </a:lnTo>
                <a:moveTo>
                  <a:pt x="369" y="127"/>
                </a:moveTo>
                <a:lnTo>
                  <a:pt x="373" y="128"/>
                </a:lnTo>
                <a:moveTo>
                  <a:pt x="381" y="131"/>
                </a:moveTo>
                <a:lnTo>
                  <a:pt x="386" y="133"/>
                </a:lnTo>
                <a:moveTo>
                  <a:pt x="394" y="135"/>
                </a:moveTo>
                <a:lnTo>
                  <a:pt x="398" y="137"/>
                </a:lnTo>
                <a:moveTo>
                  <a:pt x="407" y="140"/>
                </a:moveTo>
                <a:lnTo>
                  <a:pt x="411" y="141"/>
                </a:lnTo>
                <a:moveTo>
                  <a:pt x="420" y="144"/>
                </a:moveTo>
                <a:lnTo>
                  <a:pt x="424" y="146"/>
                </a:lnTo>
                <a:moveTo>
                  <a:pt x="432" y="149"/>
                </a:moveTo>
                <a:lnTo>
                  <a:pt x="436" y="150"/>
                </a:lnTo>
                <a:moveTo>
                  <a:pt x="445" y="153"/>
                </a:moveTo>
                <a:lnTo>
                  <a:pt x="449" y="154"/>
                </a:lnTo>
                <a:moveTo>
                  <a:pt x="458" y="157"/>
                </a:moveTo>
                <a:lnTo>
                  <a:pt x="462" y="159"/>
                </a:lnTo>
                <a:moveTo>
                  <a:pt x="470" y="162"/>
                </a:moveTo>
                <a:lnTo>
                  <a:pt x="475" y="163"/>
                </a:lnTo>
                <a:moveTo>
                  <a:pt x="483" y="166"/>
                </a:moveTo>
                <a:lnTo>
                  <a:pt x="487" y="167"/>
                </a:lnTo>
                <a:moveTo>
                  <a:pt x="496" y="170"/>
                </a:moveTo>
                <a:lnTo>
                  <a:pt x="500" y="172"/>
                </a:lnTo>
                <a:moveTo>
                  <a:pt x="508" y="175"/>
                </a:moveTo>
                <a:lnTo>
                  <a:pt x="513" y="176"/>
                </a:lnTo>
                <a:moveTo>
                  <a:pt x="521" y="179"/>
                </a:moveTo>
                <a:lnTo>
                  <a:pt x="525" y="181"/>
                </a:lnTo>
                <a:moveTo>
                  <a:pt x="534" y="183"/>
                </a:moveTo>
                <a:lnTo>
                  <a:pt x="538" y="185"/>
                </a:lnTo>
                <a:moveTo>
                  <a:pt x="547" y="188"/>
                </a:moveTo>
                <a:lnTo>
                  <a:pt x="551" y="189"/>
                </a:lnTo>
                <a:moveTo>
                  <a:pt x="559" y="192"/>
                </a:moveTo>
                <a:lnTo>
                  <a:pt x="564" y="194"/>
                </a:lnTo>
                <a:moveTo>
                  <a:pt x="572" y="197"/>
                </a:moveTo>
                <a:lnTo>
                  <a:pt x="576" y="198"/>
                </a:lnTo>
                <a:moveTo>
                  <a:pt x="585" y="201"/>
                </a:moveTo>
                <a:lnTo>
                  <a:pt x="589" y="202"/>
                </a:lnTo>
                <a:moveTo>
                  <a:pt x="597" y="205"/>
                </a:moveTo>
                <a:lnTo>
                  <a:pt x="602" y="207"/>
                </a:lnTo>
                <a:moveTo>
                  <a:pt x="610" y="210"/>
                </a:moveTo>
                <a:lnTo>
                  <a:pt x="614" y="211"/>
                </a:lnTo>
                <a:moveTo>
                  <a:pt x="623" y="214"/>
                </a:moveTo>
                <a:lnTo>
                  <a:pt x="627" y="215"/>
                </a:lnTo>
                <a:moveTo>
                  <a:pt x="636" y="218"/>
                </a:moveTo>
                <a:lnTo>
                  <a:pt x="640" y="220"/>
                </a:lnTo>
                <a:moveTo>
                  <a:pt x="648" y="223"/>
                </a:moveTo>
                <a:lnTo>
                  <a:pt x="653" y="224"/>
                </a:lnTo>
                <a:moveTo>
                  <a:pt x="661" y="227"/>
                </a:moveTo>
                <a:lnTo>
                  <a:pt x="665" y="229"/>
                </a:lnTo>
                <a:moveTo>
                  <a:pt x="674" y="231"/>
                </a:moveTo>
                <a:lnTo>
                  <a:pt x="678" y="233"/>
                </a:lnTo>
                <a:moveTo>
                  <a:pt x="686" y="236"/>
                </a:moveTo>
                <a:lnTo>
                  <a:pt x="691" y="237"/>
                </a:lnTo>
                <a:moveTo>
                  <a:pt x="699" y="240"/>
                </a:moveTo>
                <a:lnTo>
                  <a:pt x="703" y="242"/>
                </a:lnTo>
                <a:moveTo>
                  <a:pt x="712" y="245"/>
                </a:moveTo>
                <a:lnTo>
                  <a:pt x="716" y="246"/>
                </a:lnTo>
                <a:moveTo>
                  <a:pt x="725" y="249"/>
                </a:moveTo>
                <a:lnTo>
                  <a:pt x="729" y="250"/>
                </a:lnTo>
                <a:moveTo>
                  <a:pt x="737" y="253"/>
                </a:moveTo>
                <a:lnTo>
                  <a:pt x="742" y="255"/>
                </a:lnTo>
                <a:moveTo>
                  <a:pt x="750" y="258"/>
                </a:moveTo>
                <a:lnTo>
                  <a:pt x="754" y="259"/>
                </a:lnTo>
                <a:moveTo>
                  <a:pt x="763" y="262"/>
                </a:moveTo>
                <a:lnTo>
                  <a:pt x="767" y="263"/>
                </a:lnTo>
                <a:moveTo>
                  <a:pt x="775" y="266"/>
                </a:moveTo>
                <a:lnTo>
                  <a:pt x="780" y="268"/>
                </a:lnTo>
                <a:moveTo>
                  <a:pt x="788" y="271"/>
                </a:moveTo>
                <a:lnTo>
                  <a:pt x="792" y="272"/>
                </a:lnTo>
                <a:moveTo>
                  <a:pt x="801" y="275"/>
                </a:moveTo>
                <a:lnTo>
                  <a:pt x="805" y="277"/>
                </a:lnTo>
                <a:moveTo>
                  <a:pt x="814" y="279"/>
                </a:moveTo>
                <a:lnTo>
                  <a:pt x="818" y="281"/>
                </a:lnTo>
                <a:moveTo>
                  <a:pt x="826" y="284"/>
                </a:moveTo>
                <a:lnTo>
                  <a:pt x="831" y="285"/>
                </a:lnTo>
                <a:moveTo>
                  <a:pt x="839" y="288"/>
                </a:moveTo>
                <a:lnTo>
                  <a:pt x="843" y="290"/>
                </a:lnTo>
                <a:moveTo>
                  <a:pt x="852" y="293"/>
                </a:moveTo>
                <a:lnTo>
                  <a:pt x="856" y="294"/>
                </a:lnTo>
                <a:moveTo>
                  <a:pt x="864" y="297"/>
                </a:moveTo>
                <a:lnTo>
                  <a:pt x="869" y="298"/>
                </a:lnTo>
                <a:moveTo>
                  <a:pt x="877" y="301"/>
                </a:moveTo>
                <a:lnTo>
                  <a:pt x="881" y="303"/>
                </a:lnTo>
                <a:moveTo>
                  <a:pt x="890" y="306"/>
                </a:moveTo>
                <a:lnTo>
                  <a:pt x="894" y="307"/>
                </a:lnTo>
                <a:moveTo>
                  <a:pt x="903" y="310"/>
                </a:moveTo>
                <a:lnTo>
                  <a:pt x="907" y="311"/>
                </a:lnTo>
                <a:moveTo>
                  <a:pt x="915" y="314"/>
                </a:moveTo>
                <a:lnTo>
                  <a:pt x="920" y="316"/>
                </a:lnTo>
                <a:moveTo>
                  <a:pt x="928" y="319"/>
                </a:moveTo>
                <a:lnTo>
                  <a:pt x="932" y="320"/>
                </a:lnTo>
                <a:moveTo>
                  <a:pt x="941" y="323"/>
                </a:moveTo>
                <a:lnTo>
                  <a:pt x="945" y="325"/>
                </a:lnTo>
                <a:moveTo>
                  <a:pt x="953" y="327"/>
                </a:moveTo>
                <a:lnTo>
                  <a:pt x="958" y="329"/>
                </a:lnTo>
                <a:moveTo>
                  <a:pt x="966" y="332"/>
                </a:moveTo>
                <a:lnTo>
                  <a:pt x="970" y="333"/>
                </a:lnTo>
                <a:moveTo>
                  <a:pt x="979" y="336"/>
                </a:moveTo>
                <a:lnTo>
                  <a:pt x="983" y="338"/>
                </a:lnTo>
                <a:moveTo>
                  <a:pt x="992" y="341"/>
                </a:moveTo>
                <a:lnTo>
                  <a:pt x="996" y="342"/>
                </a:lnTo>
                <a:moveTo>
                  <a:pt x="1004" y="345"/>
                </a:moveTo>
                <a:lnTo>
                  <a:pt x="1009" y="346"/>
                </a:lnTo>
                <a:moveTo>
                  <a:pt x="1017" y="349"/>
                </a:moveTo>
                <a:lnTo>
                  <a:pt x="1021" y="351"/>
                </a:lnTo>
                <a:moveTo>
                  <a:pt x="1030" y="354"/>
                </a:moveTo>
                <a:lnTo>
                  <a:pt x="1034" y="355"/>
                </a:lnTo>
                <a:moveTo>
                  <a:pt x="1042" y="358"/>
                </a:moveTo>
                <a:lnTo>
                  <a:pt x="1047" y="359"/>
                </a:lnTo>
                <a:moveTo>
                  <a:pt x="1055" y="362"/>
                </a:moveTo>
                <a:lnTo>
                  <a:pt x="1059" y="364"/>
                </a:lnTo>
                <a:moveTo>
                  <a:pt x="1068" y="367"/>
                </a:moveTo>
                <a:lnTo>
                  <a:pt x="1072" y="368"/>
                </a:lnTo>
                <a:moveTo>
                  <a:pt x="1081" y="371"/>
                </a:moveTo>
                <a:lnTo>
                  <a:pt x="1085" y="373"/>
                </a:lnTo>
                <a:moveTo>
                  <a:pt x="1093" y="375"/>
                </a:moveTo>
                <a:lnTo>
                  <a:pt x="1097" y="377"/>
                </a:lnTo>
                <a:moveTo>
                  <a:pt x="1106" y="380"/>
                </a:moveTo>
                <a:lnTo>
                  <a:pt x="1110" y="381"/>
                </a:lnTo>
                <a:moveTo>
                  <a:pt x="1119" y="384"/>
                </a:moveTo>
                <a:lnTo>
                  <a:pt x="1123" y="386"/>
                </a:lnTo>
                <a:moveTo>
                  <a:pt x="1131" y="388"/>
                </a:moveTo>
                <a:lnTo>
                  <a:pt x="1136" y="390"/>
                </a:lnTo>
                <a:moveTo>
                  <a:pt x="1144" y="393"/>
                </a:moveTo>
                <a:lnTo>
                  <a:pt x="1148" y="394"/>
                </a:lnTo>
                <a:moveTo>
                  <a:pt x="1157" y="397"/>
                </a:moveTo>
                <a:lnTo>
                  <a:pt x="1161" y="399"/>
                </a:lnTo>
                <a:moveTo>
                  <a:pt x="1170" y="402"/>
                </a:moveTo>
                <a:lnTo>
                  <a:pt x="1174" y="403"/>
                </a:lnTo>
                <a:moveTo>
                  <a:pt x="1182" y="406"/>
                </a:moveTo>
                <a:lnTo>
                  <a:pt x="1186" y="407"/>
                </a:lnTo>
                <a:moveTo>
                  <a:pt x="1195" y="410"/>
                </a:moveTo>
                <a:lnTo>
                  <a:pt x="1199" y="412"/>
                </a:lnTo>
                <a:moveTo>
                  <a:pt x="1208" y="415"/>
                </a:moveTo>
                <a:lnTo>
                  <a:pt x="1212" y="41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7" name="Freeform 198">
            <a:extLst>
              <a:ext uri="{FF2B5EF4-FFF2-40B4-BE49-F238E27FC236}">
                <a16:creationId xmlns:a16="http://schemas.microsoft.com/office/drawing/2014/main" id="{0DB362E8-CCCF-8C1D-9C49-4DA78D125E11}"/>
              </a:ext>
            </a:extLst>
          </p:cNvPr>
          <p:cNvSpPr>
            <a:spLocks noEditPoints="1"/>
          </p:cNvSpPr>
          <p:nvPr/>
        </p:nvSpPr>
        <p:spPr bwMode="auto">
          <a:xfrm>
            <a:off x="3344863" y="3867150"/>
            <a:ext cx="393700" cy="1196975"/>
          </a:xfrm>
          <a:custGeom>
            <a:avLst/>
            <a:gdLst>
              <a:gd name="T0" fmla="*/ 5 w 495"/>
              <a:gd name="T1" fmla="*/ 17 h 1509"/>
              <a:gd name="T2" fmla="*/ 14 w 495"/>
              <a:gd name="T3" fmla="*/ 43 h 1509"/>
              <a:gd name="T4" fmla="*/ 22 w 495"/>
              <a:gd name="T5" fmla="*/ 68 h 1509"/>
              <a:gd name="T6" fmla="*/ 30 w 495"/>
              <a:gd name="T7" fmla="*/ 94 h 1509"/>
              <a:gd name="T8" fmla="*/ 39 w 495"/>
              <a:gd name="T9" fmla="*/ 119 h 1509"/>
              <a:gd name="T10" fmla="*/ 47 w 495"/>
              <a:gd name="T11" fmla="*/ 145 h 1509"/>
              <a:gd name="T12" fmla="*/ 55 w 495"/>
              <a:gd name="T13" fmla="*/ 170 h 1509"/>
              <a:gd name="T14" fmla="*/ 64 w 495"/>
              <a:gd name="T15" fmla="*/ 196 h 1509"/>
              <a:gd name="T16" fmla="*/ 72 w 495"/>
              <a:gd name="T17" fmla="*/ 221 h 1509"/>
              <a:gd name="T18" fmla="*/ 81 w 495"/>
              <a:gd name="T19" fmla="*/ 247 h 1509"/>
              <a:gd name="T20" fmla="*/ 89 w 495"/>
              <a:gd name="T21" fmla="*/ 273 h 1509"/>
              <a:gd name="T22" fmla="*/ 97 w 495"/>
              <a:gd name="T23" fmla="*/ 298 h 1509"/>
              <a:gd name="T24" fmla="*/ 106 w 495"/>
              <a:gd name="T25" fmla="*/ 324 h 1509"/>
              <a:gd name="T26" fmla="*/ 114 w 495"/>
              <a:gd name="T27" fmla="*/ 349 h 1509"/>
              <a:gd name="T28" fmla="*/ 123 w 495"/>
              <a:gd name="T29" fmla="*/ 375 h 1509"/>
              <a:gd name="T30" fmla="*/ 131 w 495"/>
              <a:gd name="T31" fmla="*/ 400 h 1509"/>
              <a:gd name="T32" fmla="*/ 139 w 495"/>
              <a:gd name="T33" fmla="*/ 426 h 1509"/>
              <a:gd name="T34" fmla="*/ 148 w 495"/>
              <a:gd name="T35" fmla="*/ 451 h 1509"/>
              <a:gd name="T36" fmla="*/ 156 w 495"/>
              <a:gd name="T37" fmla="*/ 477 h 1509"/>
              <a:gd name="T38" fmla="*/ 164 w 495"/>
              <a:gd name="T39" fmla="*/ 502 h 1509"/>
              <a:gd name="T40" fmla="*/ 173 w 495"/>
              <a:gd name="T41" fmla="*/ 528 h 1509"/>
              <a:gd name="T42" fmla="*/ 181 w 495"/>
              <a:gd name="T43" fmla="*/ 553 h 1509"/>
              <a:gd name="T44" fmla="*/ 190 w 495"/>
              <a:gd name="T45" fmla="*/ 579 h 1509"/>
              <a:gd name="T46" fmla="*/ 198 w 495"/>
              <a:gd name="T47" fmla="*/ 605 h 1509"/>
              <a:gd name="T48" fmla="*/ 206 w 495"/>
              <a:gd name="T49" fmla="*/ 630 h 1509"/>
              <a:gd name="T50" fmla="*/ 215 w 495"/>
              <a:gd name="T51" fmla="*/ 656 h 1509"/>
              <a:gd name="T52" fmla="*/ 223 w 495"/>
              <a:gd name="T53" fmla="*/ 681 h 1509"/>
              <a:gd name="T54" fmla="*/ 231 w 495"/>
              <a:gd name="T55" fmla="*/ 707 h 1509"/>
              <a:gd name="T56" fmla="*/ 240 w 495"/>
              <a:gd name="T57" fmla="*/ 732 h 1509"/>
              <a:gd name="T58" fmla="*/ 248 w 495"/>
              <a:gd name="T59" fmla="*/ 758 h 1509"/>
              <a:gd name="T60" fmla="*/ 257 w 495"/>
              <a:gd name="T61" fmla="*/ 783 h 1509"/>
              <a:gd name="T62" fmla="*/ 265 w 495"/>
              <a:gd name="T63" fmla="*/ 809 h 1509"/>
              <a:gd name="T64" fmla="*/ 273 w 495"/>
              <a:gd name="T65" fmla="*/ 834 h 1509"/>
              <a:gd name="T66" fmla="*/ 282 w 495"/>
              <a:gd name="T67" fmla="*/ 860 h 1509"/>
              <a:gd name="T68" fmla="*/ 290 w 495"/>
              <a:gd name="T69" fmla="*/ 885 h 1509"/>
              <a:gd name="T70" fmla="*/ 299 w 495"/>
              <a:gd name="T71" fmla="*/ 911 h 1509"/>
              <a:gd name="T72" fmla="*/ 307 w 495"/>
              <a:gd name="T73" fmla="*/ 937 h 1509"/>
              <a:gd name="T74" fmla="*/ 315 w 495"/>
              <a:gd name="T75" fmla="*/ 962 h 1509"/>
              <a:gd name="T76" fmla="*/ 324 w 495"/>
              <a:gd name="T77" fmla="*/ 988 h 1509"/>
              <a:gd name="T78" fmla="*/ 332 w 495"/>
              <a:gd name="T79" fmla="*/ 1013 h 1509"/>
              <a:gd name="T80" fmla="*/ 340 w 495"/>
              <a:gd name="T81" fmla="*/ 1039 h 1509"/>
              <a:gd name="T82" fmla="*/ 349 w 495"/>
              <a:gd name="T83" fmla="*/ 1064 h 1509"/>
              <a:gd name="T84" fmla="*/ 357 w 495"/>
              <a:gd name="T85" fmla="*/ 1090 h 1509"/>
              <a:gd name="T86" fmla="*/ 366 w 495"/>
              <a:gd name="T87" fmla="*/ 1115 h 1509"/>
              <a:gd name="T88" fmla="*/ 374 w 495"/>
              <a:gd name="T89" fmla="*/ 1141 h 1509"/>
              <a:gd name="T90" fmla="*/ 382 w 495"/>
              <a:gd name="T91" fmla="*/ 1166 h 1509"/>
              <a:gd name="T92" fmla="*/ 391 w 495"/>
              <a:gd name="T93" fmla="*/ 1192 h 1509"/>
              <a:gd name="T94" fmla="*/ 399 w 495"/>
              <a:gd name="T95" fmla="*/ 1218 h 1509"/>
              <a:gd name="T96" fmla="*/ 407 w 495"/>
              <a:gd name="T97" fmla="*/ 1243 h 1509"/>
              <a:gd name="T98" fmla="*/ 416 w 495"/>
              <a:gd name="T99" fmla="*/ 1269 h 1509"/>
              <a:gd name="T100" fmla="*/ 424 w 495"/>
              <a:gd name="T101" fmla="*/ 1294 h 1509"/>
              <a:gd name="T102" fmla="*/ 433 w 495"/>
              <a:gd name="T103" fmla="*/ 1320 h 1509"/>
              <a:gd name="T104" fmla="*/ 441 w 495"/>
              <a:gd name="T105" fmla="*/ 1345 h 1509"/>
              <a:gd name="T106" fmla="*/ 449 w 495"/>
              <a:gd name="T107" fmla="*/ 1371 h 1509"/>
              <a:gd name="T108" fmla="*/ 458 w 495"/>
              <a:gd name="T109" fmla="*/ 1396 h 1509"/>
              <a:gd name="T110" fmla="*/ 466 w 495"/>
              <a:gd name="T111" fmla="*/ 1422 h 1509"/>
              <a:gd name="T112" fmla="*/ 475 w 495"/>
              <a:gd name="T113" fmla="*/ 1447 h 1509"/>
              <a:gd name="T114" fmla="*/ 483 w 495"/>
              <a:gd name="T115" fmla="*/ 1473 h 1509"/>
              <a:gd name="T116" fmla="*/ 491 w 495"/>
              <a:gd name="T117" fmla="*/ 1498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95" h="1509">
                <a:moveTo>
                  <a:pt x="0" y="0"/>
                </a:moveTo>
                <a:lnTo>
                  <a:pt x="1" y="4"/>
                </a:lnTo>
                <a:moveTo>
                  <a:pt x="4" y="13"/>
                </a:moveTo>
                <a:lnTo>
                  <a:pt x="5" y="17"/>
                </a:lnTo>
                <a:moveTo>
                  <a:pt x="8" y="26"/>
                </a:moveTo>
                <a:lnTo>
                  <a:pt x="9" y="30"/>
                </a:lnTo>
                <a:moveTo>
                  <a:pt x="12" y="38"/>
                </a:moveTo>
                <a:lnTo>
                  <a:pt x="14" y="43"/>
                </a:lnTo>
                <a:moveTo>
                  <a:pt x="16" y="51"/>
                </a:moveTo>
                <a:lnTo>
                  <a:pt x="18" y="55"/>
                </a:lnTo>
                <a:moveTo>
                  <a:pt x="21" y="64"/>
                </a:moveTo>
                <a:lnTo>
                  <a:pt x="22" y="68"/>
                </a:lnTo>
                <a:moveTo>
                  <a:pt x="25" y="77"/>
                </a:moveTo>
                <a:lnTo>
                  <a:pt x="26" y="81"/>
                </a:lnTo>
                <a:moveTo>
                  <a:pt x="29" y="89"/>
                </a:moveTo>
                <a:lnTo>
                  <a:pt x="30" y="94"/>
                </a:lnTo>
                <a:moveTo>
                  <a:pt x="33" y="102"/>
                </a:moveTo>
                <a:lnTo>
                  <a:pt x="35" y="107"/>
                </a:lnTo>
                <a:moveTo>
                  <a:pt x="37" y="115"/>
                </a:moveTo>
                <a:lnTo>
                  <a:pt x="39" y="119"/>
                </a:lnTo>
                <a:moveTo>
                  <a:pt x="42" y="128"/>
                </a:moveTo>
                <a:lnTo>
                  <a:pt x="43" y="132"/>
                </a:lnTo>
                <a:moveTo>
                  <a:pt x="46" y="141"/>
                </a:moveTo>
                <a:lnTo>
                  <a:pt x="47" y="145"/>
                </a:lnTo>
                <a:moveTo>
                  <a:pt x="50" y="153"/>
                </a:moveTo>
                <a:lnTo>
                  <a:pt x="51" y="158"/>
                </a:lnTo>
                <a:moveTo>
                  <a:pt x="54" y="166"/>
                </a:moveTo>
                <a:lnTo>
                  <a:pt x="55" y="170"/>
                </a:lnTo>
                <a:moveTo>
                  <a:pt x="58" y="179"/>
                </a:moveTo>
                <a:lnTo>
                  <a:pt x="60" y="183"/>
                </a:lnTo>
                <a:moveTo>
                  <a:pt x="62" y="192"/>
                </a:moveTo>
                <a:lnTo>
                  <a:pt x="64" y="196"/>
                </a:lnTo>
                <a:moveTo>
                  <a:pt x="67" y="204"/>
                </a:moveTo>
                <a:lnTo>
                  <a:pt x="68" y="209"/>
                </a:lnTo>
                <a:moveTo>
                  <a:pt x="71" y="217"/>
                </a:moveTo>
                <a:lnTo>
                  <a:pt x="72" y="221"/>
                </a:lnTo>
                <a:moveTo>
                  <a:pt x="75" y="230"/>
                </a:moveTo>
                <a:lnTo>
                  <a:pt x="76" y="234"/>
                </a:lnTo>
                <a:moveTo>
                  <a:pt x="79" y="243"/>
                </a:moveTo>
                <a:lnTo>
                  <a:pt x="81" y="247"/>
                </a:lnTo>
                <a:moveTo>
                  <a:pt x="83" y="256"/>
                </a:moveTo>
                <a:lnTo>
                  <a:pt x="85" y="260"/>
                </a:lnTo>
                <a:moveTo>
                  <a:pt x="88" y="268"/>
                </a:moveTo>
                <a:lnTo>
                  <a:pt x="89" y="273"/>
                </a:lnTo>
                <a:moveTo>
                  <a:pt x="92" y="281"/>
                </a:moveTo>
                <a:lnTo>
                  <a:pt x="93" y="285"/>
                </a:lnTo>
                <a:moveTo>
                  <a:pt x="96" y="294"/>
                </a:moveTo>
                <a:lnTo>
                  <a:pt x="97" y="298"/>
                </a:lnTo>
                <a:moveTo>
                  <a:pt x="100" y="307"/>
                </a:moveTo>
                <a:lnTo>
                  <a:pt x="102" y="311"/>
                </a:lnTo>
                <a:moveTo>
                  <a:pt x="104" y="319"/>
                </a:moveTo>
                <a:lnTo>
                  <a:pt x="106" y="324"/>
                </a:lnTo>
                <a:moveTo>
                  <a:pt x="109" y="332"/>
                </a:moveTo>
                <a:lnTo>
                  <a:pt x="110" y="336"/>
                </a:lnTo>
                <a:moveTo>
                  <a:pt x="113" y="345"/>
                </a:moveTo>
                <a:lnTo>
                  <a:pt x="114" y="349"/>
                </a:lnTo>
                <a:moveTo>
                  <a:pt x="117" y="358"/>
                </a:moveTo>
                <a:lnTo>
                  <a:pt x="118" y="362"/>
                </a:lnTo>
                <a:moveTo>
                  <a:pt x="121" y="370"/>
                </a:moveTo>
                <a:lnTo>
                  <a:pt x="123" y="375"/>
                </a:lnTo>
                <a:moveTo>
                  <a:pt x="125" y="383"/>
                </a:moveTo>
                <a:lnTo>
                  <a:pt x="127" y="387"/>
                </a:lnTo>
                <a:moveTo>
                  <a:pt x="130" y="396"/>
                </a:moveTo>
                <a:lnTo>
                  <a:pt x="131" y="400"/>
                </a:lnTo>
                <a:moveTo>
                  <a:pt x="134" y="409"/>
                </a:moveTo>
                <a:lnTo>
                  <a:pt x="135" y="413"/>
                </a:lnTo>
                <a:moveTo>
                  <a:pt x="138" y="422"/>
                </a:moveTo>
                <a:lnTo>
                  <a:pt x="139" y="426"/>
                </a:lnTo>
                <a:moveTo>
                  <a:pt x="142" y="434"/>
                </a:moveTo>
                <a:lnTo>
                  <a:pt x="143" y="439"/>
                </a:lnTo>
                <a:moveTo>
                  <a:pt x="146" y="447"/>
                </a:moveTo>
                <a:lnTo>
                  <a:pt x="148" y="451"/>
                </a:lnTo>
                <a:moveTo>
                  <a:pt x="150" y="460"/>
                </a:moveTo>
                <a:lnTo>
                  <a:pt x="152" y="464"/>
                </a:lnTo>
                <a:moveTo>
                  <a:pt x="155" y="473"/>
                </a:moveTo>
                <a:lnTo>
                  <a:pt x="156" y="477"/>
                </a:lnTo>
                <a:moveTo>
                  <a:pt x="159" y="485"/>
                </a:moveTo>
                <a:lnTo>
                  <a:pt x="160" y="490"/>
                </a:lnTo>
                <a:moveTo>
                  <a:pt x="163" y="498"/>
                </a:moveTo>
                <a:lnTo>
                  <a:pt x="164" y="502"/>
                </a:lnTo>
                <a:moveTo>
                  <a:pt x="167" y="511"/>
                </a:moveTo>
                <a:lnTo>
                  <a:pt x="169" y="515"/>
                </a:lnTo>
                <a:moveTo>
                  <a:pt x="171" y="524"/>
                </a:moveTo>
                <a:lnTo>
                  <a:pt x="173" y="528"/>
                </a:lnTo>
                <a:moveTo>
                  <a:pt x="176" y="536"/>
                </a:moveTo>
                <a:lnTo>
                  <a:pt x="177" y="541"/>
                </a:lnTo>
                <a:moveTo>
                  <a:pt x="180" y="549"/>
                </a:moveTo>
                <a:lnTo>
                  <a:pt x="181" y="553"/>
                </a:lnTo>
                <a:moveTo>
                  <a:pt x="184" y="562"/>
                </a:moveTo>
                <a:lnTo>
                  <a:pt x="185" y="566"/>
                </a:lnTo>
                <a:moveTo>
                  <a:pt x="188" y="575"/>
                </a:moveTo>
                <a:lnTo>
                  <a:pt x="190" y="579"/>
                </a:lnTo>
                <a:moveTo>
                  <a:pt x="192" y="588"/>
                </a:moveTo>
                <a:lnTo>
                  <a:pt x="194" y="592"/>
                </a:lnTo>
                <a:moveTo>
                  <a:pt x="197" y="600"/>
                </a:moveTo>
                <a:lnTo>
                  <a:pt x="198" y="605"/>
                </a:lnTo>
                <a:moveTo>
                  <a:pt x="201" y="613"/>
                </a:moveTo>
                <a:lnTo>
                  <a:pt x="202" y="617"/>
                </a:lnTo>
                <a:moveTo>
                  <a:pt x="205" y="626"/>
                </a:moveTo>
                <a:lnTo>
                  <a:pt x="206" y="630"/>
                </a:lnTo>
                <a:moveTo>
                  <a:pt x="209" y="639"/>
                </a:moveTo>
                <a:lnTo>
                  <a:pt x="211" y="643"/>
                </a:lnTo>
                <a:moveTo>
                  <a:pt x="213" y="651"/>
                </a:moveTo>
                <a:lnTo>
                  <a:pt x="215" y="656"/>
                </a:lnTo>
                <a:moveTo>
                  <a:pt x="218" y="664"/>
                </a:moveTo>
                <a:lnTo>
                  <a:pt x="219" y="668"/>
                </a:lnTo>
                <a:moveTo>
                  <a:pt x="222" y="677"/>
                </a:moveTo>
                <a:lnTo>
                  <a:pt x="223" y="681"/>
                </a:lnTo>
                <a:moveTo>
                  <a:pt x="226" y="690"/>
                </a:moveTo>
                <a:lnTo>
                  <a:pt x="227" y="694"/>
                </a:lnTo>
                <a:moveTo>
                  <a:pt x="230" y="702"/>
                </a:moveTo>
                <a:lnTo>
                  <a:pt x="231" y="707"/>
                </a:lnTo>
                <a:moveTo>
                  <a:pt x="234" y="715"/>
                </a:moveTo>
                <a:lnTo>
                  <a:pt x="236" y="719"/>
                </a:lnTo>
                <a:moveTo>
                  <a:pt x="238" y="728"/>
                </a:moveTo>
                <a:lnTo>
                  <a:pt x="240" y="732"/>
                </a:lnTo>
                <a:moveTo>
                  <a:pt x="243" y="741"/>
                </a:moveTo>
                <a:lnTo>
                  <a:pt x="244" y="745"/>
                </a:lnTo>
                <a:moveTo>
                  <a:pt x="247" y="754"/>
                </a:moveTo>
                <a:lnTo>
                  <a:pt x="248" y="758"/>
                </a:lnTo>
                <a:moveTo>
                  <a:pt x="251" y="766"/>
                </a:moveTo>
                <a:lnTo>
                  <a:pt x="252" y="771"/>
                </a:lnTo>
                <a:moveTo>
                  <a:pt x="255" y="779"/>
                </a:moveTo>
                <a:lnTo>
                  <a:pt x="257" y="783"/>
                </a:lnTo>
                <a:moveTo>
                  <a:pt x="259" y="792"/>
                </a:moveTo>
                <a:lnTo>
                  <a:pt x="261" y="796"/>
                </a:lnTo>
                <a:moveTo>
                  <a:pt x="264" y="805"/>
                </a:moveTo>
                <a:lnTo>
                  <a:pt x="265" y="809"/>
                </a:lnTo>
                <a:moveTo>
                  <a:pt x="268" y="817"/>
                </a:moveTo>
                <a:lnTo>
                  <a:pt x="269" y="822"/>
                </a:lnTo>
                <a:moveTo>
                  <a:pt x="272" y="830"/>
                </a:moveTo>
                <a:lnTo>
                  <a:pt x="273" y="834"/>
                </a:lnTo>
                <a:moveTo>
                  <a:pt x="276" y="843"/>
                </a:moveTo>
                <a:lnTo>
                  <a:pt x="278" y="847"/>
                </a:lnTo>
                <a:moveTo>
                  <a:pt x="280" y="856"/>
                </a:moveTo>
                <a:lnTo>
                  <a:pt x="282" y="860"/>
                </a:lnTo>
                <a:moveTo>
                  <a:pt x="285" y="868"/>
                </a:moveTo>
                <a:lnTo>
                  <a:pt x="286" y="873"/>
                </a:lnTo>
                <a:moveTo>
                  <a:pt x="289" y="881"/>
                </a:moveTo>
                <a:lnTo>
                  <a:pt x="290" y="885"/>
                </a:lnTo>
                <a:moveTo>
                  <a:pt x="293" y="894"/>
                </a:moveTo>
                <a:lnTo>
                  <a:pt x="294" y="898"/>
                </a:lnTo>
                <a:moveTo>
                  <a:pt x="297" y="907"/>
                </a:moveTo>
                <a:lnTo>
                  <a:pt x="299" y="911"/>
                </a:lnTo>
                <a:moveTo>
                  <a:pt x="301" y="920"/>
                </a:moveTo>
                <a:lnTo>
                  <a:pt x="303" y="924"/>
                </a:lnTo>
                <a:moveTo>
                  <a:pt x="306" y="932"/>
                </a:moveTo>
                <a:lnTo>
                  <a:pt x="307" y="937"/>
                </a:lnTo>
                <a:moveTo>
                  <a:pt x="310" y="945"/>
                </a:moveTo>
                <a:lnTo>
                  <a:pt x="311" y="949"/>
                </a:lnTo>
                <a:moveTo>
                  <a:pt x="314" y="958"/>
                </a:moveTo>
                <a:lnTo>
                  <a:pt x="315" y="962"/>
                </a:lnTo>
                <a:moveTo>
                  <a:pt x="318" y="971"/>
                </a:moveTo>
                <a:lnTo>
                  <a:pt x="319" y="975"/>
                </a:lnTo>
                <a:moveTo>
                  <a:pt x="322" y="983"/>
                </a:moveTo>
                <a:lnTo>
                  <a:pt x="324" y="988"/>
                </a:lnTo>
                <a:moveTo>
                  <a:pt x="326" y="996"/>
                </a:moveTo>
                <a:lnTo>
                  <a:pt x="328" y="1000"/>
                </a:lnTo>
                <a:moveTo>
                  <a:pt x="331" y="1009"/>
                </a:moveTo>
                <a:lnTo>
                  <a:pt x="332" y="1013"/>
                </a:lnTo>
                <a:moveTo>
                  <a:pt x="335" y="1022"/>
                </a:moveTo>
                <a:lnTo>
                  <a:pt x="336" y="1026"/>
                </a:lnTo>
                <a:moveTo>
                  <a:pt x="339" y="1034"/>
                </a:moveTo>
                <a:lnTo>
                  <a:pt x="340" y="1039"/>
                </a:lnTo>
                <a:moveTo>
                  <a:pt x="343" y="1047"/>
                </a:moveTo>
                <a:lnTo>
                  <a:pt x="345" y="1052"/>
                </a:lnTo>
                <a:moveTo>
                  <a:pt x="347" y="1060"/>
                </a:moveTo>
                <a:lnTo>
                  <a:pt x="349" y="1064"/>
                </a:lnTo>
                <a:moveTo>
                  <a:pt x="352" y="1073"/>
                </a:moveTo>
                <a:lnTo>
                  <a:pt x="353" y="1077"/>
                </a:lnTo>
                <a:moveTo>
                  <a:pt x="356" y="1086"/>
                </a:moveTo>
                <a:lnTo>
                  <a:pt x="357" y="1090"/>
                </a:lnTo>
                <a:moveTo>
                  <a:pt x="360" y="1098"/>
                </a:moveTo>
                <a:lnTo>
                  <a:pt x="361" y="1103"/>
                </a:lnTo>
                <a:moveTo>
                  <a:pt x="364" y="1111"/>
                </a:moveTo>
                <a:lnTo>
                  <a:pt x="366" y="1115"/>
                </a:lnTo>
                <a:moveTo>
                  <a:pt x="368" y="1124"/>
                </a:moveTo>
                <a:lnTo>
                  <a:pt x="370" y="1128"/>
                </a:lnTo>
                <a:moveTo>
                  <a:pt x="373" y="1137"/>
                </a:moveTo>
                <a:lnTo>
                  <a:pt x="374" y="1141"/>
                </a:lnTo>
                <a:moveTo>
                  <a:pt x="377" y="1149"/>
                </a:moveTo>
                <a:lnTo>
                  <a:pt x="378" y="1154"/>
                </a:lnTo>
                <a:moveTo>
                  <a:pt x="381" y="1162"/>
                </a:moveTo>
                <a:lnTo>
                  <a:pt x="382" y="1166"/>
                </a:lnTo>
                <a:moveTo>
                  <a:pt x="385" y="1175"/>
                </a:moveTo>
                <a:lnTo>
                  <a:pt x="387" y="1179"/>
                </a:lnTo>
                <a:moveTo>
                  <a:pt x="389" y="1188"/>
                </a:moveTo>
                <a:lnTo>
                  <a:pt x="391" y="1192"/>
                </a:lnTo>
                <a:moveTo>
                  <a:pt x="394" y="1200"/>
                </a:moveTo>
                <a:lnTo>
                  <a:pt x="395" y="1205"/>
                </a:lnTo>
                <a:moveTo>
                  <a:pt x="398" y="1213"/>
                </a:moveTo>
                <a:lnTo>
                  <a:pt x="399" y="1218"/>
                </a:lnTo>
                <a:moveTo>
                  <a:pt x="402" y="1226"/>
                </a:moveTo>
                <a:lnTo>
                  <a:pt x="403" y="1230"/>
                </a:lnTo>
                <a:moveTo>
                  <a:pt x="406" y="1239"/>
                </a:moveTo>
                <a:lnTo>
                  <a:pt x="407" y="1243"/>
                </a:lnTo>
                <a:moveTo>
                  <a:pt x="410" y="1252"/>
                </a:moveTo>
                <a:lnTo>
                  <a:pt x="412" y="1256"/>
                </a:lnTo>
                <a:moveTo>
                  <a:pt x="414" y="1264"/>
                </a:moveTo>
                <a:lnTo>
                  <a:pt x="416" y="1269"/>
                </a:lnTo>
                <a:moveTo>
                  <a:pt x="419" y="1277"/>
                </a:moveTo>
                <a:lnTo>
                  <a:pt x="420" y="1281"/>
                </a:lnTo>
                <a:moveTo>
                  <a:pt x="423" y="1290"/>
                </a:moveTo>
                <a:lnTo>
                  <a:pt x="424" y="1294"/>
                </a:lnTo>
                <a:moveTo>
                  <a:pt x="427" y="1303"/>
                </a:moveTo>
                <a:lnTo>
                  <a:pt x="428" y="1307"/>
                </a:lnTo>
                <a:moveTo>
                  <a:pt x="431" y="1315"/>
                </a:moveTo>
                <a:lnTo>
                  <a:pt x="433" y="1320"/>
                </a:lnTo>
                <a:moveTo>
                  <a:pt x="435" y="1328"/>
                </a:moveTo>
                <a:lnTo>
                  <a:pt x="437" y="1332"/>
                </a:lnTo>
                <a:moveTo>
                  <a:pt x="440" y="1341"/>
                </a:moveTo>
                <a:lnTo>
                  <a:pt x="441" y="1345"/>
                </a:lnTo>
                <a:moveTo>
                  <a:pt x="444" y="1354"/>
                </a:moveTo>
                <a:lnTo>
                  <a:pt x="445" y="1358"/>
                </a:lnTo>
                <a:moveTo>
                  <a:pt x="448" y="1367"/>
                </a:moveTo>
                <a:lnTo>
                  <a:pt x="449" y="1371"/>
                </a:lnTo>
                <a:moveTo>
                  <a:pt x="452" y="1379"/>
                </a:moveTo>
                <a:lnTo>
                  <a:pt x="454" y="1384"/>
                </a:lnTo>
                <a:moveTo>
                  <a:pt x="456" y="1392"/>
                </a:moveTo>
                <a:lnTo>
                  <a:pt x="458" y="1396"/>
                </a:lnTo>
                <a:moveTo>
                  <a:pt x="461" y="1405"/>
                </a:moveTo>
                <a:lnTo>
                  <a:pt x="462" y="1409"/>
                </a:lnTo>
                <a:moveTo>
                  <a:pt x="465" y="1418"/>
                </a:moveTo>
                <a:lnTo>
                  <a:pt x="466" y="1422"/>
                </a:lnTo>
                <a:moveTo>
                  <a:pt x="469" y="1430"/>
                </a:moveTo>
                <a:lnTo>
                  <a:pt x="470" y="1435"/>
                </a:lnTo>
                <a:moveTo>
                  <a:pt x="473" y="1443"/>
                </a:moveTo>
                <a:lnTo>
                  <a:pt x="475" y="1447"/>
                </a:lnTo>
                <a:moveTo>
                  <a:pt x="477" y="1456"/>
                </a:moveTo>
                <a:lnTo>
                  <a:pt x="479" y="1460"/>
                </a:lnTo>
                <a:moveTo>
                  <a:pt x="482" y="1469"/>
                </a:moveTo>
                <a:lnTo>
                  <a:pt x="483" y="1473"/>
                </a:lnTo>
                <a:moveTo>
                  <a:pt x="486" y="1481"/>
                </a:moveTo>
                <a:lnTo>
                  <a:pt x="487" y="1486"/>
                </a:lnTo>
                <a:moveTo>
                  <a:pt x="490" y="1494"/>
                </a:moveTo>
                <a:lnTo>
                  <a:pt x="491" y="1498"/>
                </a:lnTo>
                <a:moveTo>
                  <a:pt x="494" y="1507"/>
                </a:moveTo>
                <a:lnTo>
                  <a:pt x="495" y="1509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8" name="Freeform 199">
            <a:extLst>
              <a:ext uri="{FF2B5EF4-FFF2-40B4-BE49-F238E27FC236}">
                <a16:creationId xmlns:a16="http://schemas.microsoft.com/office/drawing/2014/main" id="{97D2C619-C552-572B-7518-8C6B43B19979}"/>
              </a:ext>
            </a:extLst>
          </p:cNvPr>
          <p:cNvSpPr>
            <a:spLocks noEditPoints="1"/>
          </p:cNvSpPr>
          <p:nvPr/>
        </p:nvSpPr>
        <p:spPr bwMode="auto">
          <a:xfrm>
            <a:off x="3343276" y="3148013"/>
            <a:ext cx="61913" cy="46038"/>
          </a:xfrm>
          <a:custGeom>
            <a:avLst/>
            <a:gdLst>
              <a:gd name="T0" fmla="*/ 0 w 79"/>
              <a:gd name="T1" fmla="*/ 0 h 57"/>
              <a:gd name="T2" fmla="*/ 3 w 79"/>
              <a:gd name="T3" fmla="*/ 2 h 57"/>
              <a:gd name="T4" fmla="*/ 10 w 79"/>
              <a:gd name="T5" fmla="*/ 8 h 57"/>
              <a:gd name="T6" fmla="*/ 14 w 79"/>
              <a:gd name="T7" fmla="*/ 10 h 57"/>
              <a:gd name="T8" fmla="*/ 21 w 79"/>
              <a:gd name="T9" fmla="*/ 15 h 57"/>
              <a:gd name="T10" fmla="*/ 25 w 79"/>
              <a:gd name="T11" fmla="*/ 18 h 57"/>
              <a:gd name="T12" fmla="*/ 32 w 79"/>
              <a:gd name="T13" fmla="*/ 23 h 57"/>
              <a:gd name="T14" fmla="*/ 36 w 79"/>
              <a:gd name="T15" fmla="*/ 26 h 57"/>
              <a:gd name="T16" fmla="*/ 43 w 79"/>
              <a:gd name="T17" fmla="*/ 31 h 57"/>
              <a:gd name="T18" fmla="*/ 47 w 79"/>
              <a:gd name="T19" fmla="*/ 34 h 57"/>
              <a:gd name="T20" fmla="*/ 54 w 79"/>
              <a:gd name="T21" fmla="*/ 39 h 57"/>
              <a:gd name="T22" fmla="*/ 58 w 79"/>
              <a:gd name="T23" fmla="*/ 42 h 57"/>
              <a:gd name="T24" fmla="*/ 65 w 79"/>
              <a:gd name="T25" fmla="*/ 47 h 57"/>
              <a:gd name="T26" fmla="*/ 69 w 79"/>
              <a:gd name="T27" fmla="*/ 50 h 57"/>
              <a:gd name="T28" fmla="*/ 76 w 79"/>
              <a:gd name="T29" fmla="*/ 55 h 57"/>
              <a:gd name="T30" fmla="*/ 79 w 79"/>
              <a:gd name="T31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9" h="57">
                <a:moveTo>
                  <a:pt x="0" y="0"/>
                </a:moveTo>
                <a:lnTo>
                  <a:pt x="3" y="2"/>
                </a:lnTo>
                <a:moveTo>
                  <a:pt x="10" y="8"/>
                </a:moveTo>
                <a:lnTo>
                  <a:pt x="14" y="10"/>
                </a:lnTo>
                <a:moveTo>
                  <a:pt x="21" y="15"/>
                </a:moveTo>
                <a:lnTo>
                  <a:pt x="25" y="18"/>
                </a:lnTo>
                <a:moveTo>
                  <a:pt x="32" y="23"/>
                </a:moveTo>
                <a:lnTo>
                  <a:pt x="36" y="26"/>
                </a:lnTo>
                <a:moveTo>
                  <a:pt x="43" y="31"/>
                </a:moveTo>
                <a:lnTo>
                  <a:pt x="47" y="34"/>
                </a:lnTo>
                <a:moveTo>
                  <a:pt x="54" y="39"/>
                </a:moveTo>
                <a:lnTo>
                  <a:pt x="58" y="42"/>
                </a:lnTo>
                <a:moveTo>
                  <a:pt x="65" y="47"/>
                </a:moveTo>
                <a:lnTo>
                  <a:pt x="69" y="50"/>
                </a:lnTo>
                <a:moveTo>
                  <a:pt x="76" y="55"/>
                </a:moveTo>
                <a:lnTo>
                  <a:pt x="79" y="57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9" name="Freeform 200">
            <a:extLst>
              <a:ext uri="{FF2B5EF4-FFF2-40B4-BE49-F238E27FC236}">
                <a16:creationId xmlns:a16="http://schemas.microsoft.com/office/drawing/2014/main" id="{C7720E1E-E4FA-581C-E227-795927C50104}"/>
              </a:ext>
            </a:extLst>
          </p:cNvPr>
          <p:cNvSpPr>
            <a:spLocks noEditPoints="1"/>
          </p:cNvSpPr>
          <p:nvPr/>
        </p:nvSpPr>
        <p:spPr bwMode="auto">
          <a:xfrm>
            <a:off x="4157663" y="3978275"/>
            <a:ext cx="561975" cy="139700"/>
          </a:xfrm>
          <a:custGeom>
            <a:avLst/>
            <a:gdLst>
              <a:gd name="T0" fmla="*/ 703 w 708"/>
              <a:gd name="T1" fmla="*/ 1 h 176"/>
              <a:gd name="T2" fmla="*/ 690 w 708"/>
              <a:gd name="T3" fmla="*/ 4 h 176"/>
              <a:gd name="T4" fmla="*/ 677 w 708"/>
              <a:gd name="T5" fmla="*/ 8 h 176"/>
              <a:gd name="T6" fmla="*/ 664 w 708"/>
              <a:gd name="T7" fmla="*/ 11 h 176"/>
              <a:gd name="T8" fmla="*/ 651 w 708"/>
              <a:gd name="T9" fmla="*/ 14 h 176"/>
              <a:gd name="T10" fmla="*/ 638 w 708"/>
              <a:gd name="T11" fmla="*/ 17 h 176"/>
              <a:gd name="T12" fmla="*/ 625 w 708"/>
              <a:gd name="T13" fmla="*/ 21 h 176"/>
              <a:gd name="T14" fmla="*/ 612 w 708"/>
              <a:gd name="T15" fmla="*/ 24 h 176"/>
              <a:gd name="T16" fmla="*/ 599 w 708"/>
              <a:gd name="T17" fmla="*/ 27 h 176"/>
              <a:gd name="T18" fmla="*/ 586 w 708"/>
              <a:gd name="T19" fmla="*/ 30 h 176"/>
              <a:gd name="T20" fmla="*/ 573 w 708"/>
              <a:gd name="T21" fmla="*/ 34 h 176"/>
              <a:gd name="T22" fmla="*/ 560 w 708"/>
              <a:gd name="T23" fmla="*/ 37 h 176"/>
              <a:gd name="T24" fmla="*/ 547 w 708"/>
              <a:gd name="T25" fmla="*/ 40 h 176"/>
              <a:gd name="T26" fmla="*/ 534 w 708"/>
              <a:gd name="T27" fmla="*/ 43 h 176"/>
              <a:gd name="T28" fmla="*/ 521 w 708"/>
              <a:gd name="T29" fmla="*/ 46 h 176"/>
              <a:gd name="T30" fmla="*/ 508 w 708"/>
              <a:gd name="T31" fmla="*/ 50 h 176"/>
              <a:gd name="T32" fmla="*/ 495 w 708"/>
              <a:gd name="T33" fmla="*/ 53 h 176"/>
              <a:gd name="T34" fmla="*/ 482 w 708"/>
              <a:gd name="T35" fmla="*/ 56 h 176"/>
              <a:gd name="T36" fmla="*/ 469 w 708"/>
              <a:gd name="T37" fmla="*/ 59 h 176"/>
              <a:gd name="T38" fmla="*/ 456 w 708"/>
              <a:gd name="T39" fmla="*/ 63 h 176"/>
              <a:gd name="T40" fmla="*/ 443 w 708"/>
              <a:gd name="T41" fmla="*/ 66 h 176"/>
              <a:gd name="T42" fmla="*/ 430 w 708"/>
              <a:gd name="T43" fmla="*/ 69 h 176"/>
              <a:gd name="T44" fmla="*/ 417 w 708"/>
              <a:gd name="T45" fmla="*/ 72 h 176"/>
              <a:gd name="T46" fmla="*/ 403 w 708"/>
              <a:gd name="T47" fmla="*/ 76 h 176"/>
              <a:gd name="T48" fmla="*/ 390 w 708"/>
              <a:gd name="T49" fmla="*/ 79 h 176"/>
              <a:gd name="T50" fmla="*/ 377 w 708"/>
              <a:gd name="T51" fmla="*/ 82 h 176"/>
              <a:gd name="T52" fmla="*/ 364 w 708"/>
              <a:gd name="T53" fmla="*/ 85 h 176"/>
              <a:gd name="T54" fmla="*/ 351 w 708"/>
              <a:gd name="T55" fmla="*/ 89 h 176"/>
              <a:gd name="T56" fmla="*/ 338 w 708"/>
              <a:gd name="T57" fmla="*/ 92 h 176"/>
              <a:gd name="T58" fmla="*/ 325 w 708"/>
              <a:gd name="T59" fmla="*/ 95 h 176"/>
              <a:gd name="T60" fmla="*/ 312 w 708"/>
              <a:gd name="T61" fmla="*/ 98 h 176"/>
              <a:gd name="T62" fmla="*/ 299 w 708"/>
              <a:gd name="T63" fmla="*/ 101 h 176"/>
              <a:gd name="T64" fmla="*/ 286 w 708"/>
              <a:gd name="T65" fmla="*/ 105 h 176"/>
              <a:gd name="T66" fmla="*/ 273 w 708"/>
              <a:gd name="T67" fmla="*/ 108 h 176"/>
              <a:gd name="T68" fmla="*/ 260 w 708"/>
              <a:gd name="T69" fmla="*/ 111 h 176"/>
              <a:gd name="T70" fmla="*/ 247 w 708"/>
              <a:gd name="T71" fmla="*/ 114 h 176"/>
              <a:gd name="T72" fmla="*/ 234 w 708"/>
              <a:gd name="T73" fmla="*/ 118 h 176"/>
              <a:gd name="T74" fmla="*/ 221 w 708"/>
              <a:gd name="T75" fmla="*/ 121 h 176"/>
              <a:gd name="T76" fmla="*/ 208 w 708"/>
              <a:gd name="T77" fmla="*/ 124 h 176"/>
              <a:gd name="T78" fmla="*/ 195 w 708"/>
              <a:gd name="T79" fmla="*/ 127 h 176"/>
              <a:gd name="T80" fmla="*/ 182 w 708"/>
              <a:gd name="T81" fmla="*/ 131 h 176"/>
              <a:gd name="T82" fmla="*/ 169 w 708"/>
              <a:gd name="T83" fmla="*/ 134 h 176"/>
              <a:gd name="T84" fmla="*/ 156 w 708"/>
              <a:gd name="T85" fmla="*/ 137 h 176"/>
              <a:gd name="T86" fmla="*/ 143 w 708"/>
              <a:gd name="T87" fmla="*/ 140 h 176"/>
              <a:gd name="T88" fmla="*/ 130 w 708"/>
              <a:gd name="T89" fmla="*/ 144 h 176"/>
              <a:gd name="T90" fmla="*/ 116 w 708"/>
              <a:gd name="T91" fmla="*/ 147 h 176"/>
              <a:gd name="T92" fmla="*/ 103 w 708"/>
              <a:gd name="T93" fmla="*/ 150 h 176"/>
              <a:gd name="T94" fmla="*/ 90 w 708"/>
              <a:gd name="T95" fmla="*/ 153 h 176"/>
              <a:gd name="T96" fmla="*/ 77 w 708"/>
              <a:gd name="T97" fmla="*/ 156 h 176"/>
              <a:gd name="T98" fmla="*/ 64 w 708"/>
              <a:gd name="T99" fmla="*/ 160 h 176"/>
              <a:gd name="T100" fmla="*/ 51 w 708"/>
              <a:gd name="T101" fmla="*/ 163 h 176"/>
              <a:gd name="T102" fmla="*/ 38 w 708"/>
              <a:gd name="T103" fmla="*/ 166 h 176"/>
              <a:gd name="T104" fmla="*/ 25 w 708"/>
              <a:gd name="T105" fmla="*/ 169 h 176"/>
              <a:gd name="T106" fmla="*/ 12 w 708"/>
              <a:gd name="T107" fmla="*/ 173 h 176"/>
              <a:gd name="T108" fmla="*/ 0 w 708"/>
              <a:gd name="T10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08" h="176">
                <a:moveTo>
                  <a:pt x="708" y="0"/>
                </a:moveTo>
                <a:lnTo>
                  <a:pt x="703" y="1"/>
                </a:lnTo>
                <a:moveTo>
                  <a:pt x="695" y="3"/>
                </a:moveTo>
                <a:lnTo>
                  <a:pt x="690" y="4"/>
                </a:lnTo>
                <a:moveTo>
                  <a:pt x="682" y="7"/>
                </a:moveTo>
                <a:lnTo>
                  <a:pt x="677" y="8"/>
                </a:lnTo>
                <a:moveTo>
                  <a:pt x="669" y="10"/>
                </a:moveTo>
                <a:lnTo>
                  <a:pt x="664" y="11"/>
                </a:lnTo>
                <a:moveTo>
                  <a:pt x="656" y="13"/>
                </a:moveTo>
                <a:lnTo>
                  <a:pt x="651" y="14"/>
                </a:lnTo>
                <a:moveTo>
                  <a:pt x="643" y="16"/>
                </a:moveTo>
                <a:lnTo>
                  <a:pt x="638" y="17"/>
                </a:lnTo>
                <a:moveTo>
                  <a:pt x="630" y="19"/>
                </a:moveTo>
                <a:lnTo>
                  <a:pt x="625" y="21"/>
                </a:lnTo>
                <a:moveTo>
                  <a:pt x="617" y="23"/>
                </a:moveTo>
                <a:lnTo>
                  <a:pt x="612" y="24"/>
                </a:lnTo>
                <a:moveTo>
                  <a:pt x="603" y="26"/>
                </a:moveTo>
                <a:lnTo>
                  <a:pt x="599" y="27"/>
                </a:lnTo>
                <a:moveTo>
                  <a:pt x="590" y="29"/>
                </a:moveTo>
                <a:lnTo>
                  <a:pt x="586" y="30"/>
                </a:lnTo>
                <a:moveTo>
                  <a:pt x="577" y="32"/>
                </a:moveTo>
                <a:lnTo>
                  <a:pt x="573" y="34"/>
                </a:lnTo>
                <a:moveTo>
                  <a:pt x="564" y="36"/>
                </a:moveTo>
                <a:lnTo>
                  <a:pt x="560" y="37"/>
                </a:lnTo>
                <a:moveTo>
                  <a:pt x="551" y="39"/>
                </a:moveTo>
                <a:lnTo>
                  <a:pt x="547" y="40"/>
                </a:lnTo>
                <a:moveTo>
                  <a:pt x="538" y="42"/>
                </a:moveTo>
                <a:lnTo>
                  <a:pt x="534" y="43"/>
                </a:lnTo>
                <a:moveTo>
                  <a:pt x="525" y="45"/>
                </a:moveTo>
                <a:lnTo>
                  <a:pt x="521" y="46"/>
                </a:lnTo>
                <a:moveTo>
                  <a:pt x="512" y="49"/>
                </a:moveTo>
                <a:lnTo>
                  <a:pt x="508" y="50"/>
                </a:lnTo>
                <a:moveTo>
                  <a:pt x="499" y="52"/>
                </a:moveTo>
                <a:lnTo>
                  <a:pt x="495" y="53"/>
                </a:lnTo>
                <a:moveTo>
                  <a:pt x="486" y="55"/>
                </a:moveTo>
                <a:lnTo>
                  <a:pt x="482" y="56"/>
                </a:lnTo>
                <a:moveTo>
                  <a:pt x="473" y="58"/>
                </a:moveTo>
                <a:lnTo>
                  <a:pt x="469" y="59"/>
                </a:lnTo>
                <a:moveTo>
                  <a:pt x="460" y="62"/>
                </a:moveTo>
                <a:lnTo>
                  <a:pt x="456" y="63"/>
                </a:lnTo>
                <a:moveTo>
                  <a:pt x="447" y="65"/>
                </a:moveTo>
                <a:lnTo>
                  <a:pt x="443" y="66"/>
                </a:lnTo>
                <a:moveTo>
                  <a:pt x="434" y="68"/>
                </a:moveTo>
                <a:lnTo>
                  <a:pt x="430" y="69"/>
                </a:lnTo>
                <a:moveTo>
                  <a:pt x="421" y="71"/>
                </a:moveTo>
                <a:lnTo>
                  <a:pt x="417" y="72"/>
                </a:lnTo>
                <a:moveTo>
                  <a:pt x="408" y="75"/>
                </a:moveTo>
                <a:lnTo>
                  <a:pt x="403" y="76"/>
                </a:lnTo>
                <a:moveTo>
                  <a:pt x="395" y="78"/>
                </a:moveTo>
                <a:lnTo>
                  <a:pt x="390" y="79"/>
                </a:lnTo>
                <a:moveTo>
                  <a:pt x="382" y="81"/>
                </a:moveTo>
                <a:lnTo>
                  <a:pt x="377" y="82"/>
                </a:lnTo>
                <a:moveTo>
                  <a:pt x="369" y="84"/>
                </a:moveTo>
                <a:lnTo>
                  <a:pt x="364" y="85"/>
                </a:lnTo>
                <a:moveTo>
                  <a:pt x="356" y="87"/>
                </a:moveTo>
                <a:lnTo>
                  <a:pt x="351" y="89"/>
                </a:lnTo>
                <a:moveTo>
                  <a:pt x="343" y="91"/>
                </a:moveTo>
                <a:lnTo>
                  <a:pt x="338" y="92"/>
                </a:lnTo>
                <a:moveTo>
                  <a:pt x="330" y="94"/>
                </a:moveTo>
                <a:lnTo>
                  <a:pt x="325" y="95"/>
                </a:lnTo>
                <a:moveTo>
                  <a:pt x="317" y="97"/>
                </a:moveTo>
                <a:lnTo>
                  <a:pt x="312" y="98"/>
                </a:lnTo>
                <a:moveTo>
                  <a:pt x="303" y="100"/>
                </a:moveTo>
                <a:lnTo>
                  <a:pt x="299" y="101"/>
                </a:lnTo>
                <a:moveTo>
                  <a:pt x="290" y="104"/>
                </a:moveTo>
                <a:lnTo>
                  <a:pt x="286" y="105"/>
                </a:lnTo>
                <a:moveTo>
                  <a:pt x="277" y="107"/>
                </a:moveTo>
                <a:lnTo>
                  <a:pt x="273" y="108"/>
                </a:lnTo>
                <a:moveTo>
                  <a:pt x="264" y="110"/>
                </a:moveTo>
                <a:lnTo>
                  <a:pt x="260" y="111"/>
                </a:lnTo>
                <a:moveTo>
                  <a:pt x="251" y="113"/>
                </a:moveTo>
                <a:lnTo>
                  <a:pt x="247" y="114"/>
                </a:lnTo>
                <a:moveTo>
                  <a:pt x="238" y="117"/>
                </a:moveTo>
                <a:lnTo>
                  <a:pt x="234" y="118"/>
                </a:lnTo>
                <a:moveTo>
                  <a:pt x="225" y="120"/>
                </a:moveTo>
                <a:lnTo>
                  <a:pt x="221" y="121"/>
                </a:lnTo>
                <a:moveTo>
                  <a:pt x="212" y="123"/>
                </a:moveTo>
                <a:lnTo>
                  <a:pt x="208" y="124"/>
                </a:lnTo>
                <a:moveTo>
                  <a:pt x="199" y="126"/>
                </a:moveTo>
                <a:lnTo>
                  <a:pt x="195" y="127"/>
                </a:lnTo>
                <a:moveTo>
                  <a:pt x="186" y="130"/>
                </a:moveTo>
                <a:lnTo>
                  <a:pt x="182" y="131"/>
                </a:lnTo>
                <a:moveTo>
                  <a:pt x="173" y="133"/>
                </a:moveTo>
                <a:lnTo>
                  <a:pt x="169" y="134"/>
                </a:lnTo>
                <a:moveTo>
                  <a:pt x="160" y="136"/>
                </a:moveTo>
                <a:lnTo>
                  <a:pt x="156" y="137"/>
                </a:lnTo>
                <a:moveTo>
                  <a:pt x="147" y="139"/>
                </a:moveTo>
                <a:lnTo>
                  <a:pt x="143" y="140"/>
                </a:lnTo>
                <a:moveTo>
                  <a:pt x="134" y="142"/>
                </a:moveTo>
                <a:lnTo>
                  <a:pt x="130" y="144"/>
                </a:lnTo>
                <a:moveTo>
                  <a:pt x="121" y="146"/>
                </a:moveTo>
                <a:lnTo>
                  <a:pt x="116" y="147"/>
                </a:lnTo>
                <a:moveTo>
                  <a:pt x="108" y="149"/>
                </a:moveTo>
                <a:lnTo>
                  <a:pt x="103" y="150"/>
                </a:lnTo>
                <a:moveTo>
                  <a:pt x="95" y="152"/>
                </a:moveTo>
                <a:lnTo>
                  <a:pt x="90" y="153"/>
                </a:lnTo>
                <a:moveTo>
                  <a:pt x="82" y="155"/>
                </a:moveTo>
                <a:lnTo>
                  <a:pt x="77" y="156"/>
                </a:lnTo>
                <a:moveTo>
                  <a:pt x="69" y="159"/>
                </a:moveTo>
                <a:lnTo>
                  <a:pt x="64" y="160"/>
                </a:lnTo>
                <a:moveTo>
                  <a:pt x="56" y="162"/>
                </a:moveTo>
                <a:lnTo>
                  <a:pt x="51" y="163"/>
                </a:lnTo>
                <a:moveTo>
                  <a:pt x="43" y="165"/>
                </a:moveTo>
                <a:lnTo>
                  <a:pt x="38" y="166"/>
                </a:lnTo>
                <a:moveTo>
                  <a:pt x="30" y="168"/>
                </a:moveTo>
                <a:lnTo>
                  <a:pt x="25" y="169"/>
                </a:lnTo>
                <a:moveTo>
                  <a:pt x="16" y="172"/>
                </a:moveTo>
                <a:lnTo>
                  <a:pt x="12" y="173"/>
                </a:lnTo>
                <a:moveTo>
                  <a:pt x="3" y="175"/>
                </a:moveTo>
                <a:lnTo>
                  <a:pt x="0" y="176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0" name="Freeform 201">
            <a:extLst>
              <a:ext uri="{FF2B5EF4-FFF2-40B4-BE49-F238E27FC236}">
                <a16:creationId xmlns:a16="http://schemas.microsoft.com/office/drawing/2014/main" id="{D4532203-8F46-3F92-3D95-C9E3427BC908}"/>
              </a:ext>
            </a:extLst>
          </p:cNvPr>
          <p:cNvSpPr>
            <a:spLocks noEditPoints="1"/>
          </p:cNvSpPr>
          <p:nvPr/>
        </p:nvSpPr>
        <p:spPr bwMode="auto">
          <a:xfrm>
            <a:off x="3776663" y="4867275"/>
            <a:ext cx="407988" cy="195263"/>
          </a:xfrm>
          <a:custGeom>
            <a:avLst/>
            <a:gdLst>
              <a:gd name="T0" fmla="*/ 509 w 513"/>
              <a:gd name="T1" fmla="*/ 2 h 245"/>
              <a:gd name="T2" fmla="*/ 497 w 513"/>
              <a:gd name="T3" fmla="*/ 8 h 245"/>
              <a:gd name="T4" fmla="*/ 485 w 513"/>
              <a:gd name="T5" fmla="*/ 13 h 245"/>
              <a:gd name="T6" fmla="*/ 473 w 513"/>
              <a:gd name="T7" fmla="*/ 19 h 245"/>
              <a:gd name="T8" fmla="*/ 461 w 513"/>
              <a:gd name="T9" fmla="*/ 25 h 245"/>
              <a:gd name="T10" fmla="*/ 448 w 513"/>
              <a:gd name="T11" fmla="*/ 31 h 245"/>
              <a:gd name="T12" fmla="*/ 436 w 513"/>
              <a:gd name="T13" fmla="*/ 37 h 245"/>
              <a:gd name="T14" fmla="*/ 424 w 513"/>
              <a:gd name="T15" fmla="*/ 42 h 245"/>
              <a:gd name="T16" fmla="*/ 412 w 513"/>
              <a:gd name="T17" fmla="*/ 48 h 245"/>
              <a:gd name="T18" fmla="*/ 400 w 513"/>
              <a:gd name="T19" fmla="*/ 54 h 245"/>
              <a:gd name="T20" fmla="*/ 388 w 513"/>
              <a:gd name="T21" fmla="*/ 60 h 245"/>
              <a:gd name="T22" fmla="*/ 376 w 513"/>
              <a:gd name="T23" fmla="*/ 66 h 245"/>
              <a:gd name="T24" fmla="*/ 364 w 513"/>
              <a:gd name="T25" fmla="*/ 71 h 245"/>
              <a:gd name="T26" fmla="*/ 351 w 513"/>
              <a:gd name="T27" fmla="*/ 77 h 245"/>
              <a:gd name="T28" fmla="*/ 339 w 513"/>
              <a:gd name="T29" fmla="*/ 83 h 245"/>
              <a:gd name="T30" fmla="*/ 327 w 513"/>
              <a:gd name="T31" fmla="*/ 89 h 245"/>
              <a:gd name="T32" fmla="*/ 315 w 513"/>
              <a:gd name="T33" fmla="*/ 95 h 245"/>
              <a:gd name="T34" fmla="*/ 303 w 513"/>
              <a:gd name="T35" fmla="*/ 100 h 245"/>
              <a:gd name="T36" fmla="*/ 291 w 513"/>
              <a:gd name="T37" fmla="*/ 106 h 245"/>
              <a:gd name="T38" fmla="*/ 279 w 513"/>
              <a:gd name="T39" fmla="*/ 112 h 245"/>
              <a:gd name="T40" fmla="*/ 266 w 513"/>
              <a:gd name="T41" fmla="*/ 118 h 245"/>
              <a:gd name="T42" fmla="*/ 254 w 513"/>
              <a:gd name="T43" fmla="*/ 124 h 245"/>
              <a:gd name="T44" fmla="*/ 242 w 513"/>
              <a:gd name="T45" fmla="*/ 129 h 245"/>
              <a:gd name="T46" fmla="*/ 230 w 513"/>
              <a:gd name="T47" fmla="*/ 135 h 245"/>
              <a:gd name="T48" fmla="*/ 218 w 513"/>
              <a:gd name="T49" fmla="*/ 141 h 245"/>
              <a:gd name="T50" fmla="*/ 206 w 513"/>
              <a:gd name="T51" fmla="*/ 147 h 245"/>
              <a:gd name="T52" fmla="*/ 194 w 513"/>
              <a:gd name="T53" fmla="*/ 152 h 245"/>
              <a:gd name="T54" fmla="*/ 182 w 513"/>
              <a:gd name="T55" fmla="*/ 158 h 245"/>
              <a:gd name="T56" fmla="*/ 169 w 513"/>
              <a:gd name="T57" fmla="*/ 164 h 245"/>
              <a:gd name="T58" fmla="*/ 157 w 513"/>
              <a:gd name="T59" fmla="*/ 170 h 245"/>
              <a:gd name="T60" fmla="*/ 145 w 513"/>
              <a:gd name="T61" fmla="*/ 176 h 245"/>
              <a:gd name="T62" fmla="*/ 133 w 513"/>
              <a:gd name="T63" fmla="*/ 181 h 245"/>
              <a:gd name="T64" fmla="*/ 121 w 513"/>
              <a:gd name="T65" fmla="*/ 187 h 245"/>
              <a:gd name="T66" fmla="*/ 109 w 513"/>
              <a:gd name="T67" fmla="*/ 193 h 245"/>
              <a:gd name="T68" fmla="*/ 97 w 513"/>
              <a:gd name="T69" fmla="*/ 199 h 245"/>
              <a:gd name="T70" fmla="*/ 85 w 513"/>
              <a:gd name="T71" fmla="*/ 205 h 245"/>
              <a:gd name="T72" fmla="*/ 72 w 513"/>
              <a:gd name="T73" fmla="*/ 210 h 245"/>
              <a:gd name="T74" fmla="*/ 60 w 513"/>
              <a:gd name="T75" fmla="*/ 216 h 245"/>
              <a:gd name="T76" fmla="*/ 48 w 513"/>
              <a:gd name="T77" fmla="*/ 222 h 245"/>
              <a:gd name="T78" fmla="*/ 36 w 513"/>
              <a:gd name="T79" fmla="*/ 228 h 245"/>
              <a:gd name="T80" fmla="*/ 24 w 513"/>
              <a:gd name="T81" fmla="*/ 234 h 245"/>
              <a:gd name="T82" fmla="*/ 12 w 513"/>
              <a:gd name="T83" fmla="*/ 239 h 245"/>
              <a:gd name="T84" fmla="*/ 0 w 513"/>
              <a:gd name="T85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13" h="245">
                <a:moveTo>
                  <a:pt x="513" y="0"/>
                </a:moveTo>
                <a:lnTo>
                  <a:pt x="509" y="2"/>
                </a:lnTo>
                <a:moveTo>
                  <a:pt x="501" y="6"/>
                </a:moveTo>
                <a:lnTo>
                  <a:pt x="497" y="8"/>
                </a:lnTo>
                <a:moveTo>
                  <a:pt x="489" y="12"/>
                </a:moveTo>
                <a:lnTo>
                  <a:pt x="485" y="13"/>
                </a:lnTo>
                <a:moveTo>
                  <a:pt x="477" y="17"/>
                </a:moveTo>
                <a:lnTo>
                  <a:pt x="473" y="19"/>
                </a:lnTo>
                <a:moveTo>
                  <a:pt x="465" y="23"/>
                </a:moveTo>
                <a:lnTo>
                  <a:pt x="461" y="25"/>
                </a:lnTo>
                <a:moveTo>
                  <a:pt x="452" y="29"/>
                </a:moveTo>
                <a:lnTo>
                  <a:pt x="448" y="31"/>
                </a:lnTo>
                <a:moveTo>
                  <a:pt x="440" y="35"/>
                </a:moveTo>
                <a:lnTo>
                  <a:pt x="436" y="37"/>
                </a:lnTo>
                <a:moveTo>
                  <a:pt x="428" y="41"/>
                </a:moveTo>
                <a:lnTo>
                  <a:pt x="424" y="42"/>
                </a:lnTo>
                <a:moveTo>
                  <a:pt x="416" y="46"/>
                </a:moveTo>
                <a:lnTo>
                  <a:pt x="412" y="48"/>
                </a:lnTo>
                <a:moveTo>
                  <a:pt x="404" y="52"/>
                </a:moveTo>
                <a:lnTo>
                  <a:pt x="400" y="54"/>
                </a:lnTo>
                <a:moveTo>
                  <a:pt x="392" y="58"/>
                </a:moveTo>
                <a:lnTo>
                  <a:pt x="388" y="60"/>
                </a:lnTo>
                <a:moveTo>
                  <a:pt x="380" y="64"/>
                </a:moveTo>
                <a:lnTo>
                  <a:pt x="376" y="66"/>
                </a:lnTo>
                <a:moveTo>
                  <a:pt x="368" y="69"/>
                </a:moveTo>
                <a:lnTo>
                  <a:pt x="364" y="71"/>
                </a:lnTo>
                <a:moveTo>
                  <a:pt x="355" y="75"/>
                </a:moveTo>
                <a:lnTo>
                  <a:pt x="351" y="77"/>
                </a:lnTo>
                <a:moveTo>
                  <a:pt x="343" y="81"/>
                </a:moveTo>
                <a:lnTo>
                  <a:pt x="339" y="83"/>
                </a:lnTo>
                <a:moveTo>
                  <a:pt x="331" y="87"/>
                </a:moveTo>
                <a:lnTo>
                  <a:pt x="327" y="89"/>
                </a:lnTo>
                <a:moveTo>
                  <a:pt x="319" y="93"/>
                </a:moveTo>
                <a:lnTo>
                  <a:pt x="315" y="95"/>
                </a:lnTo>
                <a:moveTo>
                  <a:pt x="307" y="98"/>
                </a:moveTo>
                <a:lnTo>
                  <a:pt x="303" y="100"/>
                </a:lnTo>
                <a:moveTo>
                  <a:pt x="295" y="104"/>
                </a:moveTo>
                <a:lnTo>
                  <a:pt x="291" y="106"/>
                </a:lnTo>
                <a:moveTo>
                  <a:pt x="283" y="110"/>
                </a:moveTo>
                <a:lnTo>
                  <a:pt x="279" y="112"/>
                </a:lnTo>
                <a:moveTo>
                  <a:pt x="271" y="116"/>
                </a:moveTo>
                <a:lnTo>
                  <a:pt x="266" y="118"/>
                </a:lnTo>
                <a:moveTo>
                  <a:pt x="258" y="122"/>
                </a:moveTo>
                <a:lnTo>
                  <a:pt x="254" y="124"/>
                </a:lnTo>
                <a:moveTo>
                  <a:pt x="246" y="127"/>
                </a:moveTo>
                <a:lnTo>
                  <a:pt x="242" y="129"/>
                </a:lnTo>
                <a:moveTo>
                  <a:pt x="234" y="133"/>
                </a:moveTo>
                <a:lnTo>
                  <a:pt x="230" y="135"/>
                </a:lnTo>
                <a:moveTo>
                  <a:pt x="222" y="139"/>
                </a:moveTo>
                <a:lnTo>
                  <a:pt x="218" y="141"/>
                </a:lnTo>
                <a:moveTo>
                  <a:pt x="210" y="145"/>
                </a:moveTo>
                <a:lnTo>
                  <a:pt x="206" y="147"/>
                </a:lnTo>
                <a:moveTo>
                  <a:pt x="198" y="151"/>
                </a:moveTo>
                <a:lnTo>
                  <a:pt x="194" y="152"/>
                </a:lnTo>
                <a:moveTo>
                  <a:pt x="186" y="156"/>
                </a:moveTo>
                <a:lnTo>
                  <a:pt x="182" y="158"/>
                </a:lnTo>
                <a:moveTo>
                  <a:pt x="174" y="162"/>
                </a:moveTo>
                <a:lnTo>
                  <a:pt x="169" y="164"/>
                </a:lnTo>
                <a:moveTo>
                  <a:pt x="161" y="168"/>
                </a:moveTo>
                <a:lnTo>
                  <a:pt x="157" y="170"/>
                </a:lnTo>
                <a:moveTo>
                  <a:pt x="149" y="174"/>
                </a:moveTo>
                <a:lnTo>
                  <a:pt x="145" y="176"/>
                </a:lnTo>
                <a:moveTo>
                  <a:pt x="137" y="179"/>
                </a:moveTo>
                <a:lnTo>
                  <a:pt x="133" y="181"/>
                </a:lnTo>
                <a:moveTo>
                  <a:pt x="125" y="185"/>
                </a:moveTo>
                <a:lnTo>
                  <a:pt x="121" y="187"/>
                </a:lnTo>
                <a:moveTo>
                  <a:pt x="113" y="191"/>
                </a:moveTo>
                <a:lnTo>
                  <a:pt x="109" y="193"/>
                </a:lnTo>
                <a:moveTo>
                  <a:pt x="101" y="197"/>
                </a:moveTo>
                <a:lnTo>
                  <a:pt x="97" y="199"/>
                </a:lnTo>
                <a:moveTo>
                  <a:pt x="89" y="203"/>
                </a:moveTo>
                <a:lnTo>
                  <a:pt x="85" y="205"/>
                </a:lnTo>
                <a:moveTo>
                  <a:pt x="76" y="208"/>
                </a:moveTo>
                <a:lnTo>
                  <a:pt x="72" y="210"/>
                </a:lnTo>
                <a:moveTo>
                  <a:pt x="64" y="214"/>
                </a:moveTo>
                <a:lnTo>
                  <a:pt x="60" y="216"/>
                </a:lnTo>
                <a:moveTo>
                  <a:pt x="52" y="220"/>
                </a:moveTo>
                <a:lnTo>
                  <a:pt x="48" y="222"/>
                </a:lnTo>
                <a:moveTo>
                  <a:pt x="40" y="226"/>
                </a:moveTo>
                <a:lnTo>
                  <a:pt x="36" y="228"/>
                </a:lnTo>
                <a:moveTo>
                  <a:pt x="28" y="232"/>
                </a:moveTo>
                <a:lnTo>
                  <a:pt x="24" y="234"/>
                </a:lnTo>
                <a:moveTo>
                  <a:pt x="16" y="237"/>
                </a:moveTo>
                <a:lnTo>
                  <a:pt x="12" y="239"/>
                </a:lnTo>
                <a:moveTo>
                  <a:pt x="4" y="243"/>
                </a:moveTo>
                <a:lnTo>
                  <a:pt x="0" y="245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1" name="Freeform 202">
            <a:extLst>
              <a:ext uri="{FF2B5EF4-FFF2-40B4-BE49-F238E27FC236}">
                <a16:creationId xmlns:a16="http://schemas.microsoft.com/office/drawing/2014/main" id="{D6BBB512-B395-3ECF-6818-ACD3483A7440}"/>
              </a:ext>
            </a:extLst>
          </p:cNvPr>
          <p:cNvSpPr>
            <a:spLocks noEditPoints="1"/>
          </p:cNvSpPr>
          <p:nvPr/>
        </p:nvSpPr>
        <p:spPr bwMode="auto">
          <a:xfrm>
            <a:off x="4797426" y="3354388"/>
            <a:ext cx="214313" cy="660400"/>
          </a:xfrm>
          <a:custGeom>
            <a:avLst/>
            <a:gdLst>
              <a:gd name="T0" fmla="*/ 266 w 271"/>
              <a:gd name="T1" fmla="*/ 12 h 831"/>
              <a:gd name="T2" fmla="*/ 261 w 271"/>
              <a:gd name="T3" fmla="*/ 29 h 831"/>
              <a:gd name="T4" fmla="*/ 254 w 271"/>
              <a:gd name="T5" fmla="*/ 51 h 831"/>
              <a:gd name="T6" fmla="*/ 248 w 271"/>
              <a:gd name="T7" fmla="*/ 68 h 831"/>
              <a:gd name="T8" fmla="*/ 241 w 271"/>
              <a:gd name="T9" fmla="*/ 89 h 831"/>
              <a:gd name="T10" fmla="*/ 236 w 271"/>
              <a:gd name="T11" fmla="*/ 106 h 831"/>
              <a:gd name="T12" fmla="*/ 229 w 271"/>
              <a:gd name="T13" fmla="*/ 127 h 831"/>
              <a:gd name="T14" fmla="*/ 223 w 271"/>
              <a:gd name="T15" fmla="*/ 144 h 831"/>
              <a:gd name="T16" fmla="*/ 216 w 271"/>
              <a:gd name="T17" fmla="*/ 166 h 831"/>
              <a:gd name="T18" fmla="*/ 211 w 271"/>
              <a:gd name="T19" fmla="*/ 183 h 831"/>
              <a:gd name="T20" fmla="*/ 204 w 271"/>
              <a:gd name="T21" fmla="*/ 204 h 831"/>
              <a:gd name="T22" fmla="*/ 198 w 271"/>
              <a:gd name="T23" fmla="*/ 221 h 831"/>
              <a:gd name="T24" fmla="*/ 191 w 271"/>
              <a:gd name="T25" fmla="*/ 242 h 831"/>
              <a:gd name="T26" fmla="*/ 186 w 271"/>
              <a:gd name="T27" fmla="*/ 259 h 831"/>
              <a:gd name="T28" fmla="*/ 179 w 271"/>
              <a:gd name="T29" fmla="*/ 281 h 831"/>
              <a:gd name="T30" fmla="*/ 173 w 271"/>
              <a:gd name="T31" fmla="*/ 298 h 831"/>
              <a:gd name="T32" fmla="*/ 166 w 271"/>
              <a:gd name="T33" fmla="*/ 319 h 831"/>
              <a:gd name="T34" fmla="*/ 161 w 271"/>
              <a:gd name="T35" fmla="*/ 336 h 831"/>
              <a:gd name="T36" fmla="*/ 154 w 271"/>
              <a:gd name="T37" fmla="*/ 357 h 831"/>
              <a:gd name="T38" fmla="*/ 148 w 271"/>
              <a:gd name="T39" fmla="*/ 374 h 831"/>
              <a:gd name="T40" fmla="*/ 142 w 271"/>
              <a:gd name="T41" fmla="*/ 396 h 831"/>
              <a:gd name="T42" fmla="*/ 136 w 271"/>
              <a:gd name="T43" fmla="*/ 413 h 831"/>
              <a:gd name="T44" fmla="*/ 129 w 271"/>
              <a:gd name="T45" fmla="*/ 434 h 831"/>
              <a:gd name="T46" fmla="*/ 123 w 271"/>
              <a:gd name="T47" fmla="*/ 451 h 831"/>
              <a:gd name="T48" fmla="*/ 117 w 271"/>
              <a:gd name="T49" fmla="*/ 472 h 831"/>
              <a:gd name="T50" fmla="*/ 111 w 271"/>
              <a:gd name="T51" fmla="*/ 489 h 831"/>
              <a:gd name="T52" fmla="*/ 104 w 271"/>
              <a:gd name="T53" fmla="*/ 511 h 831"/>
              <a:gd name="T54" fmla="*/ 98 w 271"/>
              <a:gd name="T55" fmla="*/ 528 h 831"/>
              <a:gd name="T56" fmla="*/ 92 w 271"/>
              <a:gd name="T57" fmla="*/ 549 h 831"/>
              <a:gd name="T58" fmla="*/ 86 w 271"/>
              <a:gd name="T59" fmla="*/ 566 h 831"/>
              <a:gd name="T60" fmla="*/ 79 w 271"/>
              <a:gd name="T61" fmla="*/ 587 h 831"/>
              <a:gd name="T62" fmla="*/ 74 w 271"/>
              <a:gd name="T63" fmla="*/ 604 h 831"/>
              <a:gd name="T64" fmla="*/ 67 w 271"/>
              <a:gd name="T65" fmla="*/ 626 h 831"/>
              <a:gd name="T66" fmla="*/ 61 w 271"/>
              <a:gd name="T67" fmla="*/ 643 h 831"/>
              <a:gd name="T68" fmla="*/ 54 w 271"/>
              <a:gd name="T69" fmla="*/ 664 h 831"/>
              <a:gd name="T70" fmla="*/ 49 w 271"/>
              <a:gd name="T71" fmla="*/ 681 h 831"/>
              <a:gd name="T72" fmla="*/ 42 w 271"/>
              <a:gd name="T73" fmla="*/ 702 h 831"/>
              <a:gd name="T74" fmla="*/ 36 w 271"/>
              <a:gd name="T75" fmla="*/ 719 h 831"/>
              <a:gd name="T76" fmla="*/ 29 w 271"/>
              <a:gd name="T77" fmla="*/ 741 h 831"/>
              <a:gd name="T78" fmla="*/ 24 w 271"/>
              <a:gd name="T79" fmla="*/ 758 h 831"/>
              <a:gd name="T80" fmla="*/ 17 w 271"/>
              <a:gd name="T81" fmla="*/ 779 h 831"/>
              <a:gd name="T82" fmla="*/ 11 w 271"/>
              <a:gd name="T83" fmla="*/ 796 h 831"/>
              <a:gd name="T84" fmla="*/ 4 w 271"/>
              <a:gd name="T85" fmla="*/ 817 h 831"/>
              <a:gd name="T86" fmla="*/ 0 w 271"/>
              <a:gd name="T87" fmla="*/ 831 h 8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1" h="831">
                <a:moveTo>
                  <a:pt x="271" y="0"/>
                </a:moveTo>
                <a:lnTo>
                  <a:pt x="269" y="4"/>
                </a:lnTo>
                <a:moveTo>
                  <a:pt x="266" y="12"/>
                </a:moveTo>
                <a:lnTo>
                  <a:pt x="265" y="17"/>
                </a:lnTo>
                <a:moveTo>
                  <a:pt x="262" y="25"/>
                </a:moveTo>
                <a:lnTo>
                  <a:pt x="261" y="29"/>
                </a:lnTo>
                <a:moveTo>
                  <a:pt x="258" y="38"/>
                </a:moveTo>
                <a:lnTo>
                  <a:pt x="257" y="42"/>
                </a:lnTo>
                <a:moveTo>
                  <a:pt x="254" y="51"/>
                </a:moveTo>
                <a:lnTo>
                  <a:pt x="253" y="55"/>
                </a:lnTo>
                <a:moveTo>
                  <a:pt x="250" y="63"/>
                </a:moveTo>
                <a:lnTo>
                  <a:pt x="248" y="68"/>
                </a:lnTo>
                <a:moveTo>
                  <a:pt x="246" y="76"/>
                </a:moveTo>
                <a:lnTo>
                  <a:pt x="244" y="81"/>
                </a:lnTo>
                <a:moveTo>
                  <a:pt x="241" y="89"/>
                </a:moveTo>
                <a:lnTo>
                  <a:pt x="240" y="93"/>
                </a:lnTo>
                <a:moveTo>
                  <a:pt x="237" y="102"/>
                </a:moveTo>
                <a:lnTo>
                  <a:pt x="236" y="106"/>
                </a:lnTo>
                <a:moveTo>
                  <a:pt x="233" y="115"/>
                </a:moveTo>
                <a:lnTo>
                  <a:pt x="232" y="119"/>
                </a:lnTo>
                <a:moveTo>
                  <a:pt x="229" y="127"/>
                </a:moveTo>
                <a:lnTo>
                  <a:pt x="228" y="132"/>
                </a:lnTo>
                <a:moveTo>
                  <a:pt x="225" y="140"/>
                </a:moveTo>
                <a:lnTo>
                  <a:pt x="223" y="144"/>
                </a:lnTo>
                <a:moveTo>
                  <a:pt x="221" y="153"/>
                </a:moveTo>
                <a:lnTo>
                  <a:pt x="219" y="157"/>
                </a:lnTo>
                <a:moveTo>
                  <a:pt x="216" y="166"/>
                </a:moveTo>
                <a:lnTo>
                  <a:pt x="215" y="170"/>
                </a:lnTo>
                <a:moveTo>
                  <a:pt x="212" y="178"/>
                </a:moveTo>
                <a:lnTo>
                  <a:pt x="211" y="183"/>
                </a:lnTo>
                <a:moveTo>
                  <a:pt x="208" y="191"/>
                </a:moveTo>
                <a:lnTo>
                  <a:pt x="207" y="196"/>
                </a:lnTo>
                <a:moveTo>
                  <a:pt x="204" y="204"/>
                </a:moveTo>
                <a:lnTo>
                  <a:pt x="203" y="208"/>
                </a:lnTo>
                <a:moveTo>
                  <a:pt x="200" y="217"/>
                </a:moveTo>
                <a:lnTo>
                  <a:pt x="198" y="221"/>
                </a:lnTo>
                <a:moveTo>
                  <a:pt x="196" y="230"/>
                </a:moveTo>
                <a:lnTo>
                  <a:pt x="194" y="234"/>
                </a:lnTo>
                <a:moveTo>
                  <a:pt x="191" y="242"/>
                </a:moveTo>
                <a:lnTo>
                  <a:pt x="190" y="247"/>
                </a:lnTo>
                <a:moveTo>
                  <a:pt x="187" y="255"/>
                </a:moveTo>
                <a:lnTo>
                  <a:pt x="186" y="259"/>
                </a:lnTo>
                <a:moveTo>
                  <a:pt x="183" y="268"/>
                </a:moveTo>
                <a:lnTo>
                  <a:pt x="182" y="272"/>
                </a:lnTo>
                <a:moveTo>
                  <a:pt x="179" y="281"/>
                </a:moveTo>
                <a:lnTo>
                  <a:pt x="178" y="285"/>
                </a:lnTo>
                <a:moveTo>
                  <a:pt x="175" y="293"/>
                </a:moveTo>
                <a:lnTo>
                  <a:pt x="173" y="298"/>
                </a:lnTo>
                <a:moveTo>
                  <a:pt x="171" y="306"/>
                </a:moveTo>
                <a:lnTo>
                  <a:pt x="169" y="311"/>
                </a:lnTo>
                <a:moveTo>
                  <a:pt x="166" y="319"/>
                </a:moveTo>
                <a:lnTo>
                  <a:pt x="165" y="323"/>
                </a:lnTo>
                <a:moveTo>
                  <a:pt x="162" y="332"/>
                </a:moveTo>
                <a:lnTo>
                  <a:pt x="161" y="336"/>
                </a:lnTo>
                <a:moveTo>
                  <a:pt x="158" y="345"/>
                </a:moveTo>
                <a:lnTo>
                  <a:pt x="157" y="349"/>
                </a:lnTo>
                <a:moveTo>
                  <a:pt x="154" y="357"/>
                </a:moveTo>
                <a:lnTo>
                  <a:pt x="153" y="362"/>
                </a:lnTo>
                <a:moveTo>
                  <a:pt x="150" y="370"/>
                </a:moveTo>
                <a:lnTo>
                  <a:pt x="148" y="374"/>
                </a:lnTo>
                <a:moveTo>
                  <a:pt x="146" y="383"/>
                </a:moveTo>
                <a:lnTo>
                  <a:pt x="144" y="387"/>
                </a:lnTo>
                <a:moveTo>
                  <a:pt x="142" y="396"/>
                </a:moveTo>
                <a:lnTo>
                  <a:pt x="140" y="400"/>
                </a:lnTo>
                <a:moveTo>
                  <a:pt x="137" y="408"/>
                </a:moveTo>
                <a:lnTo>
                  <a:pt x="136" y="413"/>
                </a:lnTo>
                <a:moveTo>
                  <a:pt x="133" y="421"/>
                </a:moveTo>
                <a:lnTo>
                  <a:pt x="132" y="426"/>
                </a:lnTo>
                <a:moveTo>
                  <a:pt x="129" y="434"/>
                </a:moveTo>
                <a:lnTo>
                  <a:pt x="128" y="438"/>
                </a:lnTo>
                <a:moveTo>
                  <a:pt x="125" y="447"/>
                </a:moveTo>
                <a:lnTo>
                  <a:pt x="123" y="451"/>
                </a:lnTo>
                <a:moveTo>
                  <a:pt x="121" y="460"/>
                </a:moveTo>
                <a:lnTo>
                  <a:pt x="119" y="464"/>
                </a:lnTo>
                <a:moveTo>
                  <a:pt x="117" y="472"/>
                </a:moveTo>
                <a:lnTo>
                  <a:pt x="115" y="477"/>
                </a:lnTo>
                <a:moveTo>
                  <a:pt x="112" y="485"/>
                </a:moveTo>
                <a:lnTo>
                  <a:pt x="111" y="489"/>
                </a:lnTo>
                <a:moveTo>
                  <a:pt x="108" y="498"/>
                </a:moveTo>
                <a:lnTo>
                  <a:pt x="107" y="502"/>
                </a:lnTo>
                <a:moveTo>
                  <a:pt x="104" y="511"/>
                </a:moveTo>
                <a:lnTo>
                  <a:pt x="103" y="515"/>
                </a:lnTo>
                <a:moveTo>
                  <a:pt x="100" y="524"/>
                </a:moveTo>
                <a:lnTo>
                  <a:pt x="98" y="528"/>
                </a:lnTo>
                <a:moveTo>
                  <a:pt x="96" y="536"/>
                </a:moveTo>
                <a:lnTo>
                  <a:pt x="94" y="541"/>
                </a:lnTo>
                <a:moveTo>
                  <a:pt x="92" y="549"/>
                </a:moveTo>
                <a:lnTo>
                  <a:pt x="90" y="553"/>
                </a:lnTo>
                <a:moveTo>
                  <a:pt x="87" y="562"/>
                </a:moveTo>
                <a:lnTo>
                  <a:pt x="86" y="566"/>
                </a:lnTo>
                <a:moveTo>
                  <a:pt x="83" y="575"/>
                </a:moveTo>
                <a:lnTo>
                  <a:pt x="82" y="579"/>
                </a:lnTo>
                <a:moveTo>
                  <a:pt x="79" y="587"/>
                </a:moveTo>
                <a:lnTo>
                  <a:pt x="78" y="592"/>
                </a:lnTo>
                <a:moveTo>
                  <a:pt x="75" y="600"/>
                </a:moveTo>
                <a:lnTo>
                  <a:pt x="74" y="604"/>
                </a:lnTo>
                <a:moveTo>
                  <a:pt x="71" y="613"/>
                </a:moveTo>
                <a:lnTo>
                  <a:pt x="69" y="617"/>
                </a:lnTo>
                <a:moveTo>
                  <a:pt x="67" y="626"/>
                </a:moveTo>
                <a:lnTo>
                  <a:pt x="65" y="630"/>
                </a:lnTo>
                <a:moveTo>
                  <a:pt x="62" y="639"/>
                </a:moveTo>
                <a:lnTo>
                  <a:pt x="61" y="643"/>
                </a:lnTo>
                <a:moveTo>
                  <a:pt x="58" y="651"/>
                </a:moveTo>
                <a:lnTo>
                  <a:pt x="57" y="656"/>
                </a:lnTo>
                <a:moveTo>
                  <a:pt x="54" y="664"/>
                </a:moveTo>
                <a:lnTo>
                  <a:pt x="53" y="668"/>
                </a:lnTo>
                <a:moveTo>
                  <a:pt x="50" y="677"/>
                </a:moveTo>
                <a:lnTo>
                  <a:pt x="49" y="681"/>
                </a:lnTo>
                <a:moveTo>
                  <a:pt x="46" y="690"/>
                </a:moveTo>
                <a:lnTo>
                  <a:pt x="44" y="694"/>
                </a:lnTo>
                <a:moveTo>
                  <a:pt x="42" y="702"/>
                </a:moveTo>
                <a:lnTo>
                  <a:pt x="40" y="707"/>
                </a:lnTo>
                <a:moveTo>
                  <a:pt x="37" y="715"/>
                </a:moveTo>
                <a:lnTo>
                  <a:pt x="36" y="719"/>
                </a:lnTo>
                <a:moveTo>
                  <a:pt x="33" y="728"/>
                </a:moveTo>
                <a:lnTo>
                  <a:pt x="32" y="732"/>
                </a:lnTo>
                <a:moveTo>
                  <a:pt x="29" y="741"/>
                </a:moveTo>
                <a:lnTo>
                  <a:pt x="28" y="745"/>
                </a:lnTo>
                <a:moveTo>
                  <a:pt x="25" y="754"/>
                </a:moveTo>
                <a:lnTo>
                  <a:pt x="24" y="758"/>
                </a:lnTo>
                <a:moveTo>
                  <a:pt x="21" y="766"/>
                </a:moveTo>
                <a:lnTo>
                  <a:pt x="19" y="771"/>
                </a:lnTo>
                <a:moveTo>
                  <a:pt x="17" y="779"/>
                </a:moveTo>
                <a:lnTo>
                  <a:pt x="15" y="783"/>
                </a:lnTo>
                <a:moveTo>
                  <a:pt x="12" y="792"/>
                </a:moveTo>
                <a:lnTo>
                  <a:pt x="11" y="796"/>
                </a:lnTo>
                <a:moveTo>
                  <a:pt x="8" y="805"/>
                </a:moveTo>
                <a:lnTo>
                  <a:pt x="7" y="809"/>
                </a:lnTo>
                <a:moveTo>
                  <a:pt x="4" y="817"/>
                </a:moveTo>
                <a:lnTo>
                  <a:pt x="3" y="822"/>
                </a:lnTo>
                <a:moveTo>
                  <a:pt x="0" y="830"/>
                </a:moveTo>
                <a:lnTo>
                  <a:pt x="0" y="831"/>
                </a:lnTo>
              </a:path>
            </a:pathLst>
          </a:custGeom>
          <a:noFill/>
          <a:ln w="31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2" name="Line 203">
            <a:extLst>
              <a:ext uri="{FF2B5EF4-FFF2-40B4-BE49-F238E27FC236}">
                <a16:creationId xmlns:a16="http://schemas.microsoft.com/office/drawing/2014/main" id="{6C7C3886-85FA-2726-7637-0D2D932DF6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3276" y="308292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3" name="Line 204">
            <a:extLst>
              <a:ext uri="{FF2B5EF4-FFF2-40B4-BE49-F238E27FC236}">
                <a16:creationId xmlns:a16="http://schemas.microsoft.com/office/drawing/2014/main" id="{05D6D9D7-42D5-5942-F0E7-45A36C4912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4476" y="3082925"/>
            <a:ext cx="0" cy="198120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Line 206">
            <a:extLst>
              <a:ext uri="{FF2B5EF4-FFF2-40B4-BE49-F238E27FC236}">
                <a16:creationId xmlns:a16="http://schemas.microsoft.com/office/drawing/2014/main" id="{DBF5D6BC-81B0-2B78-AEA0-2C946499E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3275" y="5064125"/>
            <a:ext cx="198120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Line 207">
            <a:extLst>
              <a:ext uri="{FF2B5EF4-FFF2-40B4-BE49-F238E27FC236}">
                <a16:creationId xmlns:a16="http://schemas.microsoft.com/office/drawing/2014/main" id="{9F7967EA-05F9-FD45-5A5B-45A0251C2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3275" y="3082925"/>
            <a:ext cx="198120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208">
            <a:extLst>
              <a:ext uri="{FF2B5EF4-FFF2-40B4-BE49-F238E27FC236}">
                <a16:creationId xmlns:a16="http://schemas.microsoft.com/office/drawing/2014/main" id="{A4DA197F-CE0D-306D-C35D-C3AB1E1AB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5145088"/>
            <a:ext cx="2317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(d)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09">
            <a:extLst>
              <a:ext uri="{FF2B5EF4-FFF2-40B4-BE49-F238E27FC236}">
                <a16:creationId xmlns:a16="http://schemas.microsoft.com/office/drawing/2014/main" id="{A22790D7-5D0E-0A59-9EF8-A6A5ADF1F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5149850"/>
            <a:ext cx="379413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角度概率：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10">
            <a:extLst>
              <a:ext uri="{FF2B5EF4-FFF2-40B4-BE49-F238E27FC236}">
                <a16:creationId xmlns:a16="http://schemas.microsoft.com/office/drawing/2014/main" id="{3DED9FB1-162E-A75B-3588-013048E79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900" y="5145088"/>
            <a:ext cx="1428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11">
            <a:extLst>
              <a:ext uri="{FF2B5EF4-FFF2-40B4-BE49-F238E27FC236}">
                <a16:creationId xmlns:a16="http://schemas.microsoft.com/office/drawing/2014/main" id="{000B6D05-7801-7DF7-129F-E382D2387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5283200"/>
            <a:ext cx="1317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12">
            <a:extLst>
              <a:ext uri="{FF2B5EF4-FFF2-40B4-BE49-F238E27FC236}">
                <a16:creationId xmlns:a16="http://schemas.microsoft.com/office/drawing/2014/main" id="{963861E1-B08D-E949-9B52-7BA2A77D1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528320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13">
            <a:extLst>
              <a:ext uri="{FF2B5EF4-FFF2-40B4-BE49-F238E27FC236}">
                <a16:creationId xmlns:a16="http://schemas.microsoft.com/office/drawing/2014/main" id="{11400898-972A-DC9F-F052-1C381606B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214">
            <a:extLst>
              <a:ext uri="{FF2B5EF4-FFF2-40B4-BE49-F238E27FC236}">
                <a16:creationId xmlns:a16="http://schemas.microsoft.com/office/drawing/2014/main" id="{E7ACB326-116D-22AA-5723-F765FF937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138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15">
            <a:extLst>
              <a:ext uri="{FF2B5EF4-FFF2-40B4-BE49-F238E27FC236}">
                <a16:creationId xmlns:a16="http://schemas.microsoft.com/office/drawing/2014/main" id="{FAAE4578-328B-A055-5B31-9F0181ACA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216">
            <a:extLst>
              <a:ext uri="{FF2B5EF4-FFF2-40B4-BE49-F238E27FC236}">
                <a16:creationId xmlns:a16="http://schemas.microsoft.com/office/drawing/2014/main" id="{F8DED5F2-89FB-4615-1452-37F216EA6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8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17">
            <a:extLst>
              <a:ext uri="{FF2B5EF4-FFF2-40B4-BE49-F238E27FC236}">
                <a16:creationId xmlns:a16="http://schemas.microsoft.com/office/drawing/2014/main" id="{9C8934EC-63BD-55FB-1D58-A9B98D7B8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18">
            <a:extLst>
              <a:ext uri="{FF2B5EF4-FFF2-40B4-BE49-F238E27FC236}">
                <a16:creationId xmlns:a16="http://schemas.microsoft.com/office/drawing/2014/main" id="{E28E1B2A-DC9F-8F31-1606-9300CDCE3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219">
            <a:extLst>
              <a:ext uri="{FF2B5EF4-FFF2-40B4-BE49-F238E27FC236}">
                <a16:creationId xmlns:a16="http://schemas.microsoft.com/office/drawing/2014/main" id="{5EE9635B-7DEC-33FE-E45F-1B5DC9B58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20">
            <a:extLst>
              <a:ext uri="{FF2B5EF4-FFF2-40B4-BE49-F238E27FC236}">
                <a16:creationId xmlns:a16="http://schemas.microsoft.com/office/drawing/2014/main" id="{81068303-537B-7130-7DAB-4AE7FDA06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8" y="5283200"/>
            <a:ext cx="1016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21">
            <a:extLst>
              <a:ext uri="{FF2B5EF4-FFF2-40B4-BE49-F238E27FC236}">
                <a16:creationId xmlns:a16="http://schemas.microsoft.com/office/drawing/2014/main" id="{DD116C50-8EF9-9D9F-18B9-4A4CB94FD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2">
            <a:extLst>
              <a:ext uri="{FF2B5EF4-FFF2-40B4-BE49-F238E27FC236}">
                <a16:creationId xmlns:a16="http://schemas.microsoft.com/office/drawing/2014/main" id="{9958B275-EAEE-8960-4761-71739CD05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188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23">
            <a:extLst>
              <a:ext uri="{FF2B5EF4-FFF2-40B4-BE49-F238E27FC236}">
                <a16:creationId xmlns:a16="http://schemas.microsoft.com/office/drawing/2014/main" id="{0FC206C7-4094-9695-6E21-DEF1D247D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963" y="528320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24">
            <a:extLst>
              <a:ext uri="{FF2B5EF4-FFF2-40B4-BE49-F238E27FC236}">
                <a16:creationId xmlns:a16="http://schemas.microsoft.com/office/drawing/2014/main" id="{B53BCCC3-8D10-3286-F3B8-F02A1E348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25">
            <a:extLst>
              <a:ext uri="{FF2B5EF4-FFF2-40B4-BE49-F238E27FC236}">
                <a16:creationId xmlns:a16="http://schemas.microsoft.com/office/drawing/2014/main" id="{D7BFB2D5-7C34-E681-6109-EA457A3DF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838" y="528320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26">
            <a:extLst>
              <a:ext uri="{FF2B5EF4-FFF2-40B4-BE49-F238E27FC236}">
                <a16:creationId xmlns:a16="http://schemas.microsoft.com/office/drawing/2014/main" id="{AAAD2A1B-17C7-632D-71A3-46C999512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413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27">
            <a:extLst>
              <a:ext uri="{FF2B5EF4-FFF2-40B4-BE49-F238E27FC236}">
                <a16:creationId xmlns:a16="http://schemas.microsoft.com/office/drawing/2014/main" id="{3EEC1E44-5817-5D0B-E30C-090002FE4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28">
            <a:extLst>
              <a:ext uri="{FF2B5EF4-FFF2-40B4-BE49-F238E27FC236}">
                <a16:creationId xmlns:a16="http://schemas.microsoft.com/office/drawing/2014/main" id="{84E89FE5-A280-790C-80F9-5ADBE6AC4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29">
            <a:extLst>
              <a:ext uri="{FF2B5EF4-FFF2-40B4-BE49-F238E27FC236}">
                <a16:creationId xmlns:a16="http://schemas.microsoft.com/office/drawing/2014/main" id="{A8FFCC11-142D-28BB-8CC5-126A5BD5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25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30">
            <a:extLst>
              <a:ext uri="{FF2B5EF4-FFF2-40B4-BE49-F238E27FC236}">
                <a16:creationId xmlns:a16="http://schemas.microsoft.com/office/drawing/2014/main" id="{2F914037-551B-E9B0-F471-93C9F56C3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38" y="5283200"/>
            <a:ext cx="1127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31">
            <a:extLst>
              <a:ext uri="{FF2B5EF4-FFF2-40B4-BE49-F238E27FC236}">
                <a16:creationId xmlns:a16="http://schemas.microsoft.com/office/drawing/2014/main" id="{FA4B6501-D865-B218-6990-211D8AB34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0" y="52832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232">
            <a:extLst>
              <a:ext uri="{FF2B5EF4-FFF2-40B4-BE49-F238E27FC236}">
                <a16:creationId xmlns:a16="http://schemas.microsoft.com/office/drawing/2014/main" id="{3A6B8322-21BB-EBED-B927-E6C84CBFE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50" y="5429250"/>
            <a:ext cx="12858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233">
            <a:extLst>
              <a:ext uri="{FF2B5EF4-FFF2-40B4-BE49-F238E27FC236}">
                <a16:creationId xmlns:a16="http://schemas.microsoft.com/office/drawing/2014/main" id="{5C74207B-E993-3467-D8A8-124636A5E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5491163"/>
            <a:ext cx="619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234">
            <a:extLst>
              <a:ext uri="{FF2B5EF4-FFF2-40B4-BE49-F238E27FC236}">
                <a16:creationId xmlns:a16="http://schemas.microsoft.com/office/drawing/2014/main" id="{76ED47CB-2C3D-B218-007E-6BC0887A7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5491163"/>
            <a:ext cx="762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235">
            <a:extLst>
              <a:ext uri="{FF2B5EF4-FFF2-40B4-BE49-F238E27FC236}">
                <a16:creationId xmlns:a16="http://schemas.microsoft.com/office/drawing/2014/main" id="{6677B966-7BD7-A91A-BA99-AD93818D5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5491163"/>
            <a:ext cx="666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236">
            <a:extLst>
              <a:ext uri="{FF2B5EF4-FFF2-40B4-BE49-F238E27FC236}">
                <a16:creationId xmlns:a16="http://schemas.microsoft.com/office/drawing/2014/main" id="{775CCA6D-9C9E-2330-78B6-435D0005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00" y="5491163"/>
            <a:ext cx="1047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237">
            <a:extLst>
              <a:ext uri="{FF2B5EF4-FFF2-40B4-BE49-F238E27FC236}">
                <a16:creationId xmlns:a16="http://schemas.microsoft.com/office/drawing/2014/main" id="{09C95E5C-306D-A92A-DD4B-D9E9F17F5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25" y="5429250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238">
            <a:extLst>
              <a:ext uri="{FF2B5EF4-FFF2-40B4-BE49-F238E27FC236}">
                <a16:creationId xmlns:a16="http://schemas.microsoft.com/office/drawing/2014/main" id="{07873015-BD5E-146A-FA85-1855ADA87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463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239">
            <a:extLst>
              <a:ext uri="{FF2B5EF4-FFF2-40B4-BE49-F238E27FC236}">
                <a16:creationId xmlns:a16="http://schemas.microsoft.com/office/drawing/2014/main" id="{DB7871F0-6DAD-5A70-4C43-57264ED9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5429250"/>
            <a:ext cx="82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240">
            <a:extLst>
              <a:ext uri="{FF2B5EF4-FFF2-40B4-BE49-F238E27FC236}">
                <a16:creationId xmlns:a16="http://schemas.microsoft.com/office/drawing/2014/main" id="{371EDF3B-B0D2-7B86-C945-71CCFFBC9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241">
            <a:extLst>
              <a:ext uri="{FF2B5EF4-FFF2-40B4-BE49-F238E27FC236}">
                <a16:creationId xmlns:a16="http://schemas.microsoft.com/office/drawing/2014/main" id="{B3EBD1E3-84E9-D63E-D833-A7EAB8A6D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242">
            <a:extLst>
              <a:ext uri="{FF2B5EF4-FFF2-40B4-BE49-F238E27FC236}">
                <a16:creationId xmlns:a16="http://schemas.microsoft.com/office/drawing/2014/main" id="{34BB5B95-1957-4D4D-E0C5-3C2E50560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243">
            <a:extLst>
              <a:ext uri="{FF2B5EF4-FFF2-40B4-BE49-F238E27FC236}">
                <a16:creationId xmlns:a16="http://schemas.microsoft.com/office/drawing/2014/main" id="{BC87A6B8-3064-18C5-849E-BB4AE334E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8" y="54292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Freeform 244">
            <a:extLst>
              <a:ext uri="{FF2B5EF4-FFF2-40B4-BE49-F238E27FC236}">
                <a16:creationId xmlns:a16="http://schemas.microsoft.com/office/drawing/2014/main" id="{1CE6AF3B-D9C4-0678-2AE9-17993638F7F5}"/>
              </a:ext>
            </a:extLst>
          </p:cNvPr>
          <p:cNvSpPr>
            <a:spLocks noEditPoints="1"/>
          </p:cNvSpPr>
          <p:nvPr/>
        </p:nvSpPr>
        <p:spPr bwMode="auto">
          <a:xfrm>
            <a:off x="4157663" y="3978275"/>
            <a:ext cx="561975" cy="139700"/>
          </a:xfrm>
          <a:custGeom>
            <a:avLst/>
            <a:gdLst>
              <a:gd name="T0" fmla="*/ 708 w 708"/>
              <a:gd name="T1" fmla="*/ 0 h 176"/>
              <a:gd name="T2" fmla="*/ 562 w 708"/>
              <a:gd name="T3" fmla="*/ 36 h 176"/>
              <a:gd name="T4" fmla="*/ 493 w 708"/>
              <a:gd name="T5" fmla="*/ 53 h 176"/>
              <a:gd name="T6" fmla="*/ 347 w 708"/>
              <a:gd name="T7" fmla="*/ 90 h 176"/>
              <a:gd name="T8" fmla="*/ 277 w 708"/>
              <a:gd name="T9" fmla="*/ 107 h 176"/>
              <a:gd name="T10" fmla="*/ 132 w 708"/>
              <a:gd name="T11" fmla="*/ 143 h 176"/>
              <a:gd name="T12" fmla="*/ 62 w 708"/>
              <a:gd name="T13" fmla="*/ 160 h 176"/>
              <a:gd name="T14" fmla="*/ 0 w 708"/>
              <a:gd name="T15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08" h="176">
                <a:moveTo>
                  <a:pt x="708" y="0"/>
                </a:moveTo>
                <a:lnTo>
                  <a:pt x="562" y="36"/>
                </a:lnTo>
                <a:moveTo>
                  <a:pt x="493" y="53"/>
                </a:moveTo>
                <a:lnTo>
                  <a:pt x="347" y="90"/>
                </a:lnTo>
                <a:moveTo>
                  <a:pt x="277" y="107"/>
                </a:moveTo>
                <a:lnTo>
                  <a:pt x="132" y="143"/>
                </a:lnTo>
                <a:moveTo>
                  <a:pt x="62" y="160"/>
                </a:moveTo>
                <a:lnTo>
                  <a:pt x="0" y="176"/>
                </a:lnTo>
              </a:path>
            </a:pathLst>
          </a:cu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Line 245">
            <a:extLst>
              <a:ext uri="{FF2B5EF4-FFF2-40B4-BE49-F238E27FC236}">
                <a16:creationId xmlns:a16="http://schemas.microsoft.com/office/drawing/2014/main" id="{665C1376-2376-451D-5D02-17647743E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1475" y="3798888"/>
            <a:ext cx="704850" cy="1265238"/>
          </a:xfrm>
          <a:prstGeom prst="line">
            <a:avLst/>
          </a:pr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246">
            <a:extLst>
              <a:ext uri="{FF2B5EF4-FFF2-40B4-BE49-F238E27FC236}">
                <a16:creationId xmlns:a16="http://schemas.microsoft.com/office/drawing/2014/main" id="{AD63D6F9-6AE1-7406-E03A-710A11CF1907}"/>
              </a:ext>
            </a:extLst>
          </p:cNvPr>
          <p:cNvSpPr>
            <a:spLocks/>
          </p:cNvSpPr>
          <p:nvPr/>
        </p:nvSpPr>
        <p:spPr bwMode="auto">
          <a:xfrm>
            <a:off x="4270375" y="4010025"/>
            <a:ext cx="128588" cy="127000"/>
          </a:xfrm>
          <a:custGeom>
            <a:avLst/>
            <a:gdLst>
              <a:gd name="T0" fmla="*/ 80 w 161"/>
              <a:gd name="T1" fmla="*/ 0 h 161"/>
              <a:gd name="T2" fmla="*/ 137 w 161"/>
              <a:gd name="T3" fmla="*/ 24 h 161"/>
              <a:gd name="T4" fmla="*/ 161 w 161"/>
              <a:gd name="T5" fmla="*/ 81 h 161"/>
              <a:gd name="T6" fmla="*/ 137 w 161"/>
              <a:gd name="T7" fmla="*/ 137 h 161"/>
              <a:gd name="T8" fmla="*/ 80 w 161"/>
              <a:gd name="T9" fmla="*/ 161 h 161"/>
              <a:gd name="T10" fmla="*/ 23 w 161"/>
              <a:gd name="T11" fmla="*/ 137 h 161"/>
              <a:gd name="T12" fmla="*/ 0 w 161"/>
              <a:gd name="T13" fmla="*/ 81 h 161"/>
              <a:gd name="T14" fmla="*/ 23 w 161"/>
              <a:gd name="T15" fmla="*/ 24 h 161"/>
              <a:gd name="T16" fmla="*/ 80 w 161"/>
              <a:gd name="T17" fmla="*/ 0 h 161"/>
              <a:gd name="T18" fmla="*/ 80 w 161"/>
              <a:gd name="T19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1" h="161">
                <a:moveTo>
                  <a:pt x="80" y="0"/>
                </a:moveTo>
                <a:cubicBezTo>
                  <a:pt x="102" y="0"/>
                  <a:pt x="122" y="9"/>
                  <a:pt x="137" y="24"/>
                </a:cubicBezTo>
                <a:cubicBezTo>
                  <a:pt x="152" y="39"/>
                  <a:pt x="161" y="59"/>
                  <a:pt x="161" y="81"/>
                </a:cubicBezTo>
                <a:cubicBezTo>
                  <a:pt x="161" y="102"/>
                  <a:pt x="152" y="122"/>
                  <a:pt x="137" y="137"/>
                </a:cubicBezTo>
                <a:cubicBezTo>
                  <a:pt x="122" y="153"/>
                  <a:pt x="102" y="161"/>
                  <a:pt x="80" y="161"/>
                </a:cubicBezTo>
                <a:cubicBezTo>
                  <a:pt x="59" y="161"/>
                  <a:pt x="38" y="153"/>
                  <a:pt x="23" y="137"/>
                </a:cubicBezTo>
                <a:cubicBezTo>
                  <a:pt x="8" y="122"/>
                  <a:pt x="0" y="102"/>
                  <a:pt x="0" y="81"/>
                </a:cubicBezTo>
                <a:cubicBezTo>
                  <a:pt x="0" y="59"/>
                  <a:pt x="8" y="39"/>
                  <a:pt x="23" y="24"/>
                </a:cubicBezTo>
                <a:cubicBezTo>
                  <a:pt x="38" y="9"/>
                  <a:pt x="59" y="0"/>
                  <a:pt x="80" y="0"/>
                </a:cubicBezTo>
                <a:lnTo>
                  <a:pt x="80" y="0"/>
                </a:ln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247">
            <a:extLst>
              <a:ext uri="{FF2B5EF4-FFF2-40B4-BE49-F238E27FC236}">
                <a16:creationId xmlns:a16="http://schemas.microsoft.com/office/drawing/2014/main" id="{5000357C-836F-6634-E5E8-377D924E04B5}"/>
              </a:ext>
            </a:extLst>
          </p:cNvPr>
          <p:cNvSpPr>
            <a:spLocks/>
          </p:cNvSpPr>
          <p:nvPr/>
        </p:nvSpPr>
        <p:spPr bwMode="auto">
          <a:xfrm>
            <a:off x="1681163" y="6046788"/>
            <a:ext cx="254000" cy="0"/>
          </a:xfrm>
          <a:custGeom>
            <a:avLst/>
            <a:gdLst>
              <a:gd name="T0" fmla="*/ 0 w 320"/>
              <a:gd name="T1" fmla="*/ 160 w 320"/>
              <a:gd name="T2" fmla="*/ 320 w 32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20">
                <a:moveTo>
                  <a:pt x="0" y="0"/>
                </a:moveTo>
                <a:lnTo>
                  <a:pt x="160" y="0"/>
                </a:lnTo>
                <a:lnTo>
                  <a:pt x="320" y="0"/>
                </a:lnTo>
              </a:path>
            </a:pathLst>
          </a:cu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Rectangle 248">
            <a:extLst>
              <a:ext uri="{FF2B5EF4-FFF2-40B4-BE49-F238E27FC236}">
                <a16:creationId xmlns:a16="http://schemas.microsoft.com/office/drawing/2014/main" id="{A4F9C80E-A94C-D6DA-6C5A-E9E3AFF98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3" y="5978525"/>
            <a:ext cx="1635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Freeform 249">
            <a:extLst>
              <a:ext uri="{FF2B5EF4-FFF2-40B4-BE49-F238E27FC236}">
                <a16:creationId xmlns:a16="http://schemas.microsoft.com/office/drawing/2014/main" id="{58154AE2-9D1A-582F-C7E3-11A3A6FCFE84}"/>
              </a:ext>
            </a:extLst>
          </p:cNvPr>
          <p:cNvSpPr>
            <a:spLocks noEditPoints="1"/>
          </p:cNvSpPr>
          <p:nvPr/>
        </p:nvSpPr>
        <p:spPr bwMode="auto">
          <a:xfrm>
            <a:off x="2403475" y="6046788"/>
            <a:ext cx="254000" cy="0"/>
          </a:xfrm>
          <a:custGeom>
            <a:avLst/>
            <a:gdLst>
              <a:gd name="T0" fmla="*/ 0 w 320"/>
              <a:gd name="T1" fmla="*/ 150 w 320"/>
              <a:gd name="T2" fmla="*/ 222 w 320"/>
              <a:gd name="T3" fmla="*/ 320 w 32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320">
                <a:moveTo>
                  <a:pt x="0" y="0"/>
                </a:moveTo>
                <a:lnTo>
                  <a:pt x="150" y="0"/>
                </a:lnTo>
                <a:moveTo>
                  <a:pt x="222" y="0"/>
                </a:moveTo>
                <a:lnTo>
                  <a:pt x="320" y="0"/>
                </a:lnTo>
              </a:path>
            </a:pathLst>
          </a:custGeom>
          <a:noFill/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Rectangle 250">
            <a:extLst>
              <a:ext uri="{FF2B5EF4-FFF2-40B4-BE49-F238E27FC236}">
                <a16:creationId xmlns:a16="http://schemas.microsoft.com/office/drawing/2014/main" id="{89C4E571-B1A8-F7CC-1D7F-3DE68BAE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075" y="5978525"/>
            <a:ext cx="1635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Freeform 251">
            <a:extLst>
              <a:ext uri="{FF2B5EF4-FFF2-40B4-BE49-F238E27FC236}">
                <a16:creationId xmlns:a16="http://schemas.microsoft.com/office/drawing/2014/main" id="{2327EE14-44A8-99D1-341B-8A5F25CB6C30}"/>
              </a:ext>
            </a:extLst>
          </p:cNvPr>
          <p:cNvSpPr>
            <a:spLocks noEditPoints="1"/>
          </p:cNvSpPr>
          <p:nvPr/>
        </p:nvSpPr>
        <p:spPr bwMode="auto">
          <a:xfrm>
            <a:off x="3125788" y="6046788"/>
            <a:ext cx="250825" cy="0"/>
          </a:xfrm>
          <a:custGeom>
            <a:avLst/>
            <a:gdLst>
              <a:gd name="T0" fmla="*/ 0 w 315"/>
              <a:gd name="T1" fmla="*/ 10 w 315"/>
              <a:gd name="T2" fmla="*/ 26 w 315"/>
              <a:gd name="T3" fmla="*/ 36 w 315"/>
              <a:gd name="T4" fmla="*/ 51 w 315"/>
              <a:gd name="T5" fmla="*/ 61 w 315"/>
              <a:gd name="T6" fmla="*/ 77 w 315"/>
              <a:gd name="T7" fmla="*/ 86 w 315"/>
              <a:gd name="T8" fmla="*/ 102 w 315"/>
              <a:gd name="T9" fmla="*/ 112 w 315"/>
              <a:gd name="T10" fmla="*/ 128 w 315"/>
              <a:gd name="T11" fmla="*/ 137 w 315"/>
              <a:gd name="T12" fmla="*/ 153 w 315"/>
              <a:gd name="T13" fmla="*/ 160 w 315"/>
              <a:gd name="T14" fmla="*/ 160 w 315"/>
              <a:gd name="T15" fmla="*/ 163 w 315"/>
              <a:gd name="T16" fmla="*/ 179 w 315"/>
              <a:gd name="T17" fmla="*/ 188 w 315"/>
              <a:gd name="T18" fmla="*/ 204 w 315"/>
              <a:gd name="T19" fmla="*/ 214 w 315"/>
              <a:gd name="T20" fmla="*/ 229 w 315"/>
              <a:gd name="T21" fmla="*/ 239 w 315"/>
              <a:gd name="T22" fmla="*/ 255 w 315"/>
              <a:gd name="T23" fmla="*/ 264 w 315"/>
              <a:gd name="T24" fmla="*/ 280 w 315"/>
              <a:gd name="T25" fmla="*/ 290 w 315"/>
              <a:gd name="T26" fmla="*/ 306 w 315"/>
              <a:gd name="T27" fmla="*/ 315 w 315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  <a:cxn ang="0">
                <a:pos x="T11" y="0"/>
              </a:cxn>
              <a:cxn ang="0">
                <a:pos x="T12" y="0"/>
              </a:cxn>
              <a:cxn ang="0">
                <a:pos x="T13" y="0"/>
              </a:cxn>
              <a:cxn ang="0">
                <a:pos x="T14" y="0"/>
              </a:cxn>
              <a:cxn ang="0">
                <a:pos x="T15" y="0"/>
              </a:cxn>
              <a:cxn ang="0">
                <a:pos x="T16" y="0"/>
              </a:cxn>
              <a:cxn ang="0">
                <a:pos x="T17" y="0"/>
              </a:cxn>
              <a:cxn ang="0">
                <a:pos x="T18" y="0"/>
              </a:cxn>
              <a:cxn ang="0">
                <a:pos x="T19" y="0"/>
              </a:cxn>
              <a:cxn ang="0">
                <a:pos x="T20" y="0"/>
              </a:cxn>
              <a:cxn ang="0">
                <a:pos x="T21" y="0"/>
              </a:cxn>
              <a:cxn ang="0">
                <a:pos x="T22" y="0"/>
              </a:cxn>
              <a:cxn ang="0">
                <a:pos x="T23" y="0"/>
              </a:cxn>
              <a:cxn ang="0">
                <a:pos x="T24" y="0"/>
              </a:cxn>
              <a:cxn ang="0">
                <a:pos x="T25" y="0"/>
              </a:cxn>
              <a:cxn ang="0">
                <a:pos x="T26" y="0"/>
              </a:cxn>
              <a:cxn ang="0">
                <a:pos x="T27" y="0"/>
              </a:cxn>
            </a:cxnLst>
            <a:rect l="0" t="0" r="r" b="b"/>
            <a:pathLst>
              <a:path w="315">
                <a:moveTo>
                  <a:pt x="0" y="0"/>
                </a:moveTo>
                <a:lnTo>
                  <a:pt x="10" y="0"/>
                </a:lnTo>
                <a:moveTo>
                  <a:pt x="26" y="0"/>
                </a:moveTo>
                <a:lnTo>
                  <a:pt x="36" y="0"/>
                </a:lnTo>
                <a:moveTo>
                  <a:pt x="51" y="0"/>
                </a:moveTo>
                <a:lnTo>
                  <a:pt x="61" y="0"/>
                </a:lnTo>
                <a:moveTo>
                  <a:pt x="77" y="0"/>
                </a:moveTo>
                <a:lnTo>
                  <a:pt x="86" y="0"/>
                </a:lnTo>
                <a:moveTo>
                  <a:pt x="102" y="0"/>
                </a:moveTo>
                <a:lnTo>
                  <a:pt x="112" y="0"/>
                </a:lnTo>
                <a:moveTo>
                  <a:pt x="128" y="0"/>
                </a:moveTo>
                <a:lnTo>
                  <a:pt x="137" y="0"/>
                </a:lnTo>
                <a:moveTo>
                  <a:pt x="153" y="0"/>
                </a:moveTo>
                <a:lnTo>
                  <a:pt x="160" y="0"/>
                </a:lnTo>
                <a:moveTo>
                  <a:pt x="160" y="0"/>
                </a:moveTo>
                <a:lnTo>
                  <a:pt x="163" y="0"/>
                </a:lnTo>
                <a:moveTo>
                  <a:pt x="179" y="0"/>
                </a:moveTo>
                <a:lnTo>
                  <a:pt x="188" y="0"/>
                </a:lnTo>
                <a:moveTo>
                  <a:pt x="204" y="0"/>
                </a:moveTo>
                <a:lnTo>
                  <a:pt x="214" y="0"/>
                </a:lnTo>
                <a:moveTo>
                  <a:pt x="229" y="0"/>
                </a:moveTo>
                <a:lnTo>
                  <a:pt x="239" y="0"/>
                </a:lnTo>
                <a:moveTo>
                  <a:pt x="255" y="0"/>
                </a:moveTo>
                <a:lnTo>
                  <a:pt x="264" y="0"/>
                </a:lnTo>
                <a:moveTo>
                  <a:pt x="280" y="0"/>
                </a:moveTo>
                <a:lnTo>
                  <a:pt x="290" y="0"/>
                </a:lnTo>
                <a:moveTo>
                  <a:pt x="306" y="0"/>
                </a:moveTo>
                <a:lnTo>
                  <a:pt x="315" y="0"/>
                </a:lnTo>
              </a:path>
            </a:pathLst>
          </a:cu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Rectangle 252">
            <a:extLst>
              <a:ext uri="{FF2B5EF4-FFF2-40B4-BE49-F238E27FC236}">
                <a16:creationId xmlns:a16="http://schemas.microsoft.com/office/drawing/2014/main" id="{4BE850FC-0B16-2039-1E4C-CC4BD169A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8" y="5981700"/>
            <a:ext cx="31750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周围裂隙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4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id="{C4F14385-B3BD-4C92-240B-99F9BDFD24D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5668963" cy="740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Rectangle 5">
            <a:extLst>
              <a:ext uri="{FF2B5EF4-FFF2-40B4-BE49-F238E27FC236}">
                <a16:creationId xmlns:a16="http://schemas.microsoft.com/office/drawing/2014/main" id="{66279754-91DB-8B4A-3828-665A99F3F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670550" cy="7407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2A0A395-517C-4F87-3E6C-2374BB663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19113"/>
            <a:ext cx="4678363" cy="1266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Line 7">
            <a:extLst>
              <a:ext uri="{FF2B5EF4-FFF2-40B4-BE49-F238E27FC236}">
                <a16:creationId xmlns:a16="http://schemas.microsoft.com/office/drawing/2014/main" id="{6D64BAAF-A032-A48D-13D5-AF385CC1E4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325" y="17478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Rectangle 8">
            <a:extLst>
              <a:ext uri="{FF2B5EF4-FFF2-40B4-BE49-F238E27FC236}">
                <a16:creationId xmlns:a16="http://schemas.microsoft.com/office/drawing/2014/main" id="{B877CD1E-084C-2558-AB4F-802D4F6B3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806575"/>
            <a:ext cx="6412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" name="Line 9">
            <a:extLst>
              <a:ext uri="{FF2B5EF4-FFF2-40B4-BE49-F238E27FC236}">
                <a16:creationId xmlns:a16="http://schemas.microsoft.com/office/drawing/2014/main" id="{1DCD9ED1-417B-E03E-7E64-3432EE50BE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1788" y="17478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7DA2FACD-BAC0-4FC9-F441-9B34699A0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75" y="1806575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2" name="Line 11">
            <a:extLst>
              <a:ext uri="{FF2B5EF4-FFF2-40B4-BE49-F238E27FC236}">
                <a16:creationId xmlns:a16="http://schemas.microsoft.com/office/drawing/2014/main" id="{FFF15BBD-F3EC-30B7-4659-42C777D45B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2838" y="17478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Rectangle 12">
            <a:extLst>
              <a:ext uri="{FF2B5EF4-FFF2-40B4-BE49-F238E27FC236}">
                <a16:creationId xmlns:a16="http://schemas.microsoft.com/office/drawing/2014/main" id="{30A04D86-62A1-0017-2800-3B2817DCD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338" y="1806575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" name="Line 13">
            <a:extLst>
              <a:ext uri="{FF2B5EF4-FFF2-40B4-BE49-F238E27FC236}">
                <a16:creationId xmlns:a16="http://schemas.microsoft.com/office/drawing/2014/main" id="{55A40A7B-4EBD-209E-5CCA-7F103595E7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62300" y="17478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Rectangle 14">
            <a:extLst>
              <a:ext uri="{FF2B5EF4-FFF2-40B4-BE49-F238E27FC236}">
                <a16:creationId xmlns:a16="http://schemas.microsoft.com/office/drawing/2014/main" id="{6C03E32D-B203-65CF-E6C3-858345245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1806575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6" name="Line 15">
            <a:extLst>
              <a:ext uri="{FF2B5EF4-FFF2-40B4-BE49-F238E27FC236}">
                <a16:creationId xmlns:a16="http://schemas.microsoft.com/office/drawing/2014/main" id="{96A8C79C-B6A2-0B33-8673-009472A22C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1763" y="17478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Rectangle 16">
            <a:extLst>
              <a:ext uri="{FF2B5EF4-FFF2-40B4-BE49-F238E27FC236}">
                <a16:creationId xmlns:a16="http://schemas.microsoft.com/office/drawing/2014/main" id="{510E410A-311C-A2CB-A2EF-F80C6BADB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1806575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8" name="Line 17">
            <a:extLst>
              <a:ext uri="{FF2B5EF4-FFF2-40B4-BE49-F238E27FC236}">
                <a16:creationId xmlns:a16="http://schemas.microsoft.com/office/drawing/2014/main" id="{9C2A50EC-7C29-CF3F-9599-84C420A4FD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1225" y="17478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Rectangle 18">
            <a:extLst>
              <a:ext uri="{FF2B5EF4-FFF2-40B4-BE49-F238E27FC236}">
                <a16:creationId xmlns:a16="http://schemas.microsoft.com/office/drawing/2014/main" id="{FAE3925F-93C6-32F2-D8E8-C7E83F35B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1806575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" name="Line 19">
            <a:extLst>
              <a:ext uri="{FF2B5EF4-FFF2-40B4-BE49-F238E27FC236}">
                <a16:creationId xmlns:a16="http://schemas.microsoft.com/office/drawing/2014/main" id="{D3572397-5EEE-6600-E94B-BDB64DEE96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0688" y="17478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Rectangle 20">
            <a:extLst>
              <a:ext uri="{FF2B5EF4-FFF2-40B4-BE49-F238E27FC236}">
                <a16:creationId xmlns:a16="http://schemas.microsoft.com/office/drawing/2014/main" id="{2A075A50-9D77-7168-329A-36D17F086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1806575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21">
            <a:extLst>
              <a:ext uri="{FF2B5EF4-FFF2-40B4-BE49-F238E27FC236}">
                <a16:creationId xmlns:a16="http://schemas.microsoft.com/office/drawing/2014/main" id="{C73D197B-929C-BE77-D093-6ECDA917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63" y="1966913"/>
            <a:ext cx="14763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3" name="Rectangle 22">
            <a:extLst>
              <a:ext uri="{FF2B5EF4-FFF2-40B4-BE49-F238E27FC236}">
                <a16:creationId xmlns:a16="http://schemas.microsoft.com/office/drawing/2014/main" id="{81F58FC9-1BB1-76D1-4413-A1029671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1966913"/>
            <a:ext cx="920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" name="Rectangle 23">
            <a:extLst>
              <a:ext uri="{FF2B5EF4-FFF2-40B4-BE49-F238E27FC236}">
                <a16:creationId xmlns:a16="http://schemas.microsoft.com/office/drawing/2014/main" id="{F9EE1514-0278-4236-D256-2D09F545D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1966913"/>
            <a:ext cx="952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5" name="Rectangle 24">
            <a:extLst>
              <a:ext uri="{FF2B5EF4-FFF2-40B4-BE49-F238E27FC236}">
                <a16:creationId xmlns:a16="http://schemas.microsoft.com/office/drawing/2014/main" id="{4D6737EA-5FE2-8349-C825-EFB95B954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1966913"/>
            <a:ext cx="920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" name="Rectangle 25">
            <a:extLst>
              <a:ext uri="{FF2B5EF4-FFF2-40B4-BE49-F238E27FC236}">
                <a16:creationId xmlns:a16="http://schemas.microsoft.com/office/drawing/2014/main" id="{97D083DE-6962-A884-7A4B-4AC45DD2F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1966913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7" name="Rectangle 26">
            <a:extLst>
              <a:ext uri="{FF2B5EF4-FFF2-40B4-BE49-F238E27FC236}">
                <a16:creationId xmlns:a16="http://schemas.microsoft.com/office/drawing/2014/main" id="{3CF71A62-ECC7-E599-E120-205993A7B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1966913"/>
            <a:ext cx="1111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8" name="Rectangle 27">
            <a:extLst>
              <a:ext uri="{FF2B5EF4-FFF2-40B4-BE49-F238E27FC236}">
                <a16:creationId xmlns:a16="http://schemas.microsoft.com/office/drawing/2014/main" id="{B93B7AD4-A680-2BED-4220-1602ADAA2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1966913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 28">
            <a:extLst>
              <a:ext uri="{FF2B5EF4-FFF2-40B4-BE49-F238E27FC236}">
                <a16:creationId xmlns:a16="http://schemas.microsoft.com/office/drawing/2014/main" id="{8F4706C6-4C7E-5E19-A759-83B82A0C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1966913"/>
            <a:ext cx="12541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" name="Line 29">
            <a:extLst>
              <a:ext uri="{FF2B5EF4-FFF2-40B4-BE49-F238E27FC236}">
                <a16:creationId xmlns:a16="http://schemas.microsoft.com/office/drawing/2014/main" id="{750DE75C-D6D5-AAED-04D8-7B7BE650B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1746250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" name="Rectangle 30">
            <a:extLst>
              <a:ext uri="{FF2B5EF4-FFF2-40B4-BE49-F238E27FC236}">
                <a16:creationId xmlns:a16="http://schemas.microsoft.com/office/drawing/2014/main" id="{9F771323-37C6-5F87-01AE-B09058EFB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677988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" name="Line 31">
            <a:extLst>
              <a:ext uri="{FF2B5EF4-FFF2-40B4-BE49-F238E27FC236}">
                <a16:creationId xmlns:a16="http://schemas.microsoft.com/office/drawing/2014/main" id="{2DCEAAB4-DC50-1FFE-4651-CCAB0095D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1457325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" name="Rectangle 32">
            <a:extLst>
              <a:ext uri="{FF2B5EF4-FFF2-40B4-BE49-F238E27FC236}">
                <a16:creationId xmlns:a16="http://schemas.microsoft.com/office/drawing/2014/main" id="{B3ECDD22-8FEB-ACF3-973D-78FDD696B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387475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0.25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" name="Line 33">
            <a:extLst>
              <a:ext uri="{FF2B5EF4-FFF2-40B4-BE49-F238E27FC236}">
                <a16:creationId xmlns:a16="http://schemas.microsoft.com/office/drawing/2014/main" id="{2B1399AE-9A28-5EA4-9DCB-CAB50AB77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116681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" name="Rectangle 34">
            <a:extLst>
              <a:ext uri="{FF2B5EF4-FFF2-40B4-BE49-F238E27FC236}">
                <a16:creationId xmlns:a16="http://schemas.microsoft.com/office/drawing/2014/main" id="{AB2CF802-FA31-89D0-7832-A4B54FDE9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098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0.50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" name="Line 35">
            <a:extLst>
              <a:ext uri="{FF2B5EF4-FFF2-40B4-BE49-F238E27FC236}">
                <a16:creationId xmlns:a16="http://schemas.microsoft.com/office/drawing/2014/main" id="{074F230A-DAA7-8602-A090-3FE78D807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87788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" name="Rectangle 36">
            <a:extLst>
              <a:ext uri="{FF2B5EF4-FFF2-40B4-BE49-F238E27FC236}">
                <a16:creationId xmlns:a16="http://schemas.microsoft.com/office/drawing/2014/main" id="{F324C212-3A94-6153-F469-4CA337CAB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809625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0.75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Line 37">
            <a:extLst>
              <a:ext uri="{FF2B5EF4-FFF2-40B4-BE49-F238E27FC236}">
                <a16:creationId xmlns:a16="http://schemas.microsoft.com/office/drawing/2014/main" id="{91158F97-91C3-476B-8F06-AD120F6D4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58896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" name="Rectangle 38">
            <a:extLst>
              <a:ext uri="{FF2B5EF4-FFF2-40B4-BE49-F238E27FC236}">
                <a16:creationId xmlns:a16="http://schemas.microsoft.com/office/drawing/2014/main" id="{4EC69AA9-FD3A-CBD4-0A4A-26033E1F1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519113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1.00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" name="Rectangle 39">
            <a:extLst>
              <a:ext uri="{FF2B5EF4-FFF2-40B4-BE49-F238E27FC236}">
                <a16:creationId xmlns:a16="http://schemas.microsoft.com/office/drawing/2014/main" id="{EC669F82-F0A2-FCB3-68F5-00AAC50A617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25413" y="1303338"/>
            <a:ext cx="62547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最终节点终止比例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1" name="Freeform 40">
            <a:extLst>
              <a:ext uri="{FF2B5EF4-FFF2-40B4-BE49-F238E27FC236}">
                <a16:creationId xmlns:a16="http://schemas.microsoft.com/office/drawing/2014/main" id="{3F221D80-C431-1399-657E-A8C7942FC26A}"/>
              </a:ext>
            </a:extLst>
          </p:cNvPr>
          <p:cNvSpPr>
            <a:spLocks noEditPoints="1"/>
          </p:cNvSpPr>
          <p:nvPr/>
        </p:nvSpPr>
        <p:spPr bwMode="auto">
          <a:xfrm>
            <a:off x="1992313" y="1122363"/>
            <a:ext cx="3116263" cy="106363"/>
          </a:xfrm>
          <a:custGeom>
            <a:avLst/>
            <a:gdLst>
              <a:gd name="T0" fmla="*/ 76 w 3925"/>
              <a:gd name="T1" fmla="*/ 10 h 133"/>
              <a:gd name="T2" fmla="*/ 185 w 3925"/>
              <a:gd name="T3" fmla="*/ 25 h 133"/>
              <a:gd name="T4" fmla="*/ 295 w 3925"/>
              <a:gd name="T5" fmla="*/ 40 h 133"/>
              <a:gd name="T6" fmla="*/ 404 w 3925"/>
              <a:gd name="T7" fmla="*/ 55 h 133"/>
              <a:gd name="T8" fmla="*/ 513 w 3925"/>
              <a:gd name="T9" fmla="*/ 70 h 133"/>
              <a:gd name="T10" fmla="*/ 622 w 3925"/>
              <a:gd name="T11" fmla="*/ 84 h 133"/>
              <a:gd name="T12" fmla="*/ 731 w 3925"/>
              <a:gd name="T13" fmla="*/ 99 h 133"/>
              <a:gd name="T14" fmla="*/ 841 w 3925"/>
              <a:gd name="T15" fmla="*/ 114 h 133"/>
              <a:gd name="T16" fmla="*/ 950 w 3925"/>
              <a:gd name="T17" fmla="*/ 129 h 133"/>
              <a:gd name="T18" fmla="*/ 1060 w 3925"/>
              <a:gd name="T19" fmla="*/ 132 h 133"/>
              <a:gd name="T20" fmla="*/ 1170 w 3925"/>
              <a:gd name="T21" fmla="*/ 131 h 133"/>
              <a:gd name="T22" fmla="*/ 1280 w 3925"/>
              <a:gd name="T23" fmla="*/ 130 h 133"/>
              <a:gd name="T24" fmla="*/ 1391 w 3925"/>
              <a:gd name="T25" fmla="*/ 128 h 133"/>
              <a:gd name="T26" fmla="*/ 1501 w 3925"/>
              <a:gd name="T27" fmla="*/ 127 h 133"/>
              <a:gd name="T28" fmla="*/ 1611 w 3925"/>
              <a:gd name="T29" fmla="*/ 125 h 133"/>
              <a:gd name="T30" fmla="*/ 1721 w 3925"/>
              <a:gd name="T31" fmla="*/ 124 h 133"/>
              <a:gd name="T32" fmla="*/ 1831 w 3925"/>
              <a:gd name="T33" fmla="*/ 122 h 133"/>
              <a:gd name="T34" fmla="*/ 1942 w 3925"/>
              <a:gd name="T35" fmla="*/ 121 h 133"/>
              <a:gd name="T36" fmla="*/ 2052 w 3925"/>
              <a:gd name="T37" fmla="*/ 118 h 133"/>
              <a:gd name="T38" fmla="*/ 2162 w 3925"/>
              <a:gd name="T39" fmla="*/ 114 h 133"/>
              <a:gd name="T40" fmla="*/ 2272 w 3925"/>
              <a:gd name="T41" fmla="*/ 111 h 133"/>
              <a:gd name="T42" fmla="*/ 2382 w 3925"/>
              <a:gd name="T43" fmla="*/ 107 h 133"/>
              <a:gd name="T44" fmla="*/ 2493 w 3925"/>
              <a:gd name="T45" fmla="*/ 103 h 133"/>
              <a:gd name="T46" fmla="*/ 2603 w 3925"/>
              <a:gd name="T47" fmla="*/ 99 h 133"/>
              <a:gd name="T48" fmla="*/ 2713 w 3925"/>
              <a:gd name="T49" fmla="*/ 96 h 133"/>
              <a:gd name="T50" fmla="*/ 2823 w 3925"/>
              <a:gd name="T51" fmla="*/ 92 h 133"/>
              <a:gd name="T52" fmla="*/ 2933 w 3925"/>
              <a:gd name="T53" fmla="*/ 88 h 133"/>
              <a:gd name="T54" fmla="*/ 3044 w 3925"/>
              <a:gd name="T55" fmla="*/ 87 h 133"/>
              <a:gd name="T56" fmla="*/ 3154 w 3925"/>
              <a:gd name="T57" fmla="*/ 86 h 133"/>
              <a:gd name="T58" fmla="*/ 3264 w 3925"/>
              <a:gd name="T59" fmla="*/ 86 h 133"/>
              <a:gd name="T60" fmla="*/ 3374 w 3925"/>
              <a:gd name="T61" fmla="*/ 85 h 133"/>
              <a:gd name="T62" fmla="*/ 3485 w 3925"/>
              <a:gd name="T63" fmla="*/ 84 h 133"/>
              <a:gd name="T64" fmla="*/ 3595 w 3925"/>
              <a:gd name="T65" fmla="*/ 83 h 133"/>
              <a:gd name="T66" fmla="*/ 3705 w 3925"/>
              <a:gd name="T67" fmla="*/ 82 h 133"/>
              <a:gd name="T68" fmla="*/ 3815 w 3925"/>
              <a:gd name="T69" fmla="*/ 81 h 133"/>
              <a:gd name="T70" fmla="*/ 3925 w 3925"/>
              <a:gd name="T71" fmla="*/ 8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925" h="133">
                <a:moveTo>
                  <a:pt x="0" y="0"/>
                </a:moveTo>
                <a:lnTo>
                  <a:pt x="76" y="10"/>
                </a:lnTo>
                <a:moveTo>
                  <a:pt x="109" y="15"/>
                </a:moveTo>
                <a:lnTo>
                  <a:pt x="185" y="25"/>
                </a:lnTo>
                <a:moveTo>
                  <a:pt x="218" y="30"/>
                </a:moveTo>
                <a:lnTo>
                  <a:pt x="295" y="40"/>
                </a:lnTo>
                <a:moveTo>
                  <a:pt x="327" y="44"/>
                </a:moveTo>
                <a:lnTo>
                  <a:pt x="404" y="55"/>
                </a:lnTo>
                <a:moveTo>
                  <a:pt x="437" y="59"/>
                </a:moveTo>
                <a:lnTo>
                  <a:pt x="513" y="70"/>
                </a:lnTo>
                <a:moveTo>
                  <a:pt x="546" y="74"/>
                </a:moveTo>
                <a:lnTo>
                  <a:pt x="622" y="84"/>
                </a:lnTo>
                <a:moveTo>
                  <a:pt x="655" y="89"/>
                </a:moveTo>
                <a:lnTo>
                  <a:pt x="731" y="99"/>
                </a:lnTo>
                <a:moveTo>
                  <a:pt x="764" y="104"/>
                </a:moveTo>
                <a:lnTo>
                  <a:pt x="841" y="114"/>
                </a:lnTo>
                <a:moveTo>
                  <a:pt x="874" y="119"/>
                </a:moveTo>
                <a:lnTo>
                  <a:pt x="950" y="129"/>
                </a:lnTo>
                <a:moveTo>
                  <a:pt x="983" y="133"/>
                </a:moveTo>
                <a:lnTo>
                  <a:pt x="1060" y="132"/>
                </a:lnTo>
                <a:moveTo>
                  <a:pt x="1093" y="132"/>
                </a:moveTo>
                <a:lnTo>
                  <a:pt x="1170" y="131"/>
                </a:lnTo>
                <a:moveTo>
                  <a:pt x="1203" y="131"/>
                </a:moveTo>
                <a:lnTo>
                  <a:pt x="1280" y="130"/>
                </a:lnTo>
                <a:moveTo>
                  <a:pt x="1314" y="129"/>
                </a:moveTo>
                <a:lnTo>
                  <a:pt x="1391" y="128"/>
                </a:lnTo>
                <a:moveTo>
                  <a:pt x="1424" y="128"/>
                </a:moveTo>
                <a:lnTo>
                  <a:pt x="1501" y="127"/>
                </a:lnTo>
                <a:moveTo>
                  <a:pt x="1534" y="126"/>
                </a:moveTo>
                <a:lnTo>
                  <a:pt x="1611" y="125"/>
                </a:lnTo>
                <a:moveTo>
                  <a:pt x="1644" y="125"/>
                </a:moveTo>
                <a:lnTo>
                  <a:pt x="1721" y="124"/>
                </a:lnTo>
                <a:moveTo>
                  <a:pt x="1755" y="123"/>
                </a:moveTo>
                <a:lnTo>
                  <a:pt x="1831" y="122"/>
                </a:lnTo>
                <a:moveTo>
                  <a:pt x="1865" y="122"/>
                </a:moveTo>
                <a:lnTo>
                  <a:pt x="1942" y="121"/>
                </a:lnTo>
                <a:moveTo>
                  <a:pt x="1975" y="120"/>
                </a:moveTo>
                <a:lnTo>
                  <a:pt x="2052" y="118"/>
                </a:lnTo>
                <a:moveTo>
                  <a:pt x="2085" y="117"/>
                </a:moveTo>
                <a:lnTo>
                  <a:pt x="2162" y="114"/>
                </a:lnTo>
                <a:moveTo>
                  <a:pt x="2195" y="113"/>
                </a:moveTo>
                <a:lnTo>
                  <a:pt x="2272" y="111"/>
                </a:lnTo>
                <a:moveTo>
                  <a:pt x="2306" y="109"/>
                </a:moveTo>
                <a:lnTo>
                  <a:pt x="2382" y="107"/>
                </a:lnTo>
                <a:moveTo>
                  <a:pt x="2416" y="106"/>
                </a:moveTo>
                <a:lnTo>
                  <a:pt x="2493" y="103"/>
                </a:lnTo>
                <a:moveTo>
                  <a:pt x="2526" y="102"/>
                </a:moveTo>
                <a:lnTo>
                  <a:pt x="2603" y="99"/>
                </a:lnTo>
                <a:moveTo>
                  <a:pt x="2636" y="98"/>
                </a:moveTo>
                <a:lnTo>
                  <a:pt x="2713" y="96"/>
                </a:lnTo>
                <a:moveTo>
                  <a:pt x="2746" y="95"/>
                </a:moveTo>
                <a:lnTo>
                  <a:pt x="2823" y="92"/>
                </a:lnTo>
                <a:moveTo>
                  <a:pt x="2856" y="91"/>
                </a:moveTo>
                <a:lnTo>
                  <a:pt x="2933" y="88"/>
                </a:lnTo>
                <a:moveTo>
                  <a:pt x="2967" y="88"/>
                </a:moveTo>
                <a:lnTo>
                  <a:pt x="3044" y="87"/>
                </a:lnTo>
                <a:moveTo>
                  <a:pt x="3077" y="87"/>
                </a:moveTo>
                <a:lnTo>
                  <a:pt x="3154" y="86"/>
                </a:lnTo>
                <a:moveTo>
                  <a:pt x="3187" y="86"/>
                </a:moveTo>
                <a:lnTo>
                  <a:pt x="3264" y="86"/>
                </a:lnTo>
                <a:moveTo>
                  <a:pt x="3297" y="85"/>
                </a:moveTo>
                <a:lnTo>
                  <a:pt x="3374" y="85"/>
                </a:lnTo>
                <a:moveTo>
                  <a:pt x="3408" y="84"/>
                </a:moveTo>
                <a:lnTo>
                  <a:pt x="3485" y="84"/>
                </a:lnTo>
                <a:moveTo>
                  <a:pt x="3518" y="83"/>
                </a:moveTo>
                <a:lnTo>
                  <a:pt x="3595" y="83"/>
                </a:lnTo>
                <a:moveTo>
                  <a:pt x="3628" y="83"/>
                </a:moveTo>
                <a:lnTo>
                  <a:pt x="3705" y="82"/>
                </a:lnTo>
                <a:moveTo>
                  <a:pt x="3738" y="82"/>
                </a:moveTo>
                <a:lnTo>
                  <a:pt x="3815" y="81"/>
                </a:lnTo>
                <a:moveTo>
                  <a:pt x="3848" y="81"/>
                </a:moveTo>
                <a:lnTo>
                  <a:pt x="3925" y="80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Rectangle 41">
            <a:extLst>
              <a:ext uri="{FF2B5EF4-FFF2-40B4-BE49-F238E27FC236}">
                <a16:creationId xmlns:a16="http://schemas.microsoft.com/office/drawing/2014/main" id="{15D21B9D-CB64-1850-7C4F-52ECD361F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1096963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Rectangle 42">
            <a:extLst>
              <a:ext uri="{FF2B5EF4-FFF2-40B4-BE49-F238E27FC236}">
                <a16:creationId xmlns:a16="http://schemas.microsoft.com/office/drawing/2014/main" id="{A022B73E-0200-875C-8339-9B4161430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203325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" name="Rectangle 43">
            <a:extLst>
              <a:ext uri="{FF2B5EF4-FFF2-40B4-BE49-F238E27FC236}">
                <a16:creationId xmlns:a16="http://schemas.microsoft.com/office/drawing/2014/main" id="{A969A643-080B-89D0-D437-9FA6E9715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838" y="1193800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Rectangle 44">
            <a:extLst>
              <a:ext uri="{FF2B5EF4-FFF2-40B4-BE49-F238E27FC236}">
                <a16:creationId xmlns:a16="http://schemas.microsoft.com/office/drawing/2014/main" id="{FE8923B5-E7B3-0EDE-3BCE-592DAE6E0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8" y="1166813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" name="Rectangle 45">
            <a:extLst>
              <a:ext uri="{FF2B5EF4-FFF2-40B4-BE49-F238E27FC236}">
                <a16:creationId xmlns:a16="http://schemas.microsoft.com/office/drawing/2014/main" id="{61F9414F-659A-BA8C-5D42-A4F89FBDD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1160463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" name="Freeform 46">
            <a:extLst>
              <a:ext uri="{FF2B5EF4-FFF2-40B4-BE49-F238E27FC236}">
                <a16:creationId xmlns:a16="http://schemas.microsoft.com/office/drawing/2014/main" id="{3548F639-61F4-2A2A-47EB-D21CEE66AE8B}"/>
              </a:ext>
            </a:extLst>
          </p:cNvPr>
          <p:cNvSpPr>
            <a:spLocks/>
          </p:cNvSpPr>
          <p:nvPr/>
        </p:nvSpPr>
        <p:spPr bwMode="auto">
          <a:xfrm>
            <a:off x="1992313" y="941388"/>
            <a:ext cx="3119438" cy="458788"/>
          </a:xfrm>
          <a:custGeom>
            <a:avLst/>
            <a:gdLst>
              <a:gd name="T0" fmla="*/ 0 w 3928"/>
              <a:gd name="T1" fmla="*/ 0 h 578"/>
              <a:gd name="T2" fmla="*/ 982 w 3928"/>
              <a:gd name="T3" fmla="*/ 97 h 578"/>
              <a:gd name="T4" fmla="*/ 1964 w 3928"/>
              <a:gd name="T5" fmla="*/ 249 h 578"/>
              <a:gd name="T6" fmla="*/ 2946 w 3928"/>
              <a:gd name="T7" fmla="*/ 495 h 578"/>
              <a:gd name="T8" fmla="*/ 3928 w 3928"/>
              <a:gd name="T9" fmla="*/ 578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28" h="578">
                <a:moveTo>
                  <a:pt x="0" y="0"/>
                </a:moveTo>
                <a:lnTo>
                  <a:pt x="982" y="97"/>
                </a:lnTo>
                <a:lnTo>
                  <a:pt x="1964" y="249"/>
                </a:lnTo>
                <a:lnTo>
                  <a:pt x="2946" y="495"/>
                </a:lnTo>
                <a:lnTo>
                  <a:pt x="3928" y="578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" name="Freeform 47">
            <a:extLst>
              <a:ext uri="{FF2B5EF4-FFF2-40B4-BE49-F238E27FC236}">
                <a16:creationId xmlns:a16="http://schemas.microsoft.com/office/drawing/2014/main" id="{C33F22BE-014E-F8A0-C4E5-ABD47575D622}"/>
              </a:ext>
            </a:extLst>
          </p:cNvPr>
          <p:cNvSpPr>
            <a:spLocks/>
          </p:cNvSpPr>
          <p:nvPr/>
        </p:nvSpPr>
        <p:spPr bwMode="auto">
          <a:xfrm>
            <a:off x="1966913" y="915988"/>
            <a:ext cx="50800" cy="50800"/>
          </a:xfrm>
          <a:custGeom>
            <a:avLst/>
            <a:gdLst>
              <a:gd name="T0" fmla="*/ 32 w 64"/>
              <a:gd name="T1" fmla="*/ 64 h 64"/>
              <a:gd name="T2" fmla="*/ 54 w 64"/>
              <a:gd name="T3" fmla="*/ 54 h 64"/>
              <a:gd name="T4" fmla="*/ 64 w 64"/>
              <a:gd name="T5" fmla="*/ 32 h 64"/>
              <a:gd name="T6" fmla="*/ 54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4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8" y="60"/>
                  <a:pt x="54" y="54"/>
                </a:cubicBezTo>
                <a:cubicBezTo>
                  <a:pt x="60" y="48"/>
                  <a:pt x="64" y="40"/>
                  <a:pt x="64" y="32"/>
                </a:cubicBezTo>
                <a:cubicBezTo>
                  <a:pt x="64" y="23"/>
                  <a:pt x="60" y="15"/>
                  <a:pt x="54" y="9"/>
                </a:cubicBezTo>
                <a:cubicBezTo>
                  <a:pt x="48" y="3"/>
                  <a:pt x="40" y="0"/>
                  <a:pt x="32" y="0"/>
                </a:cubicBezTo>
                <a:cubicBezTo>
                  <a:pt x="23" y="0"/>
                  <a:pt x="15" y="3"/>
                  <a:pt x="9" y="9"/>
                </a:cubicBezTo>
                <a:cubicBezTo>
                  <a:pt x="3" y="15"/>
                  <a:pt x="0" y="23"/>
                  <a:pt x="0" y="32"/>
                </a:cubicBezTo>
                <a:cubicBezTo>
                  <a:pt x="0" y="40"/>
                  <a:pt x="3" y="48"/>
                  <a:pt x="9" y="54"/>
                </a:cubicBezTo>
                <a:cubicBezTo>
                  <a:pt x="15" y="60"/>
                  <a:pt x="23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" name="Freeform 48">
            <a:extLst>
              <a:ext uri="{FF2B5EF4-FFF2-40B4-BE49-F238E27FC236}">
                <a16:creationId xmlns:a16="http://schemas.microsoft.com/office/drawing/2014/main" id="{7140205A-6DF6-7DD8-DB39-EC13A335D86D}"/>
              </a:ext>
            </a:extLst>
          </p:cNvPr>
          <p:cNvSpPr>
            <a:spLocks/>
          </p:cNvSpPr>
          <p:nvPr/>
        </p:nvSpPr>
        <p:spPr bwMode="auto">
          <a:xfrm>
            <a:off x="2746375" y="992188"/>
            <a:ext cx="50800" cy="50800"/>
          </a:xfrm>
          <a:custGeom>
            <a:avLst/>
            <a:gdLst>
              <a:gd name="T0" fmla="*/ 32 w 64"/>
              <a:gd name="T1" fmla="*/ 64 h 64"/>
              <a:gd name="T2" fmla="*/ 54 w 64"/>
              <a:gd name="T3" fmla="*/ 54 h 64"/>
              <a:gd name="T4" fmla="*/ 64 w 64"/>
              <a:gd name="T5" fmla="*/ 32 h 64"/>
              <a:gd name="T6" fmla="*/ 54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4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8" y="60"/>
                  <a:pt x="54" y="54"/>
                </a:cubicBezTo>
                <a:cubicBezTo>
                  <a:pt x="60" y="48"/>
                  <a:pt x="64" y="40"/>
                  <a:pt x="64" y="32"/>
                </a:cubicBezTo>
                <a:cubicBezTo>
                  <a:pt x="64" y="23"/>
                  <a:pt x="60" y="15"/>
                  <a:pt x="54" y="9"/>
                </a:cubicBezTo>
                <a:cubicBezTo>
                  <a:pt x="48" y="3"/>
                  <a:pt x="40" y="0"/>
                  <a:pt x="32" y="0"/>
                </a:cubicBezTo>
                <a:cubicBezTo>
                  <a:pt x="23" y="0"/>
                  <a:pt x="15" y="3"/>
                  <a:pt x="9" y="9"/>
                </a:cubicBezTo>
                <a:cubicBezTo>
                  <a:pt x="3" y="15"/>
                  <a:pt x="0" y="23"/>
                  <a:pt x="0" y="32"/>
                </a:cubicBezTo>
                <a:cubicBezTo>
                  <a:pt x="0" y="40"/>
                  <a:pt x="3" y="48"/>
                  <a:pt x="9" y="54"/>
                </a:cubicBezTo>
                <a:cubicBezTo>
                  <a:pt x="15" y="60"/>
                  <a:pt x="23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" name="Freeform 49">
            <a:extLst>
              <a:ext uri="{FF2B5EF4-FFF2-40B4-BE49-F238E27FC236}">
                <a16:creationId xmlns:a16="http://schemas.microsoft.com/office/drawing/2014/main" id="{37434409-A787-C401-D754-15A75A844D21}"/>
              </a:ext>
            </a:extLst>
          </p:cNvPr>
          <p:cNvSpPr>
            <a:spLocks/>
          </p:cNvSpPr>
          <p:nvPr/>
        </p:nvSpPr>
        <p:spPr bwMode="auto">
          <a:xfrm>
            <a:off x="3525838" y="1112838"/>
            <a:ext cx="50800" cy="50800"/>
          </a:xfrm>
          <a:custGeom>
            <a:avLst/>
            <a:gdLst>
              <a:gd name="T0" fmla="*/ 32 w 64"/>
              <a:gd name="T1" fmla="*/ 64 h 64"/>
              <a:gd name="T2" fmla="*/ 55 w 64"/>
              <a:gd name="T3" fmla="*/ 54 h 64"/>
              <a:gd name="T4" fmla="*/ 64 w 64"/>
              <a:gd name="T5" fmla="*/ 32 h 64"/>
              <a:gd name="T6" fmla="*/ 55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4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9" y="60"/>
                  <a:pt x="55" y="54"/>
                </a:cubicBezTo>
                <a:cubicBezTo>
                  <a:pt x="61" y="48"/>
                  <a:pt x="64" y="40"/>
                  <a:pt x="64" y="32"/>
                </a:cubicBezTo>
                <a:cubicBezTo>
                  <a:pt x="64" y="23"/>
                  <a:pt x="61" y="15"/>
                  <a:pt x="55" y="9"/>
                </a:cubicBezTo>
                <a:cubicBezTo>
                  <a:pt x="49" y="3"/>
                  <a:pt x="40" y="0"/>
                  <a:pt x="32" y="0"/>
                </a:cubicBezTo>
                <a:cubicBezTo>
                  <a:pt x="23" y="0"/>
                  <a:pt x="15" y="3"/>
                  <a:pt x="9" y="9"/>
                </a:cubicBezTo>
                <a:cubicBezTo>
                  <a:pt x="3" y="15"/>
                  <a:pt x="0" y="23"/>
                  <a:pt x="0" y="32"/>
                </a:cubicBezTo>
                <a:cubicBezTo>
                  <a:pt x="0" y="40"/>
                  <a:pt x="3" y="48"/>
                  <a:pt x="9" y="54"/>
                </a:cubicBezTo>
                <a:cubicBezTo>
                  <a:pt x="15" y="60"/>
                  <a:pt x="23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" name="Freeform 50">
            <a:extLst>
              <a:ext uri="{FF2B5EF4-FFF2-40B4-BE49-F238E27FC236}">
                <a16:creationId xmlns:a16="http://schemas.microsoft.com/office/drawing/2014/main" id="{8716F738-A34C-4DEF-1DF2-2D4AF36B837D}"/>
              </a:ext>
            </a:extLst>
          </p:cNvPr>
          <p:cNvSpPr>
            <a:spLocks/>
          </p:cNvSpPr>
          <p:nvPr/>
        </p:nvSpPr>
        <p:spPr bwMode="auto">
          <a:xfrm>
            <a:off x="4306888" y="1308100"/>
            <a:ext cx="50800" cy="50800"/>
          </a:xfrm>
          <a:custGeom>
            <a:avLst/>
            <a:gdLst>
              <a:gd name="T0" fmla="*/ 32 w 64"/>
              <a:gd name="T1" fmla="*/ 64 h 64"/>
              <a:gd name="T2" fmla="*/ 55 w 64"/>
              <a:gd name="T3" fmla="*/ 54 h 64"/>
              <a:gd name="T4" fmla="*/ 64 w 64"/>
              <a:gd name="T5" fmla="*/ 32 h 64"/>
              <a:gd name="T6" fmla="*/ 55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4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9" y="60"/>
                  <a:pt x="55" y="54"/>
                </a:cubicBezTo>
                <a:cubicBezTo>
                  <a:pt x="61" y="48"/>
                  <a:pt x="64" y="40"/>
                  <a:pt x="64" y="32"/>
                </a:cubicBezTo>
                <a:cubicBezTo>
                  <a:pt x="64" y="23"/>
                  <a:pt x="61" y="15"/>
                  <a:pt x="55" y="9"/>
                </a:cubicBezTo>
                <a:cubicBezTo>
                  <a:pt x="49" y="3"/>
                  <a:pt x="40" y="0"/>
                  <a:pt x="32" y="0"/>
                </a:cubicBezTo>
                <a:cubicBezTo>
                  <a:pt x="24" y="0"/>
                  <a:pt x="15" y="3"/>
                  <a:pt x="9" y="9"/>
                </a:cubicBezTo>
                <a:cubicBezTo>
                  <a:pt x="3" y="15"/>
                  <a:pt x="0" y="23"/>
                  <a:pt x="0" y="32"/>
                </a:cubicBezTo>
                <a:cubicBezTo>
                  <a:pt x="0" y="40"/>
                  <a:pt x="3" y="48"/>
                  <a:pt x="9" y="54"/>
                </a:cubicBezTo>
                <a:cubicBezTo>
                  <a:pt x="15" y="60"/>
                  <a:pt x="24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" name="Freeform 51">
            <a:extLst>
              <a:ext uri="{FF2B5EF4-FFF2-40B4-BE49-F238E27FC236}">
                <a16:creationId xmlns:a16="http://schemas.microsoft.com/office/drawing/2014/main" id="{940D0EFB-F7DC-F1B5-BA7D-7118EB03BE25}"/>
              </a:ext>
            </a:extLst>
          </p:cNvPr>
          <p:cNvSpPr>
            <a:spLocks/>
          </p:cNvSpPr>
          <p:nvPr/>
        </p:nvSpPr>
        <p:spPr bwMode="auto">
          <a:xfrm>
            <a:off x="5086350" y="1374775"/>
            <a:ext cx="50800" cy="50800"/>
          </a:xfrm>
          <a:custGeom>
            <a:avLst/>
            <a:gdLst>
              <a:gd name="T0" fmla="*/ 32 w 64"/>
              <a:gd name="T1" fmla="*/ 64 h 64"/>
              <a:gd name="T2" fmla="*/ 55 w 64"/>
              <a:gd name="T3" fmla="*/ 55 h 64"/>
              <a:gd name="T4" fmla="*/ 64 w 64"/>
              <a:gd name="T5" fmla="*/ 32 h 64"/>
              <a:gd name="T6" fmla="*/ 55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5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1" y="64"/>
                  <a:pt x="49" y="61"/>
                  <a:pt x="55" y="55"/>
                </a:cubicBezTo>
                <a:cubicBezTo>
                  <a:pt x="61" y="49"/>
                  <a:pt x="64" y="40"/>
                  <a:pt x="64" y="32"/>
                </a:cubicBezTo>
                <a:cubicBezTo>
                  <a:pt x="64" y="23"/>
                  <a:pt x="61" y="15"/>
                  <a:pt x="55" y="9"/>
                </a:cubicBezTo>
                <a:cubicBezTo>
                  <a:pt x="49" y="3"/>
                  <a:pt x="41" y="0"/>
                  <a:pt x="32" y="0"/>
                </a:cubicBezTo>
                <a:cubicBezTo>
                  <a:pt x="24" y="0"/>
                  <a:pt x="15" y="3"/>
                  <a:pt x="9" y="9"/>
                </a:cubicBezTo>
                <a:cubicBezTo>
                  <a:pt x="3" y="15"/>
                  <a:pt x="0" y="23"/>
                  <a:pt x="0" y="32"/>
                </a:cubicBezTo>
                <a:cubicBezTo>
                  <a:pt x="0" y="40"/>
                  <a:pt x="3" y="49"/>
                  <a:pt x="9" y="55"/>
                </a:cubicBezTo>
                <a:cubicBezTo>
                  <a:pt x="15" y="61"/>
                  <a:pt x="24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" name="Line 52">
            <a:extLst>
              <a:ext uri="{FF2B5EF4-FFF2-40B4-BE49-F238E27FC236}">
                <a16:creationId xmlns:a16="http://schemas.microsoft.com/office/drawing/2014/main" id="{5FB99AFB-BABC-CFB8-E892-2F4C7FA40C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325" y="519113"/>
            <a:ext cx="0" cy="12668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" name="Line 53">
            <a:extLst>
              <a:ext uri="{FF2B5EF4-FFF2-40B4-BE49-F238E27FC236}">
                <a16:creationId xmlns:a16="http://schemas.microsoft.com/office/drawing/2014/main" id="{C09E155A-1ECA-F307-D687-60E315519F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1785938"/>
            <a:ext cx="467836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" name="Rectangle 54">
            <a:extLst>
              <a:ext uri="{FF2B5EF4-FFF2-40B4-BE49-F238E27FC236}">
                <a16:creationId xmlns:a16="http://schemas.microsoft.com/office/drawing/2014/main" id="{66F47B0D-BC30-8EF3-12A9-2F5EC59AC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900" y="2241550"/>
            <a:ext cx="3714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(a) J2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6" name="Rectangle 55">
            <a:extLst>
              <a:ext uri="{FF2B5EF4-FFF2-40B4-BE49-F238E27FC236}">
                <a16:creationId xmlns:a16="http://schemas.microsoft.com/office/drawing/2014/main" id="{C2275428-CF23-979B-DCEA-EEAD48B8B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246313"/>
            <a:ext cx="13970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7" name="Rectangle 56">
            <a:extLst>
              <a:ext uri="{FF2B5EF4-FFF2-40B4-BE49-F238E27FC236}">
                <a16:creationId xmlns:a16="http://schemas.microsoft.com/office/drawing/2014/main" id="{E6123B62-C34E-B364-AC9D-E2F9B7C24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241550"/>
            <a:ext cx="18256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8" name="Line 57">
            <a:extLst>
              <a:ext uri="{FF2B5EF4-FFF2-40B4-BE49-F238E27FC236}">
                <a16:creationId xmlns:a16="http://schemas.microsoft.com/office/drawing/2014/main" id="{5C2C609E-247E-8672-BA03-E32363B5CD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1238" y="1009650"/>
            <a:ext cx="0" cy="2794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Line 58">
            <a:extLst>
              <a:ext uri="{FF2B5EF4-FFF2-40B4-BE49-F238E27FC236}">
                <a16:creationId xmlns:a16="http://schemas.microsoft.com/office/drawing/2014/main" id="{1677C4EA-2D57-E694-0E8A-A9B6386D11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5838" y="1289050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" name="Line 59">
            <a:extLst>
              <a:ext uri="{FF2B5EF4-FFF2-40B4-BE49-F238E27FC236}">
                <a16:creationId xmlns:a16="http://schemas.microsoft.com/office/drawing/2014/main" id="{F6661150-93D2-21A9-0395-F52747BDD2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5838" y="1009650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11BCADDD-C386-F770-6547-DB52457B1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2288" y="1141413"/>
            <a:ext cx="0" cy="292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" name="Line 61">
            <a:extLst>
              <a:ext uri="{FF2B5EF4-FFF2-40B4-BE49-F238E27FC236}">
                <a16:creationId xmlns:a16="http://schemas.microsoft.com/office/drawing/2014/main" id="{1F22B6D9-3877-7E7B-8383-2A0D203285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6888" y="1433513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Line 62">
            <a:extLst>
              <a:ext uri="{FF2B5EF4-FFF2-40B4-BE49-F238E27FC236}">
                <a16:creationId xmlns:a16="http://schemas.microsoft.com/office/drawing/2014/main" id="{FB9E3650-5F90-C6F5-8496-C7F0450E4B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6888" y="1141413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Freeform 63">
            <a:extLst>
              <a:ext uri="{FF2B5EF4-FFF2-40B4-BE49-F238E27FC236}">
                <a16:creationId xmlns:a16="http://schemas.microsoft.com/office/drawing/2014/main" id="{40288494-1C48-1E89-E08C-10309FA32860}"/>
              </a:ext>
            </a:extLst>
          </p:cNvPr>
          <p:cNvSpPr>
            <a:spLocks/>
          </p:cNvSpPr>
          <p:nvPr/>
        </p:nvSpPr>
        <p:spPr bwMode="auto">
          <a:xfrm>
            <a:off x="3516313" y="1112838"/>
            <a:ext cx="71438" cy="71438"/>
          </a:xfrm>
          <a:custGeom>
            <a:avLst/>
            <a:gdLst>
              <a:gd name="T0" fmla="*/ 45 w 90"/>
              <a:gd name="T1" fmla="*/ 91 h 91"/>
              <a:gd name="T2" fmla="*/ 90 w 90"/>
              <a:gd name="T3" fmla="*/ 46 h 91"/>
              <a:gd name="T4" fmla="*/ 45 w 90"/>
              <a:gd name="T5" fmla="*/ 0 h 91"/>
              <a:gd name="T6" fmla="*/ 0 w 90"/>
              <a:gd name="T7" fmla="*/ 46 h 91"/>
              <a:gd name="T8" fmla="*/ 45 w 90"/>
              <a:gd name="T9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91">
                <a:moveTo>
                  <a:pt x="45" y="91"/>
                </a:moveTo>
                <a:lnTo>
                  <a:pt x="90" y="46"/>
                </a:lnTo>
                <a:lnTo>
                  <a:pt x="45" y="0"/>
                </a:lnTo>
                <a:lnTo>
                  <a:pt x="0" y="46"/>
                </a:lnTo>
                <a:lnTo>
                  <a:pt x="45" y="91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" name="Freeform 64">
            <a:extLst>
              <a:ext uri="{FF2B5EF4-FFF2-40B4-BE49-F238E27FC236}">
                <a16:creationId xmlns:a16="http://schemas.microsoft.com/office/drawing/2014/main" id="{653778F7-B279-546F-E929-E7FBE20B93C6}"/>
              </a:ext>
            </a:extLst>
          </p:cNvPr>
          <p:cNvSpPr>
            <a:spLocks/>
          </p:cNvSpPr>
          <p:nvPr/>
        </p:nvSpPr>
        <p:spPr bwMode="auto">
          <a:xfrm>
            <a:off x="4295775" y="1260475"/>
            <a:ext cx="71438" cy="71438"/>
          </a:xfrm>
          <a:custGeom>
            <a:avLst/>
            <a:gdLst>
              <a:gd name="T0" fmla="*/ 45 w 90"/>
              <a:gd name="T1" fmla="*/ 90 h 90"/>
              <a:gd name="T2" fmla="*/ 90 w 90"/>
              <a:gd name="T3" fmla="*/ 45 h 90"/>
              <a:gd name="T4" fmla="*/ 45 w 90"/>
              <a:gd name="T5" fmla="*/ 0 h 90"/>
              <a:gd name="T6" fmla="*/ 0 w 90"/>
              <a:gd name="T7" fmla="*/ 45 h 90"/>
              <a:gd name="T8" fmla="*/ 45 w 90"/>
              <a:gd name="T9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90">
                <a:moveTo>
                  <a:pt x="45" y="90"/>
                </a:moveTo>
                <a:lnTo>
                  <a:pt x="90" y="45"/>
                </a:lnTo>
                <a:lnTo>
                  <a:pt x="45" y="0"/>
                </a:lnTo>
                <a:lnTo>
                  <a:pt x="0" y="45"/>
                </a:lnTo>
                <a:lnTo>
                  <a:pt x="45" y="90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" name="Rectangle 65">
            <a:extLst>
              <a:ext uri="{FF2B5EF4-FFF2-40B4-BE49-F238E27FC236}">
                <a16:creationId xmlns:a16="http://schemas.microsoft.com/office/drawing/2014/main" id="{CF599F69-9532-8416-952F-C902742DD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698750"/>
            <a:ext cx="4678363" cy="1268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" name="Line 66">
            <a:extLst>
              <a:ext uri="{FF2B5EF4-FFF2-40B4-BE49-F238E27FC236}">
                <a16:creationId xmlns:a16="http://schemas.microsoft.com/office/drawing/2014/main" id="{99B87411-6579-07D2-6661-ABFC66FA0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325" y="392906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" name="Rectangle 67">
            <a:extLst>
              <a:ext uri="{FF2B5EF4-FFF2-40B4-BE49-F238E27FC236}">
                <a16:creationId xmlns:a16="http://schemas.microsoft.com/office/drawing/2014/main" id="{ADAC4530-7E2B-F007-33FC-323F210E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398780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9" name="Line 68">
            <a:extLst>
              <a:ext uri="{FF2B5EF4-FFF2-40B4-BE49-F238E27FC236}">
                <a16:creationId xmlns:a16="http://schemas.microsoft.com/office/drawing/2014/main" id="{BDC0930E-5416-5C4B-0805-BB3B8AB96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1788" y="392906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" name="Rectangle 69">
            <a:extLst>
              <a:ext uri="{FF2B5EF4-FFF2-40B4-BE49-F238E27FC236}">
                <a16:creationId xmlns:a16="http://schemas.microsoft.com/office/drawing/2014/main" id="{02360848-5AF6-74AA-B09B-AFF0BC377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75" y="3987800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" name="Line 70">
            <a:extLst>
              <a:ext uri="{FF2B5EF4-FFF2-40B4-BE49-F238E27FC236}">
                <a16:creationId xmlns:a16="http://schemas.microsoft.com/office/drawing/2014/main" id="{E7AF2630-A5D2-A037-F0DE-A4FE3A16E4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2838" y="392906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" name="Rectangle 71">
            <a:extLst>
              <a:ext uri="{FF2B5EF4-FFF2-40B4-BE49-F238E27FC236}">
                <a16:creationId xmlns:a16="http://schemas.microsoft.com/office/drawing/2014/main" id="{D6F3AF1E-81C7-EBFA-E99A-8F1E773B4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338" y="3987800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" name="Line 72">
            <a:extLst>
              <a:ext uri="{FF2B5EF4-FFF2-40B4-BE49-F238E27FC236}">
                <a16:creationId xmlns:a16="http://schemas.microsoft.com/office/drawing/2014/main" id="{7340A070-AE10-4B4F-A30F-5139551B3C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62300" y="392906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" name="Rectangle 73">
            <a:extLst>
              <a:ext uri="{FF2B5EF4-FFF2-40B4-BE49-F238E27FC236}">
                <a16:creationId xmlns:a16="http://schemas.microsoft.com/office/drawing/2014/main" id="{487A162D-9447-691E-2E1A-5036D4401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3987800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Line 74">
            <a:extLst>
              <a:ext uri="{FF2B5EF4-FFF2-40B4-BE49-F238E27FC236}">
                <a16:creationId xmlns:a16="http://schemas.microsoft.com/office/drawing/2014/main" id="{DB4DDB23-12C0-0D4A-D1C5-09723D476A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1763" y="392906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" name="Rectangle 75">
            <a:extLst>
              <a:ext uri="{FF2B5EF4-FFF2-40B4-BE49-F238E27FC236}">
                <a16:creationId xmlns:a16="http://schemas.microsoft.com/office/drawing/2014/main" id="{388BF438-C268-F574-0FED-268EC6506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3987800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Line 76">
            <a:extLst>
              <a:ext uri="{FF2B5EF4-FFF2-40B4-BE49-F238E27FC236}">
                <a16:creationId xmlns:a16="http://schemas.microsoft.com/office/drawing/2014/main" id="{3EC2024C-30E6-6845-A6F3-DB09465DF2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1225" y="392906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" name="Rectangle 77">
            <a:extLst>
              <a:ext uri="{FF2B5EF4-FFF2-40B4-BE49-F238E27FC236}">
                <a16:creationId xmlns:a16="http://schemas.microsoft.com/office/drawing/2014/main" id="{EAC950A1-2A70-D0B9-9497-354174DD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3987800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Line 78">
            <a:extLst>
              <a:ext uri="{FF2B5EF4-FFF2-40B4-BE49-F238E27FC236}">
                <a16:creationId xmlns:a16="http://schemas.microsoft.com/office/drawing/2014/main" id="{B297D168-BE65-A5AA-F05E-E6E294A0A7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0688" y="392906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" name="Rectangle 79">
            <a:extLst>
              <a:ext uri="{FF2B5EF4-FFF2-40B4-BE49-F238E27FC236}">
                <a16:creationId xmlns:a16="http://schemas.microsoft.com/office/drawing/2014/main" id="{2CBF2044-0406-CC41-80B5-5AF036214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3987800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Rectangle 80">
            <a:extLst>
              <a:ext uri="{FF2B5EF4-FFF2-40B4-BE49-F238E27FC236}">
                <a16:creationId xmlns:a16="http://schemas.microsoft.com/office/drawing/2014/main" id="{FD19C7F9-CB86-886B-7E05-86B0E20D8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63" y="4148138"/>
            <a:ext cx="14763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" name="Rectangle 81">
            <a:extLst>
              <a:ext uri="{FF2B5EF4-FFF2-40B4-BE49-F238E27FC236}">
                <a16:creationId xmlns:a16="http://schemas.microsoft.com/office/drawing/2014/main" id="{E863EF88-6D92-5891-8B73-11C47C1B9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4148138"/>
            <a:ext cx="920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Rectangle 82">
            <a:extLst>
              <a:ext uri="{FF2B5EF4-FFF2-40B4-BE49-F238E27FC236}">
                <a16:creationId xmlns:a16="http://schemas.microsoft.com/office/drawing/2014/main" id="{D8A2416E-E5D8-C07F-B1F3-6B22AEFAB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4148138"/>
            <a:ext cx="952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4" name="Rectangle 83">
            <a:extLst>
              <a:ext uri="{FF2B5EF4-FFF2-40B4-BE49-F238E27FC236}">
                <a16:creationId xmlns:a16="http://schemas.microsoft.com/office/drawing/2014/main" id="{2E49B595-00AE-1B43-6989-FE15296AE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148138"/>
            <a:ext cx="920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Rectangle 84">
            <a:extLst>
              <a:ext uri="{FF2B5EF4-FFF2-40B4-BE49-F238E27FC236}">
                <a16:creationId xmlns:a16="http://schemas.microsoft.com/office/drawing/2014/main" id="{87A39A71-939C-3D5F-275F-5511A5D0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4148138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85">
            <a:extLst>
              <a:ext uri="{FF2B5EF4-FFF2-40B4-BE49-F238E27FC236}">
                <a16:creationId xmlns:a16="http://schemas.microsoft.com/office/drawing/2014/main" id="{95386EBA-9EF1-2659-7A2B-61374D27D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148138"/>
            <a:ext cx="1111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Rectangle 86">
            <a:extLst>
              <a:ext uri="{FF2B5EF4-FFF2-40B4-BE49-F238E27FC236}">
                <a16:creationId xmlns:a16="http://schemas.microsoft.com/office/drawing/2014/main" id="{73AC1D61-6D6C-E3C2-9128-195ED597E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4148138"/>
            <a:ext cx="1031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" name="Rectangle 87">
            <a:extLst>
              <a:ext uri="{FF2B5EF4-FFF2-40B4-BE49-F238E27FC236}">
                <a16:creationId xmlns:a16="http://schemas.microsoft.com/office/drawing/2014/main" id="{014F8203-ECF7-BB67-7193-1A59644FF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4148138"/>
            <a:ext cx="12541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Line 88">
            <a:extLst>
              <a:ext uri="{FF2B5EF4-FFF2-40B4-BE49-F238E27FC236}">
                <a16:creationId xmlns:a16="http://schemas.microsoft.com/office/drawing/2014/main" id="{A6CA5C30-3FF3-F58C-B5BF-D4664A154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3927475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" name="Rectangle 89">
            <a:extLst>
              <a:ext uri="{FF2B5EF4-FFF2-40B4-BE49-F238E27FC236}">
                <a16:creationId xmlns:a16="http://schemas.microsoft.com/office/drawing/2014/main" id="{08684401-6C43-8D91-AF73-E60B13A40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857625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Line 90">
            <a:extLst>
              <a:ext uri="{FF2B5EF4-FFF2-40B4-BE49-F238E27FC236}">
                <a16:creationId xmlns:a16="http://schemas.microsoft.com/office/drawing/2014/main" id="{4A268637-FD4F-D9E8-76BB-945F8BE32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363696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" name="Rectangle 91">
            <a:extLst>
              <a:ext uri="{FF2B5EF4-FFF2-40B4-BE49-F238E27FC236}">
                <a16:creationId xmlns:a16="http://schemas.microsoft.com/office/drawing/2014/main" id="{6B686480-FA2C-DF2D-9651-06B015FDA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56870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0.25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Line 92">
            <a:extLst>
              <a:ext uri="{FF2B5EF4-FFF2-40B4-BE49-F238E27FC236}">
                <a16:creationId xmlns:a16="http://schemas.microsoft.com/office/drawing/2014/main" id="{85AC2963-9F54-9479-3ECE-00C9A396C5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334803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" name="Rectangle 93">
            <a:extLst>
              <a:ext uri="{FF2B5EF4-FFF2-40B4-BE49-F238E27FC236}">
                <a16:creationId xmlns:a16="http://schemas.microsoft.com/office/drawing/2014/main" id="{C3E8E487-DA21-C597-7D6A-BFA2B7926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279775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0.50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Line 94">
            <a:extLst>
              <a:ext uri="{FF2B5EF4-FFF2-40B4-BE49-F238E27FC236}">
                <a16:creationId xmlns:a16="http://schemas.microsoft.com/office/drawing/2014/main" id="{669145D1-79CA-1D19-BC81-DDAFB75DD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305911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" name="Rectangle 95">
            <a:extLst>
              <a:ext uri="{FF2B5EF4-FFF2-40B4-BE49-F238E27FC236}">
                <a16:creationId xmlns:a16="http://schemas.microsoft.com/office/drawing/2014/main" id="{9BF95ACA-6B7A-34ED-1875-469FF7983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2989263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0.75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7" name="Line 96">
            <a:extLst>
              <a:ext uri="{FF2B5EF4-FFF2-40B4-BE49-F238E27FC236}">
                <a16:creationId xmlns:a16="http://schemas.microsoft.com/office/drawing/2014/main" id="{1D2F4865-895F-25CD-2CA8-CAB5C9553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2768600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" name="Rectangle 97">
            <a:extLst>
              <a:ext uri="{FF2B5EF4-FFF2-40B4-BE49-F238E27FC236}">
                <a16:creationId xmlns:a16="http://schemas.microsoft.com/office/drawing/2014/main" id="{D4FFD2B2-ABF9-ED88-62E7-1674928FC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2700338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1.00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Rectangle 98">
            <a:extLst>
              <a:ext uri="{FF2B5EF4-FFF2-40B4-BE49-F238E27FC236}">
                <a16:creationId xmlns:a16="http://schemas.microsoft.com/office/drawing/2014/main" id="{FAE08935-24EB-CBCA-CCA5-03F0EF8402A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25413" y="3484563"/>
            <a:ext cx="62547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最终节点终止比例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0" name="Freeform 99">
            <a:extLst>
              <a:ext uri="{FF2B5EF4-FFF2-40B4-BE49-F238E27FC236}">
                <a16:creationId xmlns:a16="http://schemas.microsoft.com/office/drawing/2014/main" id="{56B937E8-737D-6256-F540-97DFF2A8A17E}"/>
              </a:ext>
            </a:extLst>
          </p:cNvPr>
          <p:cNvSpPr>
            <a:spLocks noEditPoints="1"/>
          </p:cNvSpPr>
          <p:nvPr/>
        </p:nvSpPr>
        <p:spPr bwMode="auto">
          <a:xfrm>
            <a:off x="2771775" y="3198813"/>
            <a:ext cx="2336800" cy="36513"/>
          </a:xfrm>
          <a:custGeom>
            <a:avLst/>
            <a:gdLst>
              <a:gd name="T0" fmla="*/ 0 w 2942"/>
              <a:gd name="T1" fmla="*/ 47 h 47"/>
              <a:gd name="T2" fmla="*/ 77 w 2942"/>
              <a:gd name="T3" fmla="*/ 43 h 47"/>
              <a:gd name="T4" fmla="*/ 110 w 2942"/>
              <a:gd name="T5" fmla="*/ 42 h 47"/>
              <a:gd name="T6" fmla="*/ 187 w 2942"/>
              <a:gd name="T7" fmla="*/ 38 h 47"/>
              <a:gd name="T8" fmla="*/ 220 w 2942"/>
              <a:gd name="T9" fmla="*/ 37 h 47"/>
              <a:gd name="T10" fmla="*/ 297 w 2942"/>
              <a:gd name="T11" fmla="*/ 33 h 47"/>
              <a:gd name="T12" fmla="*/ 330 w 2942"/>
              <a:gd name="T13" fmla="*/ 31 h 47"/>
              <a:gd name="T14" fmla="*/ 407 w 2942"/>
              <a:gd name="T15" fmla="*/ 28 h 47"/>
              <a:gd name="T16" fmla="*/ 440 w 2942"/>
              <a:gd name="T17" fmla="*/ 26 h 47"/>
              <a:gd name="T18" fmla="*/ 517 w 2942"/>
              <a:gd name="T19" fmla="*/ 22 h 47"/>
              <a:gd name="T20" fmla="*/ 550 w 2942"/>
              <a:gd name="T21" fmla="*/ 21 h 47"/>
              <a:gd name="T22" fmla="*/ 627 w 2942"/>
              <a:gd name="T23" fmla="*/ 17 h 47"/>
              <a:gd name="T24" fmla="*/ 661 w 2942"/>
              <a:gd name="T25" fmla="*/ 15 h 47"/>
              <a:gd name="T26" fmla="*/ 737 w 2942"/>
              <a:gd name="T27" fmla="*/ 12 h 47"/>
              <a:gd name="T28" fmla="*/ 771 w 2942"/>
              <a:gd name="T29" fmla="*/ 10 h 47"/>
              <a:gd name="T30" fmla="*/ 848 w 2942"/>
              <a:gd name="T31" fmla="*/ 6 h 47"/>
              <a:gd name="T32" fmla="*/ 881 w 2942"/>
              <a:gd name="T33" fmla="*/ 5 h 47"/>
              <a:gd name="T34" fmla="*/ 958 w 2942"/>
              <a:gd name="T35" fmla="*/ 1 h 47"/>
              <a:gd name="T36" fmla="*/ 991 w 2942"/>
              <a:gd name="T37" fmla="*/ 0 h 47"/>
              <a:gd name="T38" fmla="*/ 1068 w 2942"/>
              <a:gd name="T39" fmla="*/ 0 h 47"/>
              <a:gd name="T40" fmla="*/ 1101 w 2942"/>
              <a:gd name="T41" fmla="*/ 0 h 47"/>
              <a:gd name="T42" fmla="*/ 1178 w 2942"/>
              <a:gd name="T43" fmla="*/ 0 h 47"/>
              <a:gd name="T44" fmla="*/ 1211 w 2942"/>
              <a:gd name="T45" fmla="*/ 0 h 47"/>
              <a:gd name="T46" fmla="*/ 1288 w 2942"/>
              <a:gd name="T47" fmla="*/ 0 h 47"/>
              <a:gd name="T48" fmla="*/ 1322 w 2942"/>
              <a:gd name="T49" fmla="*/ 0 h 47"/>
              <a:gd name="T50" fmla="*/ 1399 w 2942"/>
              <a:gd name="T51" fmla="*/ 0 h 47"/>
              <a:gd name="T52" fmla="*/ 1432 w 2942"/>
              <a:gd name="T53" fmla="*/ 0 h 47"/>
              <a:gd name="T54" fmla="*/ 1509 w 2942"/>
              <a:gd name="T55" fmla="*/ 0 h 47"/>
              <a:gd name="T56" fmla="*/ 1542 w 2942"/>
              <a:gd name="T57" fmla="*/ 0 h 47"/>
              <a:gd name="T58" fmla="*/ 1619 w 2942"/>
              <a:gd name="T59" fmla="*/ 0 h 47"/>
              <a:gd name="T60" fmla="*/ 1652 w 2942"/>
              <a:gd name="T61" fmla="*/ 0 h 47"/>
              <a:gd name="T62" fmla="*/ 1729 w 2942"/>
              <a:gd name="T63" fmla="*/ 0 h 47"/>
              <a:gd name="T64" fmla="*/ 1763 w 2942"/>
              <a:gd name="T65" fmla="*/ 0 h 47"/>
              <a:gd name="T66" fmla="*/ 1840 w 2942"/>
              <a:gd name="T67" fmla="*/ 0 h 47"/>
              <a:gd name="T68" fmla="*/ 1873 w 2942"/>
              <a:gd name="T69" fmla="*/ 0 h 47"/>
              <a:gd name="T70" fmla="*/ 1950 w 2942"/>
              <a:gd name="T71" fmla="*/ 1 h 47"/>
              <a:gd name="T72" fmla="*/ 1983 w 2942"/>
              <a:gd name="T73" fmla="*/ 1 h 47"/>
              <a:gd name="T74" fmla="*/ 2060 w 2942"/>
              <a:gd name="T75" fmla="*/ 3 h 47"/>
              <a:gd name="T76" fmla="*/ 2093 w 2942"/>
              <a:gd name="T77" fmla="*/ 4 h 47"/>
              <a:gd name="T78" fmla="*/ 2170 w 2942"/>
              <a:gd name="T79" fmla="*/ 6 h 47"/>
              <a:gd name="T80" fmla="*/ 2203 w 2942"/>
              <a:gd name="T81" fmla="*/ 7 h 47"/>
              <a:gd name="T82" fmla="*/ 2280 w 2942"/>
              <a:gd name="T83" fmla="*/ 9 h 47"/>
              <a:gd name="T84" fmla="*/ 2314 w 2942"/>
              <a:gd name="T85" fmla="*/ 10 h 47"/>
              <a:gd name="T86" fmla="*/ 2391 w 2942"/>
              <a:gd name="T87" fmla="*/ 12 h 47"/>
              <a:gd name="T88" fmla="*/ 2424 w 2942"/>
              <a:gd name="T89" fmla="*/ 13 h 47"/>
              <a:gd name="T90" fmla="*/ 2501 w 2942"/>
              <a:gd name="T91" fmla="*/ 15 h 47"/>
              <a:gd name="T92" fmla="*/ 2534 w 2942"/>
              <a:gd name="T93" fmla="*/ 16 h 47"/>
              <a:gd name="T94" fmla="*/ 2611 w 2942"/>
              <a:gd name="T95" fmla="*/ 18 h 47"/>
              <a:gd name="T96" fmla="*/ 2644 w 2942"/>
              <a:gd name="T97" fmla="*/ 19 h 47"/>
              <a:gd name="T98" fmla="*/ 2721 w 2942"/>
              <a:gd name="T99" fmla="*/ 21 h 47"/>
              <a:gd name="T100" fmla="*/ 2754 w 2942"/>
              <a:gd name="T101" fmla="*/ 21 h 47"/>
              <a:gd name="T102" fmla="*/ 2831 w 2942"/>
              <a:gd name="T103" fmla="*/ 23 h 47"/>
              <a:gd name="T104" fmla="*/ 2865 w 2942"/>
              <a:gd name="T105" fmla="*/ 24 h 47"/>
              <a:gd name="T106" fmla="*/ 2942 w 2942"/>
              <a:gd name="T107" fmla="*/ 26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942" h="47">
                <a:moveTo>
                  <a:pt x="0" y="47"/>
                </a:moveTo>
                <a:lnTo>
                  <a:pt x="77" y="43"/>
                </a:lnTo>
                <a:moveTo>
                  <a:pt x="110" y="42"/>
                </a:moveTo>
                <a:lnTo>
                  <a:pt x="187" y="38"/>
                </a:lnTo>
                <a:moveTo>
                  <a:pt x="220" y="37"/>
                </a:moveTo>
                <a:lnTo>
                  <a:pt x="297" y="33"/>
                </a:lnTo>
                <a:moveTo>
                  <a:pt x="330" y="31"/>
                </a:moveTo>
                <a:lnTo>
                  <a:pt x="407" y="28"/>
                </a:lnTo>
                <a:moveTo>
                  <a:pt x="440" y="26"/>
                </a:moveTo>
                <a:lnTo>
                  <a:pt x="517" y="22"/>
                </a:lnTo>
                <a:moveTo>
                  <a:pt x="550" y="21"/>
                </a:moveTo>
                <a:lnTo>
                  <a:pt x="627" y="17"/>
                </a:lnTo>
                <a:moveTo>
                  <a:pt x="661" y="15"/>
                </a:moveTo>
                <a:lnTo>
                  <a:pt x="737" y="12"/>
                </a:lnTo>
                <a:moveTo>
                  <a:pt x="771" y="10"/>
                </a:moveTo>
                <a:lnTo>
                  <a:pt x="848" y="6"/>
                </a:lnTo>
                <a:moveTo>
                  <a:pt x="881" y="5"/>
                </a:moveTo>
                <a:lnTo>
                  <a:pt x="958" y="1"/>
                </a:lnTo>
                <a:moveTo>
                  <a:pt x="991" y="0"/>
                </a:moveTo>
                <a:lnTo>
                  <a:pt x="1068" y="0"/>
                </a:lnTo>
                <a:moveTo>
                  <a:pt x="1101" y="0"/>
                </a:moveTo>
                <a:lnTo>
                  <a:pt x="1178" y="0"/>
                </a:lnTo>
                <a:moveTo>
                  <a:pt x="1211" y="0"/>
                </a:moveTo>
                <a:lnTo>
                  <a:pt x="1288" y="0"/>
                </a:lnTo>
                <a:moveTo>
                  <a:pt x="1322" y="0"/>
                </a:moveTo>
                <a:lnTo>
                  <a:pt x="1399" y="0"/>
                </a:lnTo>
                <a:moveTo>
                  <a:pt x="1432" y="0"/>
                </a:moveTo>
                <a:lnTo>
                  <a:pt x="1509" y="0"/>
                </a:lnTo>
                <a:moveTo>
                  <a:pt x="1542" y="0"/>
                </a:moveTo>
                <a:lnTo>
                  <a:pt x="1619" y="0"/>
                </a:lnTo>
                <a:moveTo>
                  <a:pt x="1652" y="0"/>
                </a:moveTo>
                <a:lnTo>
                  <a:pt x="1729" y="0"/>
                </a:lnTo>
                <a:moveTo>
                  <a:pt x="1763" y="0"/>
                </a:moveTo>
                <a:lnTo>
                  <a:pt x="1840" y="0"/>
                </a:lnTo>
                <a:moveTo>
                  <a:pt x="1873" y="0"/>
                </a:moveTo>
                <a:lnTo>
                  <a:pt x="1950" y="1"/>
                </a:lnTo>
                <a:moveTo>
                  <a:pt x="1983" y="1"/>
                </a:moveTo>
                <a:lnTo>
                  <a:pt x="2060" y="3"/>
                </a:lnTo>
                <a:moveTo>
                  <a:pt x="2093" y="4"/>
                </a:moveTo>
                <a:lnTo>
                  <a:pt x="2170" y="6"/>
                </a:lnTo>
                <a:moveTo>
                  <a:pt x="2203" y="7"/>
                </a:moveTo>
                <a:lnTo>
                  <a:pt x="2280" y="9"/>
                </a:lnTo>
                <a:moveTo>
                  <a:pt x="2314" y="10"/>
                </a:moveTo>
                <a:lnTo>
                  <a:pt x="2391" y="12"/>
                </a:lnTo>
                <a:moveTo>
                  <a:pt x="2424" y="13"/>
                </a:moveTo>
                <a:lnTo>
                  <a:pt x="2501" y="15"/>
                </a:lnTo>
                <a:moveTo>
                  <a:pt x="2534" y="16"/>
                </a:moveTo>
                <a:lnTo>
                  <a:pt x="2611" y="18"/>
                </a:lnTo>
                <a:moveTo>
                  <a:pt x="2644" y="19"/>
                </a:moveTo>
                <a:lnTo>
                  <a:pt x="2721" y="21"/>
                </a:lnTo>
                <a:moveTo>
                  <a:pt x="2754" y="21"/>
                </a:moveTo>
                <a:lnTo>
                  <a:pt x="2831" y="23"/>
                </a:lnTo>
                <a:moveTo>
                  <a:pt x="2865" y="24"/>
                </a:moveTo>
                <a:lnTo>
                  <a:pt x="2942" y="26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" name="Rectangle 100">
            <a:extLst>
              <a:ext uri="{FF2B5EF4-FFF2-40B4-BE49-F238E27FC236}">
                <a16:creationId xmlns:a16="http://schemas.microsoft.com/office/drawing/2014/main" id="{E726D9BB-9CD9-786A-9FAC-F15847944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3209925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" name="Rectangle 101">
            <a:extLst>
              <a:ext uri="{FF2B5EF4-FFF2-40B4-BE49-F238E27FC236}">
                <a16:creationId xmlns:a16="http://schemas.microsoft.com/office/drawing/2014/main" id="{7315FD38-2710-AD59-9625-C337AB5D5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838" y="3173413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" name="Rectangle 102">
            <a:extLst>
              <a:ext uri="{FF2B5EF4-FFF2-40B4-BE49-F238E27FC236}">
                <a16:creationId xmlns:a16="http://schemas.microsoft.com/office/drawing/2014/main" id="{10FAEE9E-DBAE-B74D-ED16-9EC9B4FA6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8" y="3173413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" name="Rectangle 103">
            <a:extLst>
              <a:ext uri="{FF2B5EF4-FFF2-40B4-BE49-F238E27FC236}">
                <a16:creationId xmlns:a16="http://schemas.microsoft.com/office/drawing/2014/main" id="{6364E618-E08A-FA48-EBD3-91E3E5FB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3194050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" name="Freeform 104">
            <a:extLst>
              <a:ext uri="{FF2B5EF4-FFF2-40B4-BE49-F238E27FC236}">
                <a16:creationId xmlns:a16="http://schemas.microsoft.com/office/drawing/2014/main" id="{823B1A22-3248-8BE5-876E-7878FB88D3B3}"/>
              </a:ext>
            </a:extLst>
          </p:cNvPr>
          <p:cNvSpPr>
            <a:spLocks/>
          </p:cNvSpPr>
          <p:nvPr/>
        </p:nvSpPr>
        <p:spPr bwMode="auto">
          <a:xfrm>
            <a:off x="2771775" y="2940050"/>
            <a:ext cx="2339975" cy="390525"/>
          </a:xfrm>
          <a:custGeom>
            <a:avLst/>
            <a:gdLst>
              <a:gd name="T0" fmla="*/ 0 w 2946"/>
              <a:gd name="T1" fmla="*/ 0 h 492"/>
              <a:gd name="T2" fmla="*/ 982 w 2946"/>
              <a:gd name="T3" fmla="*/ 39 h 492"/>
              <a:gd name="T4" fmla="*/ 1964 w 2946"/>
              <a:gd name="T5" fmla="*/ 262 h 492"/>
              <a:gd name="T6" fmla="*/ 2946 w 2946"/>
              <a:gd name="T7" fmla="*/ 492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46" h="492">
                <a:moveTo>
                  <a:pt x="0" y="0"/>
                </a:moveTo>
                <a:lnTo>
                  <a:pt x="982" y="39"/>
                </a:lnTo>
                <a:lnTo>
                  <a:pt x="1964" y="262"/>
                </a:lnTo>
                <a:lnTo>
                  <a:pt x="2946" y="492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6" name="Freeform 105">
            <a:extLst>
              <a:ext uri="{FF2B5EF4-FFF2-40B4-BE49-F238E27FC236}">
                <a16:creationId xmlns:a16="http://schemas.microsoft.com/office/drawing/2014/main" id="{71795B18-4698-8F13-A45B-D6EB01D38237}"/>
              </a:ext>
            </a:extLst>
          </p:cNvPr>
          <p:cNvSpPr>
            <a:spLocks/>
          </p:cNvSpPr>
          <p:nvPr/>
        </p:nvSpPr>
        <p:spPr bwMode="auto">
          <a:xfrm>
            <a:off x="2746375" y="2914650"/>
            <a:ext cx="50800" cy="50800"/>
          </a:xfrm>
          <a:custGeom>
            <a:avLst/>
            <a:gdLst>
              <a:gd name="T0" fmla="*/ 32 w 64"/>
              <a:gd name="T1" fmla="*/ 64 h 64"/>
              <a:gd name="T2" fmla="*/ 54 w 64"/>
              <a:gd name="T3" fmla="*/ 55 h 64"/>
              <a:gd name="T4" fmla="*/ 64 w 64"/>
              <a:gd name="T5" fmla="*/ 32 h 64"/>
              <a:gd name="T6" fmla="*/ 54 w 64"/>
              <a:gd name="T7" fmla="*/ 10 h 64"/>
              <a:gd name="T8" fmla="*/ 32 w 64"/>
              <a:gd name="T9" fmla="*/ 0 h 64"/>
              <a:gd name="T10" fmla="*/ 9 w 64"/>
              <a:gd name="T11" fmla="*/ 10 h 64"/>
              <a:gd name="T12" fmla="*/ 0 w 64"/>
              <a:gd name="T13" fmla="*/ 32 h 64"/>
              <a:gd name="T14" fmla="*/ 9 w 64"/>
              <a:gd name="T15" fmla="*/ 55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8" y="61"/>
                  <a:pt x="54" y="55"/>
                </a:cubicBezTo>
                <a:cubicBezTo>
                  <a:pt x="60" y="49"/>
                  <a:pt x="64" y="41"/>
                  <a:pt x="64" y="32"/>
                </a:cubicBezTo>
                <a:cubicBezTo>
                  <a:pt x="64" y="24"/>
                  <a:pt x="60" y="16"/>
                  <a:pt x="54" y="10"/>
                </a:cubicBezTo>
                <a:cubicBezTo>
                  <a:pt x="48" y="4"/>
                  <a:pt x="40" y="0"/>
                  <a:pt x="32" y="0"/>
                </a:cubicBezTo>
                <a:cubicBezTo>
                  <a:pt x="23" y="0"/>
                  <a:pt x="15" y="4"/>
                  <a:pt x="9" y="10"/>
                </a:cubicBezTo>
                <a:cubicBezTo>
                  <a:pt x="3" y="16"/>
                  <a:pt x="0" y="24"/>
                  <a:pt x="0" y="32"/>
                </a:cubicBezTo>
                <a:cubicBezTo>
                  <a:pt x="0" y="41"/>
                  <a:pt x="3" y="49"/>
                  <a:pt x="9" y="55"/>
                </a:cubicBezTo>
                <a:cubicBezTo>
                  <a:pt x="15" y="61"/>
                  <a:pt x="23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7" name="Freeform 106">
            <a:extLst>
              <a:ext uri="{FF2B5EF4-FFF2-40B4-BE49-F238E27FC236}">
                <a16:creationId xmlns:a16="http://schemas.microsoft.com/office/drawing/2014/main" id="{D3D3A314-5FE9-9D7E-6D00-41EEF386148D}"/>
              </a:ext>
            </a:extLst>
          </p:cNvPr>
          <p:cNvSpPr>
            <a:spLocks/>
          </p:cNvSpPr>
          <p:nvPr/>
        </p:nvSpPr>
        <p:spPr bwMode="auto">
          <a:xfrm>
            <a:off x="3525838" y="2944813"/>
            <a:ext cx="50800" cy="50800"/>
          </a:xfrm>
          <a:custGeom>
            <a:avLst/>
            <a:gdLst>
              <a:gd name="T0" fmla="*/ 32 w 64"/>
              <a:gd name="T1" fmla="*/ 64 h 64"/>
              <a:gd name="T2" fmla="*/ 55 w 64"/>
              <a:gd name="T3" fmla="*/ 54 h 64"/>
              <a:gd name="T4" fmla="*/ 64 w 64"/>
              <a:gd name="T5" fmla="*/ 32 h 64"/>
              <a:gd name="T6" fmla="*/ 55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4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9" y="60"/>
                  <a:pt x="55" y="54"/>
                </a:cubicBezTo>
                <a:cubicBezTo>
                  <a:pt x="61" y="48"/>
                  <a:pt x="64" y="40"/>
                  <a:pt x="64" y="32"/>
                </a:cubicBezTo>
                <a:cubicBezTo>
                  <a:pt x="64" y="23"/>
                  <a:pt x="61" y="15"/>
                  <a:pt x="55" y="9"/>
                </a:cubicBezTo>
                <a:cubicBezTo>
                  <a:pt x="49" y="3"/>
                  <a:pt x="40" y="0"/>
                  <a:pt x="32" y="0"/>
                </a:cubicBezTo>
                <a:cubicBezTo>
                  <a:pt x="23" y="0"/>
                  <a:pt x="15" y="3"/>
                  <a:pt x="9" y="9"/>
                </a:cubicBezTo>
                <a:cubicBezTo>
                  <a:pt x="3" y="15"/>
                  <a:pt x="0" y="23"/>
                  <a:pt x="0" y="32"/>
                </a:cubicBezTo>
                <a:cubicBezTo>
                  <a:pt x="0" y="40"/>
                  <a:pt x="3" y="48"/>
                  <a:pt x="9" y="54"/>
                </a:cubicBezTo>
                <a:cubicBezTo>
                  <a:pt x="15" y="60"/>
                  <a:pt x="23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8" name="Freeform 107">
            <a:extLst>
              <a:ext uri="{FF2B5EF4-FFF2-40B4-BE49-F238E27FC236}">
                <a16:creationId xmlns:a16="http://schemas.microsoft.com/office/drawing/2014/main" id="{F98A6432-7727-A93D-ECCA-4CDF747D4D1A}"/>
              </a:ext>
            </a:extLst>
          </p:cNvPr>
          <p:cNvSpPr>
            <a:spLocks/>
          </p:cNvSpPr>
          <p:nvPr/>
        </p:nvSpPr>
        <p:spPr bwMode="auto">
          <a:xfrm>
            <a:off x="4306888" y="3122613"/>
            <a:ext cx="50800" cy="50800"/>
          </a:xfrm>
          <a:custGeom>
            <a:avLst/>
            <a:gdLst>
              <a:gd name="T0" fmla="*/ 32 w 64"/>
              <a:gd name="T1" fmla="*/ 64 h 64"/>
              <a:gd name="T2" fmla="*/ 55 w 64"/>
              <a:gd name="T3" fmla="*/ 55 h 64"/>
              <a:gd name="T4" fmla="*/ 64 w 64"/>
              <a:gd name="T5" fmla="*/ 32 h 64"/>
              <a:gd name="T6" fmla="*/ 55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5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9" y="61"/>
                  <a:pt x="55" y="55"/>
                </a:cubicBezTo>
                <a:cubicBezTo>
                  <a:pt x="61" y="49"/>
                  <a:pt x="64" y="41"/>
                  <a:pt x="64" y="32"/>
                </a:cubicBezTo>
                <a:cubicBezTo>
                  <a:pt x="64" y="24"/>
                  <a:pt x="61" y="15"/>
                  <a:pt x="55" y="9"/>
                </a:cubicBezTo>
                <a:cubicBezTo>
                  <a:pt x="49" y="3"/>
                  <a:pt x="40" y="0"/>
                  <a:pt x="32" y="0"/>
                </a:cubicBezTo>
                <a:cubicBezTo>
                  <a:pt x="24" y="0"/>
                  <a:pt x="15" y="3"/>
                  <a:pt x="9" y="9"/>
                </a:cubicBezTo>
                <a:cubicBezTo>
                  <a:pt x="3" y="15"/>
                  <a:pt x="0" y="24"/>
                  <a:pt x="0" y="32"/>
                </a:cubicBezTo>
                <a:cubicBezTo>
                  <a:pt x="0" y="41"/>
                  <a:pt x="3" y="49"/>
                  <a:pt x="9" y="55"/>
                </a:cubicBezTo>
                <a:cubicBezTo>
                  <a:pt x="15" y="61"/>
                  <a:pt x="24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9" name="Freeform 108">
            <a:extLst>
              <a:ext uri="{FF2B5EF4-FFF2-40B4-BE49-F238E27FC236}">
                <a16:creationId xmlns:a16="http://schemas.microsoft.com/office/drawing/2014/main" id="{9317B36E-5E19-EC23-4471-29D77A035907}"/>
              </a:ext>
            </a:extLst>
          </p:cNvPr>
          <p:cNvSpPr>
            <a:spLocks/>
          </p:cNvSpPr>
          <p:nvPr/>
        </p:nvSpPr>
        <p:spPr bwMode="auto">
          <a:xfrm>
            <a:off x="5086350" y="3305175"/>
            <a:ext cx="50800" cy="50800"/>
          </a:xfrm>
          <a:custGeom>
            <a:avLst/>
            <a:gdLst>
              <a:gd name="T0" fmla="*/ 32 w 64"/>
              <a:gd name="T1" fmla="*/ 64 h 64"/>
              <a:gd name="T2" fmla="*/ 55 w 64"/>
              <a:gd name="T3" fmla="*/ 55 h 64"/>
              <a:gd name="T4" fmla="*/ 64 w 64"/>
              <a:gd name="T5" fmla="*/ 32 h 64"/>
              <a:gd name="T6" fmla="*/ 55 w 64"/>
              <a:gd name="T7" fmla="*/ 9 h 64"/>
              <a:gd name="T8" fmla="*/ 32 w 64"/>
              <a:gd name="T9" fmla="*/ 0 h 64"/>
              <a:gd name="T10" fmla="*/ 9 w 64"/>
              <a:gd name="T11" fmla="*/ 9 h 64"/>
              <a:gd name="T12" fmla="*/ 0 w 64"/>
              <a:gd name="T13" fmla="*/ 32 h 64"/>
              <a:gd name="T14" fmla="*/ 9 w 64"/>
              <a:gd name="T15" fmla="*/ 55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1" y="64"/>
                  <a:pt x="49" y="61"/>
                  <a:pt x="55" y="55"/>
                </a:cubicBezTo>
                <a:cubicBezTo>
                  <a:pt x="61" y="49"/>
                  <a:pt x="64" y="40"/>
                  <a:pt x="64" y="32"/>
                </a:cubicBezTo>
                <a:cubicBezTo>
                  <a:pt x="64" y="23"/>
                  <a:pt x="61" y="15"/>
                  <a:pt x="55" y="9"/>
                </a:cubicBezTo>
                <a:cubicBezTo>
                  <a:pt x="49" y="3"/>
                  <a:pt x="41" y="0"/>
                  <a:pt x="32" y="0"/>
                </a:cubicBezTo>
                <a:cubicBezTo>
                  <a:pt x="24" y="0"/>
                  <a:pt x="15" y="3"/>
                  <a:pt x="9" y="9"/>
                </a:cubicBezTo>
                <a:cubicBezTo>
                  <a:pt x="3" y="15"/>
                  <a:pt x="0" y="23"/>
                  <a:pt x="0" y="32"/>
                </a:cubicBezTo>
                <a:cubicBezTo>
                  <a:pt x="0" y="40"/>
                  <a:pt x="3" y="49"/>
                  <a:pt x="9" y="55"/>
                </a:cubicBezTo>
                <a:cubicBezTo>
                  <a:pt x="15" y="61"/>
                  <a:pt x="24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0" name="Line 109">
            <a:extLst>
              <a:ext uri="{FF2B5EF4-FFF2-40B4-BE49-F238E27FC236}">
                <a16:creationId xmlns:a16="http://schemas.microsoft.com/office/drawing/2014/main" id="{D46F7D9F-36CE-17BD-0238-C84B6E63FD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325" y="2698750"/>
            <a:ext cx="0" cy="12684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1" name="Line 110">
            <a:extLst>
              <a:ext uri="{FF2B5EF4-FFF2-40B4-BE49-F238E27FC236}">
                <a16:creationId xmlns:a16="http://schemas.microsoft.com/office/drawing/2014/main" id="{457C05E3-4989-B528-1EF3-2A7162B6F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3967163"/>
            <a:ext cx="467836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2" name="Rectangle 111">
            <a:extLst>
              <a:ext uri="{FF2B5EF4-FFF2-40B4-BE49-F238E27FC236}">
                <a16:creationId xmlns:a16="http://schemas.microsoft.com/office/drawing/2014/main" id="{32CFD767-E1C4-CDF1-E830-0016147BC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4422775"/>
            <a:ext cx="37941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(b) J3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3" name="Rectangle 112">
            <a:extLst>
              <a:ext uri="{FF2B5EF4-FFF2-40B4-BE49-F238E27FC236}">
                <a16:creationId xmlns:a16="http://schemas.microsoft.com/office/drawing/2014/main" id="{5199D52E-317A-8C73-E5E9-D941D8F0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288" y="4427538"/>
            <a:ext cx="13970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4" name="Rectangle 113">
            <a:extLst>
              <a:ext uri="{FF2B5EF4-FFF2-40B4-BE49-F238E27FC236}">
                <a16:creationId xmlns:a16="http://schemas.microsoft.com/office/drawing/2014/main" id="{AD7EA049-1D6E-6B34-2677-3C891920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225" y="4422775"/>
            <a:ext cx="18256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5" name="Line 114">
            <a:extLst>
              <a:ext uri="{FF2B5EF4-FFF2-40B4-BE49-F238E27FC236}">
                <a16:creationId xmlns:a16="http://schemas.microsoft.com/office/drawing/2014/main" id="{5BA81E66-8EDA-8F3F-87BA-59325B0196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1775" y="2768600"/>
            <a:ext cx="0" cy="3762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6" name="Line 115">
            <a:extLst>
              <a:ext uri="{FF2B5EF4-FFF2-40B4-BE49-F238E27FC236}">
                <a16:creationId xmlns:a16="http://schemas.microsoft.com/office/drawing/2014/main" id="{11D4A9C0-0B36-5D13-0A3A-94A9DC4647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6375" y="3144838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7" name="Line 116">
            <a:extLst>
              <a:ext uri="{FF2B5EF4-FFF2-40B4-BE49-F238E27FC236}">
                <a16:creationId xmlns:a16="http://schemas.microsoft.com/office/drawing/2014/main" id="{86933FE6-48CA-B7D8-8322-EE8F21D893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6375" y="2768600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8" name="Line 117">
            <a:extLst>
              <a:ext uri="{FF2B5EF4-FFF2-40B4-BE49-F238E27FC236}">
                <a16:creationId xmlns:a16="http://schemas.microsoft.com/office/drawing/2014/main" id="{0B2B6F9E-96E7-5D81-E2D8-7012581D2E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1238" y="2771775"/>
            <a:ext cx="0" cy="10318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9" name="Line 118">
            <a:extLst>
              <a:ext uri="{FF2B5EF4-FFF2-40B4-BE49-F238E27FC236}">
                <a16:creationId xmlns:a16="http://schemas.microsoft.com/office/drawing/2014/main" id="{8DB08446-07F6-C880-FDF3-AA4E56A8C1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5838" y="2874963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0" name="Line 119">
            <a:extLst>
              <a:ext uri="{FF2B5EF4-FFF2-40B4-BE49-F238E27FC236}">
                <a16:creationId xmlns:a16="http://schemas.microsoft.com/office/drawing/2014/main" id="{FA25B27A-D9D2-CAA1-E450-37A333BFD4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5838" y="2771775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1" name="Line 120">
            <a:extLst>
              <a:ext uri="{FF2B5EF4-FFF2-40B4-BE49-F238E27FC236}">
                <a16:creationId xmlns:a16="http://schemas.microsoft.com/office/drawing/2014/main" id="{8588F9FB-A369-B96A-FD76-43ECDFA3CF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2288" y="2967038"/>
            <a:ext cx="0" cy="2762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2" name="Line 121">
            <a:extLst>
              <a:ext uri="{FF2B5EF4-FFF2-40B4-BE49-F238E27FC236}">
                <a16:creationId xmlns:a16="http://schemas.microsoft.com/office/drawing/2014/main" id="{CEAB02D0-6CC3-31EB-F1D6-87881C8AEC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6888" y="3243263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3" name="Line 122">
            <a:extLst>
              <a:ext uri="{FF2B5EF4-FFF2-40B4-BE49-F238E27FC236}">
                <a16:creationId xmlns:a16="http://schemas.microsoft.com/office/drawing/2014/main" id="{93164492-E29B-8E91-9896-D688D66DB2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6888" y="2967038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4" name="Line 123">
            <a:extLst>
              <a:ext uri="{FF2B5EF4-FFF2-40B4-BE49-F238E27FC236}">
                <a16:creationId xmlns:a16="http://schemas.microsoft.com/office/drawing/2014/main" id="{921705AB-F8F6-C4A4-8E5B-ABEBCB4BE4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1750" y="3427413"/>
            <a:ext cx="0" cy="2000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5" name="Line 124">
            <a:extLst>
              <a:ext uri="{FF2B5EF4-FFF2-40B4-BE49-F238E27FC236}">
                <a16:creationId xmlns:a16="http://schemas.microsoft.com/office/drawing/2014/main" id="{03E3D2BA-A56B-A2B7-D2D7-4AF7CACFC7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3627438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6" name="Line 125">
            <a:extLst>
              <a:ext uri="{FF2B5EF4-FFF2-40B4-BE49-F238E27FC236}">
                <a16:creationId xmlns:a16="http://schemas.microsoft.com/office/drawing/2014/main" id="{9E6297D5-2B2C-CDEF-34D2-3389215E3F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3427413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7" name="Freeform 126">
            <a:extLst>
              <a:ext uri="{FF2B5EF4-FFF2-40B4-BE49-F238E27FC236}">
                <a16:creationId xmlns:a16="http://schemas.microsoft.com/office/drawing/2014/main" id="{77B197E6-18E1-9AE9-5AF2-13448951557B}"/>
              </a:ext>
            </a:extLst>
          </p:cNvPr>
          <p:cNvSpPr>
            <a:spLocks/>
          </p:cNvSpPr>
          <p:nvPr/>
        </p:nvSpPr>
        <p:spPr bwMode="auto">
          <a:xfrm>
            <a:off x="2736850" y="2733675"/>
            <a:ext cx="71438" cy="71438"/>
          </a:xfrm>
          <a:custGeom>
            <a:avLst/>
            <a:gdLst>
              <a:gd name="T0" fmla="*/ 45 w 90"/>
              <a:gd name="T1" fmla="*/ 90 h 90"/>
              <a:gd name="T2" fmla="*/ 90 w 90"/>
              <a:gd name="T3" fmla="*/ 45 h 90"/>
              <a:gd name="T4" fmla="*/ 45 w 90"/>
              <a:gd name="T5" fmla="*/ 0 h 90"/>
              <a:gd name="T6" fmla="*/ 0 w 90"/>
              <a:gd name="T7" fmla="*/ 45 h 90"/>
              <a:gd name="T8" fmla="*/ 45 w 90"/>
              <a:gd name="T9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90">
                <a:moveTo>
                  <a:pt x="45" y="90"/>
                </a:moveTo>
                <a:lnTo>
                  <a:pt x="90" y="45"/>
                </a:lnTo>
                <a:lnTo>
                  <a:pt x="45" y="0"/>
                </a:lnTo>
                <a:lnTo>
                  <a:pt x="0" y="45"/>
                </a:lnTo>
                <a:lnTo>
                  <a:pt x="45" y="90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8" name="Freeform 127">
            <a:extLst>
              <a:ext uri="{FF2B5EF4-FFF2-40B4-BE49-F238E27FC236}">
                <a16:creationId xmlns:a16="http://schemas.microsoft.com/office/drawing/2014/main" id="{E0ADC1F0-BC22-4084-1DA5-01E36B7371E5}"/>
              </a:ext>
            </a:extLst>
          </p:cNvPr>
          <p:cNvSpPr>
            <a:spLocks/>
          </p:cNvSpPr>
          <p:nvPr/>
        </p:nvSpPr>
        <p:spPr bwMode="auto">
          <a:xfrm>
            <a:off x="3516313" y="2752725"/>
            <a:ext cx="71438" cy="71438"/>
          </a:xfrm>
          <a:custGeom>
            <a:avLst/>
            <a:gdLst>
              <a:gd name="T0" fmla="*/ 45 w 90"/>
              <a:gd name="T1" fmla="*/ 90 h 90"/>
              <a:gd name="T2" fmla="*/ 90 w 90"/>
              <a:gd name="T3" fmla="*/ 45 h 90"/>
              <a:gd name="T4" fmla="*/ 45 w 90"/>
              <a:gd name="T5" fmla="*/ 0 h 90"/>
              <a:gd name="T6" fmla="*/ 0 w 90"/>
              <a:gd name="T7" fmla="*/ 45 h 90"/>
              <a:gd name="T8" fmla="*/ 45 w 90"/>
              <a:gd name="T9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90">
                <a:moveTo>
                  <a:pt x="45" y="90"/>
                </a:moveTo>
                <a:lnTo>
                  <a:pt x="90" y="45"/>
                </a:lnTo>
                <a:lnTo>
                  <a:pt x="45" y="0"/>
                </a:lnTo>
                <a:lnTo>
                  <a:pt x="0" y="45"/>
                </a:lnTo>
                <a:lnTo>
                  <a:pt x="45" y="90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9" name="Freeform 128">
            <a:extLst>
              <a:ext uri="{FF2B5EF4-FFF2-40B4-BE49-F238E27FC236}">
                <a16:creationId xmlns:a16="http://schemas.microsoft.com/office/drawing/2014/main" id="{C9BB8A77-24C4-B6B3-BDF7-07C5F5114FE5}"/>
              </a:ext>
            </a:extLst>
          </p:cNvPr>
          <p:cNvSpPr>
            <a:spLocks/>
          </p:cNvSpPr>
          <p:nvPr/>
        </p:nvSpPr>
        <p:spPr bwMode="auto">
          <a:xfrm>
            <a:off x="4295775" y="3051175"/>
            <a:ext cx="71438" cy="71438"/>
          </a:xfrm>
          <a:custGeom>
            <a:avLst/>
            <a:gdLst>
              <a:gd name="T0" fmla="*/ 45 w 90"/>
              <a:gd name="T1" fmla="*/ 91 h 91"/>
              <a:gd name="T2" fmla="*/ 90 w 90"/>
              <a:gd name="T3" fmla="*/ 45 h 91"/>
              <a:gd name="T4" fmla="*/ 45 w 90"/>
              <a:gd name="T5" fmla="*/ 0 h 91"/>
              <a:gd name="T6" fmla="*/ 0 w 90"/>
              <a:gd name="T7" fmla="*/ 45 h 91"/>
              <a:gd name="T8" fmla="*/ 45 w 90"/>
              <a:gd name="T9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91">
                <a:moveTo>
                  <a:pt x="45" y="91"/>
                </a:moveTo>
                <a:lnTo>
                  <a:pt x="90" y="45"/>
                </a:lnTo>
                <a:lnTo>
                  <a:pt x="45" y="0"/>
                </a:lnTo>
                <a:lnTo>
                  <a:pt x="0" y="45"/>
                </a:lnTo>
                <a:lnTo>
                  <a:pt x="45" y="91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0" name="Freeform 129">
            <a:extLst>
              <a:ext uri="{FF2B5EF4-FFF2-40B4-BE49-F238E27FC236}">
                <a16:creationId xmlns:a16="http://schemas.microsoft.com/office/drawing/2014/main" id="{7FB4B77A-7F4B-F0D9-4462-3D6A90E66FA5}"/>
              </a:ext>
            </a:extLst>
          </p:cNvPr>
          <p:cNvSpPr>
            <a:spLocks/>
          </p:cNvSpPr>
          <p:nvPr/>
        </p:nvSpPr>
        <p:spPr bwMode="auto">
          <a:xfrm>
            <a:off x="5075238" y="3497263"/>
            <a:ext cx="71438" cy="73025"/>
          </a:xfrm>
          <a:custGeom>
            <a:avLst/>
            <a:gdLst>
              <a:gd name="T0" fmla="*/ 45 w 90"/>
              <a:gd name="T1" fmla="*/ 91 h 91"/>
              <a:gd name="T2" fmla="*/ 90 w 90"/>
              <a:gd name="T3" fmla="*/ 46 h 91"/>
              <a:gd name="T4" fmla="*/ 45 w 90"/>
              <a:gd name="T5" fmla="*/ 0 h 91"/>
              <a:gd name="T6" fmla="*/ 0 w 90"/>
              <a:gd name="T7" fmla="*/ 46 h 91"/>
              <a:gd name="T8" fmla="*/ 45 w 90"/>
              <a:gd name="T9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91">
                <a:moveTo>
                  <a:pt x="45" y="91"/>
                </a:moveTo>
                <a:lnTo>
                  <a:pt x="90" y="46"/>
                </a:lnTo>
                <a:lnTo>
                  <a:pt x="45" y="0"/>
                </a:lnTo>
                <a:lnTo>
                  <a:pt x="0" y="46"/>
                </a:lnTo>
                <a:lnTo>
                  <a:pt x="45" y="91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1" name="Rectangle 130">
            <a:extLst>
              <a:ext uri="{FF2B5EF4-FFF2-40B4-BE49-F238E27FC236}">
                <a16:creationId xmlns:a16="http://schemas.microsoft.com/office/drawing/2014/main" id="{0FBF0D96-7973-BCC1-4651-2E33D1E49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879975"/>
            <a:ext cx="4678363" cy="1268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2" name="Rectangle 131">
            <a:extLst>
              <a:ext uri="{FF2B5EF4-FFF2-40B4-BE49-F238E27FC236}">
                <a16:creationId xmlns:a16="http://schemas.microsoft.com/office/drawing/2014/main" id="{59D42A97-DC01-D71B-06CB-1982076E8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5043488"/>
            <a:ext cx="455613" cy="1104900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3" name="Line 132">
            <a:extLst>
              <a:ext uri="{FF2B5EF4-FFF2-40B4-BE49-F238E27FC236}">
                <a16:creationId xmlns:a16="http://schemas.microsoft.com/office/drawing/2014/main" id="{87107EA7-68A0-AA04-E3F5-7FAC96EF7A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043488"/>
            <a:ext cx="19050" cy="190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" name="Line 133">
            <a:extLst>
              <a:ext uri="{FF2B5EF4-FFF2-40B4-BE49-F238E27FC236}">
                <a16:creationId xmlns:a16="http://schemas.microsoft.com/office/drawing/2014/main" id="{3A3F5923-CDC0-B42F-41F8-5A9EA7F3D8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043488"/>
            <a:ext cx="95250" cy="952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" name="Line 134">
            <a:extLst>
              <a:ext uri="{FF2B5EF4-FFF2-40B4-BE49-F238E27FC236}">
                <a16:creationId xmlns:a16="http://schemas.microsoft.com/office/drawing/2014/main" id="{C3C6B0C3-648C-D785-E70E-3975F4BC9B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043488"/>
            <a:ext cx="171450" cy="1714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6" name="Line 135">
            <a:extLst>
              <a:ext uri="{FF2B5EF4-FFF2-40B4-BE49-F238E27FC236}">
                <a16:creationId xmlns:a16="http://schemas.microsoft.com/office/drawing/2014/main" id="{689B21EA-DB4A-BA32-4DB1-A02BD34B82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043488"/>
            <a:ext cx="247650" cy="2476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7" name="Line 136">
            <a:extLst>
              <a:ext uri="{FF2B5EF4-FFF2-40B4-BE49-F238E27FC236}">
                <a16:creationId xmlns:a16="http://schemas.microsoft.com/office/drawing/2014/main" id="{D3343191-5B32-E0A1-19D5-7B7AFA2BAB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043488"/>
            <a:ext cx="323850" cy="3238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8" name="Line 137">
            <a:extLst>
              <a:ext uri="{FF2B5EF4-FFF2-40B4-BE49-F238E27FC236}">
                <a16:creationId xmlns:a16="http://schemas.microsoft.com/office/drawing/2014/main" id="{7980759F-9761-9DD3-1929-09331E1C27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043488"/>
            <a:ext cx="400050" cy="4000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Line 138">
            <a:extLst>
              <a:ext uri="{FF2B5EF4-FFF2-40B4-BE49-F238E27FC236}">
                <a16:creationId xmlns:a16="http://schemas.microsoft.com/office/drawing/2014/main" id="{3EF76951-723B-358F-DEB7-FD4DC1E0DB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0641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Line 139">
            <a:extLst>
              <a:ext uri="{FF2B5EF4-FFF2-40B4-BE49-F238E27FC236}">
                <a16:creationId xmlns:a16="http://schemas.microsoft.com/office/drawing/2014/main" id="{E9B1698D-1F3B-64A9-2AA9-7016676DEE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1403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Line 140">
            <a:extLst>
              <a:ext uri="{FF2B5EF4-FFF2-40B4-BE49-F238E27FC236}">
                <a16:creationId xmlns:a16="http://schemas.microsoft.com/office/drawing/2014/main" id="{FDB04C7B-D2F7-A703-A32B-12102CE4FB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2165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Line 141">
            <a:extLst>
              <a:ext uri="{FF2B5EF4-FFF2-40B4-BE49-F238E27FC236}">
                <a16:creationId xmlns:a16="http://schemas.microsoft.com/office/drawing/2014/main" id="{6FCFC78F-1BD6-6013-2B36-111EE74842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2927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Line 142">
            <a:extLst>
              <a:ext uri="{FF2B5EF4-FFF2-40B4-BE49-F238E27FC236}">
                <a16:creationId xmlns:a16="http://schemas.microsoft.com/office/drawing/2014/main" id="{EDB439CE-73FA-7F11-1B61-3B5A8ACDA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3689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Line 143">
            <a:extLst>
              <a:ext uri="{FF2B5EF4-FFF2-40B4-BE49-F238E27FC236}">
                <a16:creationId xmlns:a16="http://schemas.microsoft.com/office/drawing/2014/main" id="{AB384BBD-446F-0198-4A0B-2B0C1E70C3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4451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Line 144">
            <a:extLst>
              <a:ext uri="{FF2B5EF4-FFF2-40B4-BE49-F238E27FC236}">
                <a16:creationId xmlns:a16="http://schemas.microsoft.com/office/drawing/2014/main" id="{69E7474C-101A-BCAC-3CC0-562C817E30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5213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Line 145">
            <a:extLst>
              <a:ext uri="{FF2B5EF4-FFF2-40B4-BE49-F238E27FC236}">
                <a16:creationId xmlns:a16="http://schemas.microsoft.com/office/drawing/2014/main" id="{FCBA5C15-0648-3029-4725-DD243423E4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5975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Line 146">
            <a:extLst>
              <a:ext uri="{FF2B5EF4-FFF2-40B4-BE49-F238E27FC236}">
                <a16:creationId xmlns:a16="http://schemas.microsoft.com/office/drawing/2014/main" id="{E0FDB999-B301-E768-44AF-B8FC7813D6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5050" y="5673725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8" name="Line 147">
            <a:extLst>
              <a:ext uri="{FF2B5EF4-FFF2-40B4-BE49-F238E27FC236}">
                <a16:creationId xmlns:a16="http://schemas.microsoft.com/office/drawing/2014/main" id="{E8A163C7-8907-3F43-80A9-049EC9D7F5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2200" y="5749925"/>
            <a:ext cx="398463" cy="3984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9" name="Line 148">
            <a:extLst>
              <a:ext uri="{FF2B5EF4-FFF2-40B4-BE49-F238E27FC236}">
                <a16:creationId xmlns:a16="http://schemas.microsoft.com/office/drawing/2014/main" id="{5668689A-B1D8-291E-23AA-0F16BDA15F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68400" y="5826125"/>
            <a:ext cx="322263" cy="3222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Line 149">
            <a:extLst>
              <a:ext uri="{FF2B5EF4-FFF2-40B4-BE49-F238E27FC236}">
                <a16:creationId xmlns:a16="http://schemas.microsoft.com/office/drawing/2014/main" id="{E98EE403-A9BA-DAAD-E552-F46EE02A9D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4600" y="5902325"/>
            <a:ext cx="246063" cy="2460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Line 150">
            <a:extLst>
              <a:ext uri="{FF2B5EF4-FFF2-40B4-BE49-F238E27FC236}">
                <a16:creationId xmlns:a16="http://schemas.microsoft.com/office/drawing/2014/main" id="{7F1E1E95-C6C9-C737-C745-5A9344DFF3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0800" y="5978525"/>
            <a:ext cx="169863" cy="1698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2" name="Line 151">
            <a:extLst>
              <a:ext uri="{FF2B5EF4-FFF2-40B4-BE49-F238E27FC236}">
                <a16:creationId xmlns:a16="http://schemas.microsoft.com/office/drawing/2014/main" id="{C2CFAEE1-D2EB-193D-248A-D426532AD4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7000" y="6054725"/>
            <a:ext cx="93663" cy="936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3" name="Line 152">
            <a:extLst>
              <a:ext uri="{FF2B5EF4-FFF2-40B4-BE49-F238E27FC236}">
                <a16:creationId xmlns:a16="http://schemas.microsoft.com/office/drawing/2014/main" id="{4D4E6FDA-7DDB-FB46-3B3A-0F103E0830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3200" y="6130925"/>
            <a:ext cx="17463" cy="174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4" name="Rectangle 153">
            <a:extLst>
              <a:ext uri="{FF2B5EF4-FFF2-40B4-BE49-F238E27FC236}">
                <a16:creationId xmlns:a16="http://schemas.microsoft.com/office/drawing/2014/main" id="{457EB914-F79D-ECD2-98A8-CC5502FFE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75" y="5734050"/>
            <a:ext cx="457200" cy="414338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5" name="Line 154">
            <a:extLst>
              <a:ext uri="{FF2B5EF4-FFF2-40B4-BE49-F238E27FC236}">
                <a16:creationId xmlns:a16="http://schemas.microsoft.com/office/drawing/2014/main" id="{DB88410B-BF70-632C-B1D0-2BD926279B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3875" y="5734050"/>
            <a:ext cx="15875" cy="158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6" name="Line 155">
            <a:extLst>
              <a:ext uri="{FF2B5EF4-FFF2-40B4-BE49-F238E27FC236}">
                <a16:creationId xmlns:a16="http://schemas.microsoft.com/office/drawing/2014/main" id="{CBF5618C-392E-DED6-E2FF-1C7BC79049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3875" y="5734050"/>
            <a:ext cx="92075" cy="920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7" name="Line 156">
            <a:extLst>
              <a:ext uri="{FF2B5EF4-FFF2-40B4-BE49-F238E27FC236}">
                <a16:creationId xmlns:a16="http://schemas.microsoft.com/office/drawing/2014/main" id="{F8A63646-9D87-AA83-D014-31BA686970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3875" y="5734050"/>
            <a:ext cx="169863" cy="1682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8" name="Line 157">
            <a:extLst>
              <a:ext uri="{FF2B5EF4-FFF2-40B4-BE49-F238E27FC236}">
                <a16:creationId xmlns:a16="http://schemas.microsoft.com/office/drawing/2014/main" id="{4C8A5C21-75AC-60DA-BE97-8D292C8950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3875" y="5734050"/>
            <a:ext cx="246063" cy="2444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9" name="Line 158">
            <a:extLst>
              <a:ext uri="{FF2B5EF4-FFF2-40B4-BE49-F238E27FC236}">
                <a16:creationId xmlns:a16="http://schemas.microsoft.com/office/drawing/2014/main" id="{952DCF70-AE2D-4B2B-3FBF-100DEAD632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3875" y="5734050"/>
            <a:ext cx="322263" cy="3206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0" name="Line 159">
            <a:extLst>
              <a:ext uri="{FF2B5EF4-FFF2-40B4-BE49-F238E27FC236}">
                <a16:creationId xmlns:a16="http://schemas.microsoft.com/office/drawing/2014/main" id="{82D545D9-747E-8D59-C887-F8808F08D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3875" y="5734050"/>
            <a:ext cx="398463" cy="3968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1" name="Line 160">
            <a:extLst>
              <a:ext uri="{FF2B5EF4-FFF2-40B4-BE49-F238E27FC236}">
                <a16:creationId xmlns:a16="http://schemas.microsoft.com/office/drawing/2014/main" id="{E4A198DE-0902-EC92-5273-514DA248C2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54200" y="5751513"/>
            <a:ext cx="396875" cy="3968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2" name="Line 161">
            <a:extLst>
              <a:ext uri="{FF2B5EF4-FFF2-40B4-BE49-F238E27FC236}">
                <a16:creationId xmlns:a16="http://schemas.microsoft.com/office/drawing/2014/main" id="{7A0B1BD9-1697-B6A1-3AD5-39AAD5071B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30400" y="5827713"/>
            <a:ext cx="320675" cy="3206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3" name="Line 162">
            <a:extLst>
              <a:ext uri="{FF2B5EF4-FFF2-40B4-BE49-F238E27FC236}">
                <a16:creationId xmlns:a16="http://schemas.microsoft.com/office/drawing/2014/main" id="{EE1D525D-869E-B348-C72D-50ADC1A472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6600" y="5903913"/>
            <a:ext cx="244475" cy="2444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4" name="Line 163">
            <a:extLst>
              <a:ext uri="{FF2B5EF4-FFF2-40B4-BE49-F238E27FC236}">
                <a16:creationId xmlns:a16="http://schemas.microsoft.com/office/drawing/2014/main" id="{4C17C84B-68AF-53AF-5145-C528D23213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2800" y="5980113"/>
            <a:ext cx="168275" cy="1682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" name="Line 164">
            <a:extLst>
              <a:ext uri="{FF2B5EF4-FFF2-40B4-BE49-F238E27FC236}">
                <a16:creationId xmlns:a16="http://schemas.microsoft.com/office/drawing/2014/main" id="{5DE5C3D5-AAE5-D68E-74C8-ED08565363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9000" y="6056313"/>
            <a:ext cx="92075" cy="920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6" name="Line 165">
            <a:extLst>
              <a:ext uri="{FF2B5EF4-FFF2-40B4-BE49-F238E27FC236}">
                <a16:creationId xmlns:a16="http://schemas.microsoft.com/office/drawing/2014/main" id="{57993A1E-DAF8-4E3B-9DE2-6E292D2B9D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35200" y="6132513"/>
            <a:ext cx="15875" cy="158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7" name="Rectangle 166">
            <a:extLst>
              <a:ext uri="{FF2B5EF4-FFF2-40B4-BE49-F238E27FC236}">
                <a16:creationId xmlns:a16="http://schemas.microsoft.com/office/drawing/2014/main" id="{84CDBA2F-8011-C99B-7337-41D7CB8F1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5842000"/>
            <a:ext cx="455613" cy="306388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8" name="Line 167">
            <a:extLst>
              <a:ext uri="{FF2B5EF4-FFF2-40B4-BE49-F238E27FC236}">
                <a16:creationId xmlns:a16="http://schemas.microsoft.com/office/drawing/2014/main" id="{EB1DFB24-DDEF-3B0E-A7A5-6EEE06A321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4288" y="5842000"/>
            <a:ext cx="63500" cy="635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9" name="Line 168">
            <a:extLst>
              <a:ext uri="{FF2B5EF4-FFF2-40B4-BE49-F238E27FC236}">
                <a16:creationId xmlns:a16="http://schemas.microsoft.com/office/drawing/2014/main" id="{6C97FE5C-6CE6-E880-7068-597FA3714A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4288" y="5842000"/>
            <a:ext cx="139700" cy="1397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0" name="Line 169">
            <a:extLst>
              <a:ext uri="{FF2B5EF4-FFF2-40B4-BE49-F238E27FC236}">
                <a16:creationId xmlns:a16="http://schemas.microsoft.com/office/drawing/2014/main" id="{49C3186E-75AA-5ABE-6849-26039A6FAB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4288" y="5842000"/>
            <a:ext cx="215900" cy="2159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1" name="Line 170">
            <a:extLst>
              <a:ext uri="{FF2B5EF4-FFF2-40B4-BE49-F238E27FC236}">
                <a16:creationId xmlns:a16="http://schemas.microsoft.com/office/drawing/2014/main" id="{EAFAA08E-9368-90F0-A12C-ADA61DC210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4288" y="5842000"/>
            <a:ext cx="292100" cy="2921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2" name="Line 171">
            <a:extLst>
              <a:ext uri="{FF2B5EF4-FFF2-40B4-BE49-F238E27FC236}">
                <a16:creationId xmlns:a16="http://schemas.microsoft.com/office/drawing/2014/main" id="{644EBDC5-9460-D61C-59E7-A04D7B5EC7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16200" y="5842000"/>
            <a:ext cx="306388" cy="3063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3" name="Line 172">
            <a:extLst>
              <a:ext uri="{FF2B5EF4-FFF2-40B4-BE49-F238E27FC236}">
                <a16:creationId xmlns:a16="http://schemas.microsoft.com/office/drawing/2014/main" id="{4C6A7BD8-53CA-F73F-A73A-F05A8756F8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2400" y="5842000"/>
            <a:ext cx="306388" cy="3063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4" name="Line 173">
            <a:extLst>
              <a:ext uri="{FF2B5EF4-FFF2-40B4-BE49-F238E27FC236}">
                <a16:creationId xmlns:a16="http://schemas.microsoft.com/office/drawing/2014/main" id="{7CE1EF3B-5715-C777-DCB3-ADECF8A031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68600" y="5907088"/>
            <a:ext cx="241300" cy="2413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5" name="Line 174">
            <a:extLst>
              <a:ext uri="{FF2B5EF4-FFF2-40B4-BE49-F238E27FC236}">
                <a16:creationId xmlns:a16="http://schemas.microsoft.com/office/drawing/2014/main" id="{86B359B3-502D-8F50-FAE0-81EB0745BB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4800" y="5983288"/>
            <a:ext cx="165100" cy="1651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6" name="Line 175">
            <a:extLst>
              <a:ext uri="{FF2B5EF4-FFF2-40B4-BE49-F238E27FC236}">
                <a16:creationId xmlns:a16="http://schemas.microsoft.com/office/drawing/2014/main" id="{D6D1D191-F19B-F872-A20A-2DA26719FA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1000" y="6059488"/>
            <a:ext cx="88900" cy="889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7" name="Line 176">
            <a:extLst>
              <a:ext uri="{FF2B5EF4-FFF2-40B4-BE49-F238E27FC236}">
                <a16:creationId xmlns:a16="http://schemas.microsoft.com/office/drawing/2014/main" id="{B2B9B2A5-F120-6A8A-EB64-16679EB7FB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97200" y="6135688"/>
            <a:ext cx="12700" cy="127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8" name="Rectangle 177">
            <a:extLst>
              <a:ext uri="{FF2B5EF4-FFF2-40B4-BE49-F238E27FC236}">
                <a16:creationId xmlns:a16="http://schemas.microsoft.com/office/drawing/2014/main" id="{8308BB27-D6E6-18C4-6CE6-CCD1B1CD0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5924550"/>
            <a:ext cx="455613" cy="223838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9" name="Line 178">
            <a:extLst>
              <a:ext uri="{FF2B5EF4-FFF2-40B4-BE49-F238E27FC236}">
                <a16:creationId xmlns:a16="http://schemas.microsoft.com/office/drawing/2014/main" id="{A63832E2-B5A2-063E-3448-C02272B896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3113" y="5924550"/>
            <a:ext cx="60325" cy="603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0" name="Line 179">
            <a:extLst>
              <a:ext uri="{FF2B5EF4-FFF2-40B4-BE49-F238E27FC236}">
                <a16:creationId xmlns:a16="http://schemas.microsoft.com/office/drawing/2014/main" id="{016C88E2-929C-6749-52F8-41EF529135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3113" y="5924550"/>
            <a:ext cx="136525" cy="1365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1" name="Line 180">
            <a:extLst>
              <a:ext uri="{FF2B5EF4-FFF2-40B4-BE49-F238E27FC236}">
                <a16:creationId xmlns:a16="http://schemas.microsoft.com/office/drawing/2014/main" id="{41F72EA1-5A19-B914-6DA2-01DD2A30BC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3113" y="5924550"/>
            <a:ext cx="212725" cy="2127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2" name="Line 181">
            <a:extLst>
              <a:ext uri="{FF2B5EF4-FFF2-40B4-BE49-F238E27FC236}">
                <a16:creationId xmlns:a16="http://schemas.microsoft.com/office/drawing/2014/main" id="{94B48ED0-4E3F-A20E-9483-8387360B6D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8200" y="5924550"/>
            <a:ext cx="223838" cy="2238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3" name="Line 182">
            <a:extLst>
              <a:ext uri="{FF2B5EF4-FFF2-40B4-BE49-F238E27FC236}">
                <a16:creationId xmlns:a16="http://schemas.microsoft.com/office/drawing/2014/main" id="{52FD4821-9FC2-DAE5-84AF-76E678D020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4400" y="5924550"/>
            <a:ext cx="223838" cy="2238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4" name="Line 183">
            <a:extLst>
              <a:ext uri="{FF2B5EF4-FFF2-40B4-BE49-F238E27FC236}">
                <a16:creationId xmlns:a16="http://schemas.microsoft.com/office/drawing/2014/main" id="{03ADE3D3-D5FA-00CB-8DE9-EC1ABD6B54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0600" y="5924550"/>
            <a:ext cx="223838" cy="2238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5" name="Line 184">
            <a:extLst>
              <a:ext uri="{FF2B5EF4-FFF2-40B4-BE49-F238E27FC236}">
                <a16:creationId xmlns:a16="http://schemas.microsoft.com/office/drawing/2014/main" id="{2E723506-C036-E687-0011-09867DA67A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6800" y="5986463"/>
            <a:ext cx="161925" cy="1619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6" name="Line 185">
            <a:extLst>
              <a:ext uri="{FF2B5EF4-FFF2-40B4-BE49-F238E27FC236}">
                <a16:creationId xmlns:a16="http://schemas.microsoft.com/office/drawing/2014/main" id="{0908EDF4-5812-A19D-4B45-028A55D4B1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3000" y="6062663"/>
            <a:ext cx="85725" cy="857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7" name="Line 186">
            <a:extLst>
              <a:ext uri="{FF2B5EF4-FFF2-40B4-BE49-F238E27FC236}">
                <a16:creationId xmlns:a16="http://schemas.microsoft.com/office/drawing/2014/main" id="{0B31A13A-AE91-C3B0-95A5-C93C64E27B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9200" y="6138863"/>
            <a:ext cx="9525" cy="95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8" name="Rectangle 187">
            <a:extLst>
              <a:ext uri="{FF2B5EF4-FFF2-40B4-BE49-F238E27FC236}">
                <a16:creationId xmlns:a16="http://schemas.microsoft.com/office/drawing/2014/main" id="{A88F18C4-4200-6D5E-65D9-5AFE06A8F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525" y="5956300"/>
            <a:ext cx="455613" cy="192088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9" name="Line 188">
            <a:extLst>
              <a:ext uri="{FF2B5EF4-FFF2-40B4-BE49-F238E27FC236}">
                <a16:creationId xmlns:a16="http://schemas.microsoft.com/office/drawing/2014/main" id="{329775CF-233D-AF01-0A71-D2EE6B0148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3525" y="5956300"/>
            <a:ext cx="30163" cy="301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0" name="Line 189">
            <a:extLst>
              <a:ext uri="{FF2B5EF4-FFF2-40B4-BE49-F238E27FC236}">
                <a16:creationId xmlns:a16="http://schemas.microsoft.com/office/drawing/2014/main" id="{8E03B14F-1646-8839-1A47-8DD1B61979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3525" y="5956300"/>
            <a:ext cx="106363" cy="1063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1" name="Line 190">
            <a:extLst>
              <a:ext uri="{FF2B5EF4-FFF2-40B4-BE49-F238E27FC236}">
                <a16:creationId xmlns:a16="http://schemas.microsoft.com/office/drawing/2014/main" id="{9DBBADF5-3186-A89F-F38E-F59B0D2ACF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3525" y="5956300"/>
            <a:ext cx="182563" cy="1825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2" name="Line 191">
            <a:extLst>
              <a:ext uri="{FF2B5EF4-FFF2-40B4-BE49-F238E27FC236}">
                <a16:creationId xmlns:a16="http://schemas.microsoft.com/office/drawing/2014/main" id="{C57E2254-3C77-E0A4-4886-4EB81A6D6C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1788" y="5956300"/>
            <a:ext cx="190500" cy="1920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3" name="Line 192">
            <a:extLst>
              <a:ext uri="{FF2B5EF4-FFF2-40B4-BE49-F238E27FC236}">
                <a16:creationId xmlns:a16="http://schemas.microsoft.com/office/drawing/2014/main" id="{09E649B7-F4E7-0E9D-9489-B1B44752E2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988" y="5956300"/>
            <a:ext cx="190500" cy="1920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4" name="Line 193">
            <a:extLst>
              <a:ext uri="{FF2B5EF4-FFF2-40B4-BE49-F238E27FC236}">
                <a16:creationId xmlns:a16="http://schemas.microsoft.com/office/drawing/2014/main" id="{EB321C1E-90A1-6142-FF76-DAB655D3F3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4188" y="5956300"/>
            <a:ext cx="190500" cy="1920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5" name="Line 194">
            <a:extLst>
              <a:ext uri="{FF2B5EF4-FFF2-40B4-BE49-F238E27FC236}">
                <a16:creationId xmlns:a16="http://schemas.microsoft.com/office/drawing/2014/main" id="{0F1C83A1-15B6-471D-36A4-1DF7E2AF92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70388" y="5988050"/>
            <a:ext cx="158750" cy="1603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6" name="Line 195">
            <a:extLst>
              <a:ext uri="{FF2B5EF4-FFF2-40B4-BE49-F238E27FC236}">
                <a16:creationId xmlns:a16="http://schemas.microsoft.com/office/drawing/2014/main" id="{3F26E063-B851-6815-31F9-F86F3464CA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6588" y="6064250"/>
            <a:ext cx="82550" cy="841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7" name="Line 196">
            <a:extLst>
              <a:ext uri="{FF2B5EF4-FFF2-40B4-BE49-F238E27FC236}">
                <a16:creationId xmlns:a16="http://schemas.microsoft.com/office/drawing/2014/main" id="{A15081D3-48D5-53EB-D4B3-4AD8C876DB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22788" y="6140450"/>
            <a:ext cx="6350" cy="79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8" name="Rectangle 197">
            <a:extLst>
              <a:ext uri="{FF2B5EF4-FFF2-40B4-BE49-F238E27FC236}">
                <a16:creationId xmlns:a16="http://schemas.microsoft.com/office/drawing/2014/main" id="{FB21C09B-40E6-5F3D-E246-CB89ED2A5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2350" y="5964238"/>
            <a:ext cx="455613" cy="184150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9" name="Line 198">
            <a:extLst>
              <a:ext uri="{FF2B5EF4-FFF2-40B4-BE49-F238E27FC236}">
                <a16:creationId xmlns:a16="http://schemas.microsoft.com/office/drawing/2014/main" id="{878AB2BB-7D47-6D27-262C-94EE261527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2350" y="5964238"/>
            <a:ext cx="25400" cy="254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0" name="Line 199">
            <a:extLst>
              <a:ext uri="{FF2B5EF4-FFF2-40B4-BE49-F238E27FC236}">
                <a16:creationId xmlns:a16="http://schemas.microsoft.com/office/drawing/2014/main" id="{0CDD1D0C-15A4-AE1C-8EC4-5343F3609F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2350" y="5964238"/>
            <a:ext cx="101600" cy="1016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1" name="Line 200">
            <a:extLst>
              <a:ext uri="{FF2B5EF4-FFF2-40B4-BE49-F238E27FC236}">
                <a16:creationId xmlns:a16="http://schemas.microsoft.com/office/drawing/2014/main" id="{9DFD27B4-9749-D33E-715C-326974F9A9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2350" y="5964238"/>
            <a:ext cx="177800" cy="1778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2" name="Line 201">
            <a:extLst>
              <a:ext uri="{FF2B5EF4-FFF2-40B4-BE49-F238E27FC236}">
                <a16:creationId xmlns:a16="http://schemas.microsoft.com/office/drawing/2014/main" id="{F41019E9-BDDC-A76E-4433-76C76DEE4E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3788" y="5964238"/>
            <a:ext cx="182563" cy="1841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3" name="Line 202">
            <a:extLst>
              <a:ext uri="{FF2B5EF4-FFF2-40B4-BE49-F238E27FC236}">
                <a16:creationId xmlns:a16="http://schemas.microsoft.com/office/drawing/2014/main" id="{17D4B0A2-F706-02F5-8F66-2155A6735C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9988" y="5964238"/>
            <a:ext cx="182563" cy="1841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4" name="Line 203">
            <a:extLst>
              <a:ext uri="{FF2B5EF4-FFF2-40B4-BE49-F238E27FC236}">
                <a16:creationId xmlns:a16="http://schemas.microsoft.com/office/drawing/2014/main" id="{5D2AFE71-F90C-CC09-8D8F-7C6F602705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6188" y="5964238"/>
            <a:ext cx="182563" cy="1841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5" name="Line 204">
            <a:extLst>
              <a:ext uri="{FF2B5EF4-FFF2-40B4-BE49-F238E27FC236}">
                <a16:creationId xmlns:a16="http://schemas.microsoft.com/office/drawing/2014/main" id="{B2FD9228-52CF-4C83-64CB-B653121B32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2388" y="5991225"/>
            <a:ext cx="155575" cy="1571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Line 206">
            <a:extLst>
              <a:ext uri="{FF2B5EF4-FFF2-40B4-BE49-F238E27FC236}">
                <a16:creationId xmlns:a16="http://schemas.microsoft.com/office/drawing/2014/main" id="{B4E97953-E7A6-DA09-0D2D-5C7FA12C9B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8588" y="6067425"/>
            <a:ext cx="79375" cy="809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Line 207">
            <a:extLst>
              <a:ext uri="{FF2B5EF4-FFF2-40B4-BE49-F238E27FC236}">
                <a16:creationId xmlns:a16="http://schemas.microsoft.com/office/drawing/2014/main" id="{7FB015F5-5103-5246-E269-6A52087F7D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4788" y="6143625"/>
            <a:ext cx="3175" cy="47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Line 208">
            <a:extLst>
              <a:ext uri="{FF2B5EF4-FFF2-40B4-BE49-F238E27FC236}">
                <a16:creationId xmlns:a16="http://schemas.microsoft.com/office/drawing/2014/main" id="{942ADF37-8C49-3757-1302-6AA72A3701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2063" y="611028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Rectangle 209">
            <a:extLst>
              <a:ext uri="{FF2B5EF4-FFF2-40B4-BE49-F238E27FC236}">
                <a16:creationId xmlns:a16="http://schemas.microsoft.com/office/drawing/2014/main" id="{CF838B2B-5522-1CD7-74E7-46F55341D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063" y="6172200"/>
            <a:ext cx="19050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绝对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10">
            <a:extLst>
              <a:ext uri="{FF2B5EF4-FFF2-40B4-BE49-F238E27FC236}">
                <a16:creationId xmlns:a16="http://schemas.microsoft.com/office/drawing/2014/main" id="{E2A4DFAF-9FE2-90D8-9368-0024DB82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063" y="6305550"/>
            <a:ext cx="19050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穿切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Line 211">
            <a:extLst>
              <a:ext uri="{FF2B5EF4-FFF2-40B4-BE49-F238E27FC236}">
                <a16:creationId xmlns:a16="http://schemas.microsoft.com/office/drawing/2014/main" id="{F558A75F-805C-C049-E9F2-FCE4717859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2475" y="611028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Rectangle 212">
            <a:extLst>
              <a:ext uri="{FF2B5EF4-FFF2-40B4-BE49-F238E27FC236}">
                <a16:creationId xmlns:a16="http://schemas.microsoft.com/office/drawing/2014/main" id="{3A3FBE34-2741-DAB2-A6D2-CE7B69C90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616743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Line 213">
            <a:extLst>
              <a:ext uri="{FF2B5EF4-FFF2-40B4-BE49-F238E27FC236}">
                <a16:creationId xmlns:a16="http://schemas.microsoft.com/office/drawing/2014/main" id="{2E7978EB-41D4-3EBA-5A62-31C3CDE722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2888" y="611028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Rectangle 214">
            <a:extLst>
              <a:ext uri="{FF2B5EF4-FFF2-40B4-BE49-F238E27FC236}">
                <a16:creationId xmlns:a16="http://schemas.microsoft.com/office/drawing/2014/main" id="{449A8784-9E29-15A6-D5A5-5E084C005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616743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Line 215">
            <a:extLst>
              <a:ext uri="{FF2B5EF4-FFF2-40B4-BE49-F238E27FC236}">
                <a16:creationId xmlns:a16="http://schemas.microsoft.com/office/drawing/2014/main" id="{C3C0539B-CD96-9A96-AE0D-EB9CA3BCEA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1713" y="611028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Rectangle 216">
            <a:extLst>
              <a:ext uri="{FF2B5EF4-FFF2-40B4-BE49-F238E27FC236}">
                <a16:creationId xmlns:a16="http://schemas.microsoft.com/office/drawing/2014/main" id="{3BD8918E-5437-848A-AEE5-C111A8C82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616743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Line 217">
            <a:extLst>
              <a:ext uri="{FF2B5EF4-FFF2-40B4-BE49-F238E27FC236}">
                <a16:creationId xmlns:a16="http://schemas.microsoft.com/office/drawing/2014/main" id="{3D59F582-585B-B953-93DF-DC14A50650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2125" y="611028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Rectangle 218">
            <a:extLst>
              <a:ext uri="{FF2B5EF4-FFF2-40B4-BE49-F238E27FC236}">
                <a16:creationId xmlns:a16="http://schemas.microsoft.com/office/drawing/2014/main" id="{2982F7CD-CC0C-B08A-424A-362C147FB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616743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Line 219">
            <a:extLst>
              <a:ext uri="{FF2B5EF4-FFF2-40B4-BE49-F238E27FC236}">
                <a16:creationId xmlns:a16="http://schemas.microsoft.com/office/drawing/2014/main" id="{C6EF4105-B398-BA7D-4543-91AFC13089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0950" y="611028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Rectangle 220">
            <a:extLst>
              <a:ext uri="{FF2B5EF4-FFF2-40B4-BE49-F238E27FC236}">
                <a16:creationId xmlns:a16="http://schemas.microsoft.com/office/drawing/2014/main" id="{9E3653C3-2DED-114F-CBC0-B9C36FD70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975" y="616743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21">
            <a:extLst>
              <a:ext uri="{FF2B5EF4-FFF2-40B4-BE49-F238E27FC236}">
                <a16:creationId xmlns:a16="http://schemas.microsoft.com/office/drawing/2014/main" id="{BA074CCE-0368-AA0D-356A-803F629D9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963" y="6462713"/>
            <a:ext cx="1270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ine 222">
            <a:extLst>
              <a:ext uri="{FF2B5EF4-FFF2-40B4-BE49-F238E27FC236}">
                <a16:creationId xmlns:a16="http://schemas.microsoft.com/office/drawing/2014/main" id="{533C8C11-1138-B1DE-7B49-51D0CEE11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614838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Rectangle 223">
            <a:extLst>
              <a:ext uri="{FF2B5EF4-FFF2-40B4-BE49-F238E27FC236}">
                <a16:creationId xmlns:a16="http://schemas.microsoft.com/office/drawing/2014/main" id="{59734ECF-E969-8E04-9C45-F13DFC20B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8" y="6078538"/>
            <a:ext cx="209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Line 224">
            <a:extLst>
              <a:ext uri="{FF2B5EF4-FFF2-40B4-BE49-F238E27FC236}">
                <a16:creationId xmlns:a16="http://schemas.microsoft.com/office/drawing/2014/main" id="{E1628FE6-E63C-FAB5-7C69-8F5F40EE3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578643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Rectangle 225">
            <a:extLst>
              <a:ext uri="{FF2B5EF4-FFF2-40B4-BE49-F238E27FC236}">
                <a16:creationId xmlns:a16="http://schemas.microsoft.com/office/drawing/2014/main" id="{B77A6474-23D0-7597-E081-8D1621C79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8" y="5716588"/>
            <a:ext cx="209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226">
            <a:extLst>
              <a:ext uri="{FF2B5EF4-FFF2-40B4-BE49-F238E27FC236}">
                <a16:creationId xmlns:a16="http://schemas.microsoft.com/office/drawing/2014/main" id="{A2133889-C38E-9312-83A6-6A5455F38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5422900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Rectangle 227">
            <a:extLst>
              <a:ext uri="{FF2B5EF4-FFF2-40B4-BE49-F238E27FC236}">
                <a16:creationId xmlns:a16="http://schemas.microsoft.com/office/drawing/2014/main" id="{9F6981D6-492D-4836-D88B-A2F9887A8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8" y="5354638"/>
            <a:ext cx="209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228">
            <a:extLst>
              <a:ext uri="{FF2B5EF4-FFF2-40B4-BE49-F238E27FC236}">
                <a16:creationId xmlns:a16="http://schemas.microsoft.com/office/drawing/2014/main" id="{225C627F-6441-5722-ADBE-FF95F7E16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5060950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Rectangle 229">
            <a:extLst>
              <a:ext uri="{FF2B5EF4-FFF2-40B4-BE49-F238E27FC236}">
                <a16:creationId xmlns:a16="http://schemas.microsoft.com/office/drawing/2014/main" id="{A0E7C8A5-59C8-AAFF-F52B-8505E097F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8" y="4992688"/>
            <a:ext cx="2095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30">
            <a:extLst>
              <a:ext uri="{FF2B5EF4-FFF2-40B4-BE49-F238E27FC236}">
                <a16:creationId xmlns:a16="http://schemas.microsoft.com/office/drawing/2014/main" id="{D0F47E77-FA1F-37A9-8A95-5527444BC5F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96875" y="5668963"/>
            <a:ext cx="20955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加权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31">
            <a:extLst>
              <a:ext uri="{FF2B5EF4-FFF2-40B4-BE49-F238E27FC236}">
                <a16:creationId xmlns:a16="http://schemas.microsoft.com/office/drawing/2014/main" id="{09E7BC3B-EF81-EF49-4A59-D2C47A3C537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7813" y="5248275"/>
            <a:ext cx="4730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RMSE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Line 232">
            <a:extLst>
              <a:ext uri="{FF2B5EF4-FFF2-40B4-BE49-F238E27FC236}">
                <a16:creationId xmlns:a16="http://schemas.microsoft.com/office/drawing/2014/main" id="{37381260-C717-BB34-6E0E-A63CE9079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2063" y="5043488"/>
            <a:ext cx="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Line 233">
            <a:extLst>
              <a:ext uri="{FF2B5EF4-FFF2-40B4-BE49-F238E27FC236}">
                <a16:creationId xmlns:a16="http://schemas.microsoft.com/office/drawing/2014/main" id="{5AA2395C-CFED-2C95-91CF-9AE8B34B6D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2475" y="5710238"/>
            <a:ext cx="0" cy="4762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Line 234">
            <a:extLst>
              <a:ext uri="{FF2B5EF4-FFF2-40B4-BE49-F238E27FC236}">
                <a16:creationId xmlns:a16="http://schemas.microsoft.com/office/drawing/2014/main" id="{0BC744D6-A476-E013-E321-3864B9CF02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2888" y="5819775"/>
            <a:ext cx="0" cy="3968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235">
            <a:extLst>
              <a:ext uri="{FF2B5EF4-FFF2-40B4-BE49-F238E27FC236}">
                <a16:creationId xmlns:a16="http://schemas.microsoft.com/office/drawing/2014/main" id="{4E080AFD-24DC-50AB-F94D-82DA0A9DAF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1713" y="590391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236">
            <a:extLst>
              <a:ext uri="{FF2B5EF4-FFF2-40B4-BE49-F238E27FC236}">
                <a16:creationId xmlns:a16="http://schemas.microsoft.com/office/drawing/2014/main" id="{6DA00891-0239-6ACA-A773-DE5BA3F167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2125" y="5942013"/>
            <a:ext cx="0" cy="254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Line 237">
            <a:extLst>
              <a:ext uri="{FF2B5EF4-FFF2-40B4-BE49-F238E27FC236}">
                <a16:creationId xmlns:a16="http://schemas.microsoft.com/office/drawing/2014/main" id="{A1359B7C-F575-1303-ACDB-BC6004FA91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0950" y="5948363"/>
            <a:ext cx="0" cy="3016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Line 238">
            <a:extLst>
              <a:ext uri="{FF2B5EF4-FFF2-40B4-BE49-F238E27FC236}">
                <a16:creationId xmlns:a16="http://schemas.microsoft.com/office/drawing/2014/main" id="{AF96CBDD-7D53-7F4C-6DA7-463B6FF464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3963" y="5043488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239">
            <a:extLst>
              <a:ext uri="{FF2B5EF4-FFF2-40B4-BE49-F238E27FC236}">
                <a16:creationId xmlns:a16="http://schemas.microsoft.com/office/drawing/2014/main" id="{E07CD8B5-FADD-57D4-F93A-F89A91B5F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4375" y="5757863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240">
            <a:extLst>
              <a:ext uri="{FF2B5EF4-FFF2-40B4-BE49-F238E27FC236}">
                <a16:creationId xmlns:a16="http://schemas.microsoft.com/office/drawing/2014/main" id="{56F2EDCF-59DB-22EB-1C88-EB8D9456CB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4788" y="5859463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Line 241">
            <a:extLst>
              <a:ext uri="{FF2B5EF4-FFF2-40B4-BE49-F238E27FC236}">
                <a16:creationId xmlns:a16="http://schemas.microsoft.com/office/drawing/2014/main" id="{AE629CA4-B79F-6EAE-FA5E-5B305EBE82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3613" y="5942013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Line 242">
            <a:extLst>
              <a:ext uri="{FF2B5EF4-FFF2-40B4-BE49-F238E27FC236}">
                <a16:creationId xmlns:a16="http://schemas.microsoft.com/office/drawing/2014/main" id="{40FFC40E-EF5A-950D-2B11-B30B837B30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4025" y="5967413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243">
            <a:extLst>
              <a:ext uri="{FF2B5EF4-FFF2-40B4-BE49-F238E27FC236}">
                <a16:creationId xmlns:a16="http://schemas.microsoft.com/office/drawing/2014/main" id="{F4C06DC4-F461-D080-437D-A31F87536E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5978525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Line 244">
            <a:extLst>
              <a:ext uri="{FF2B5EF4-FFF2-40B4-BE49-F238E27FC236}">
                <a16:creationId xmlns:a16="http://schemas.microsoft.com/office/drawing/2014/main" id="{1052A2E5-0FC8-3BA2-3971-074C298DA5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3963" y="5043488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Line 245">
            <a:extLst>
              <a:ext uri="{FF2B5EF4-FFF2-40B4-BE49-F238E27FC236}">
                <a16:creationId xmlns:a16="http://schemas.microsoft.com/office/drawing/2014/main" id="{5A040AFF-BC1A-074A-6951-1F8FD98799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4375" y="5710238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Line 246">
            <a:extLst>
              <a:ext uri="{FF2B5EF4-FFF2-40B4-BE49-F238E27FC236}">
                <a16:creationId xmlns:a16="http://schemas.microsoft.com/office/drawing/2014/main" id="{F40C3B86-FC14-DB8A-3C57-FBDECCB56D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4788" y="5819775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Line 247">
            <a:extLst>
              <a:ext uri="{FF2B5EF4-FFF2-40B4-BE49-F238E27FC236}">
                <a16:creationId xmlns:a16="http://schemas.microsoft.com/office/drawing/2014/main" id="{A85C9D22-7FED-F7AE-550C-6A09161C01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3613" y="5903913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248">
            <a:extLst>
              <a:ext uri="{FF2B5EF4-FFF2-40B4-BE49-F238E27FC236}">
                <a16:creationId xmlns:a16="http://schemas.microsoft.com/office/drawing/2014/main" id="{54E5D6A5-28F6-D7D1-4310-900F9BAF8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4025" y="5942013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249">
            <a:extLst>
              <a:ext uri="{FF2B5EF4-FFF2-40B4-BE49-F238E27FC236}">
                <a16:creationId xmlns:a16="http://schemas.microsoft.com/office/drawing/2014/main" id="{EBC2FEF0-4663-4938-04DD-192A855A06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5948363"/>
            <a:ext cx="762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Line 250">
            <a:extLst>
              <a:ext uri="{FF2B5EF4-FFF2-40B4-BE49-F238E27FC236}">
                <a16:creationId xmlns:a16="http://schemas.microsoft.com/office/drawing/2014/main" id="{9A5F7D01-B408-59F0-D44B-0CE6C34808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325" y="4879975"/>
            <a:ext cx="0" cy="1268413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Line 251">
            <a:extLst>
              <a:ext uri="{FF2B5EF4-FFF2-40B4-BE49-F238E27FC236}">
                <a16:creationId xmlns:a16="http://schemas.microsoft.com/office/drawing/2014/main" id="{606FA62E-5D9D-A0D4-13F4-A017A2FF8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6148388"/>
            <a:ext cx="4678363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Rectangle 252">
            <a:extLst>
              <a:ext uri="{FF2B5EF4-FFF2-40B4-BE49-F238E27FC236}">
                <a16:creationId xmlns:a16="http://schemas.microsoft.com/office/drawing/2014/main" id="{A6B8068C-5299-FE8D-7745-40EF1A1A5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4914900"/>
            <a:ext cx="4746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0.610146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Rectangle 253">
            <a:extLst>
              <a:ext uri="{FF2B5EF4-FFF2-40B4-BE49-F238E27FC236}">
                <a16:creationId xmlns:a16="http://schemas.microsoft.com/office/drawing/2014/main" id="{591ABFA8-B98D-9EA7-27A8-66ADF0F0C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3" y="5581650"/>
            <a:ext cx="4746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0.228106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254">
            <a:extLst>
              <a:ext uri="{FF2B5EF4-FFF2-40B4-BE49-F238E27FC236}">
                <a16:creationId xmlns:a16="http://schemas.microsoft.com/office/drawing/2014/main" id="{D59DBDD4-2499-BECB-5355-91AD5655A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5" y="5691188"/>
            <a:ext cx="4746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0.168811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255">
            <a:extLst>
              <a:ext uri="{FF2B5EF4-FFF2-40B4-BE49-F238E27FC236}">
                <a16:creationId xmlns:a16="http://schemas.microsoft.com/office/drawing/2014/main" id="{C9B29D73-2033-8093-69C3-EF3A9ED67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5776913"/>
            <a:ext cx="4746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0.123631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256">
            <a:extLst>
              <a:ext uri="{FF2B5EF4-FFF2-40B4-BE49-F238E27FC236}">
                <a16:creationId xmlns:a16="http://schemas.microsoft.com/office/drawing/2014/main" id="{A646D56F-7845-E584-7D9C-9C69FEA52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5815013"/>
            <a:ext cx="4746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0.105769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257">
            <a:extLst>
              <a:ext uri="{FF2B5EF4-FFF2-40B4-BE49-F238E27FC236}">
                <a16:creationId xmlns:a16="http://schemas.microsoft.com/office/drawing/2014/main" id="{BAA46A64-2912-8379-B1A5-8C2EED669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819775"/>
            <a:ext cx="4746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0.101332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258">
            <a:extLst>
              <a:ext uri="{FF2B5EF4-FFF2-40B4-BE49-F238E27FC236}">
                <a16:creationId xmlns:a16="http://schemas.microsoft.com/office/drawing/2014/main" id="{36534FE0-2B24-E43C-9070-BD670607C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413" y="6697663"/>
            <a:ext cx="2254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(c)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259">
            <a:extLst>
              <a:ext uri="{FF2B5EF4-FFF2-40B4-BE49-F238E27FC236}">
                <a16:creationId xmlns:a16="http://schemas.microsoft.com/office/drawing/2014/main" id="{FA544036-AB12-E080-AAD4-689B94EB8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702425"/>
            <a:ext cx="63182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分角度终止比例误差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260">
            <a:extLst>
              <a:ext uri="{FF2B5EF4-FFF2-40B4-BE49-F238E27FC236}">
                <a16:creationId xmlns:a16="http://schemas.microsoft.com/office/drawing/2014/main" id="{3EF845D8-3D83-833C-4864-1154DBDA9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29368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261">
            <a:extLst>
              <a:ext uri="{FF2B5EF4-FFF2-40B4-BE49-F238E27FC236}">
                <a16:creationId xmlns:a16="http://schemas.microsoft.com/office/drawing/2014/main" id="{9571A993-D442-4141-D253-7E6FD303E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293688"/>
            <a:ext cx="1222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262">
            <a:extLst>
              <a:ext uri="{FF2B5EF4-FFF2-40B4-BE49-F238E27FC236}">
                <a16:creationId xmlns:a16="http://schemas.microsoft.com/office/drawing/2014/main" id="{3CD40221-6025-D897-A56D-A09FB173F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275" y="293688"/>
            <a:ext cx="920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263">
            <a:extLst>
              <a:ext uri="{FF2B5EF4-FFF2-40B4-BE49-F238E27FC236}">
                <a16:creationId xmlns:a16="http://schemas.microsoft.com/office/drawing/2014/main" id="{58177AC9-F6F7-E2E4-9911-84C147E3D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368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Freeform 264">
            <a:extLst>
              <a:ext uri="{FF2B5EF4-FFF2-40B4-BE49-F238E27FC236}">
                <a16:creationId xmlns:a16="http://schemas.microsoft.com/office/drawing/2014/main" id="{99D2B7DB-4500-359E-1934-E9207E17619A}"/>
              </a:ext>
            </a:extLst>
          </p:cNvPr>
          <p:cNvSpPr>
            <a:spLocks noEditPoints="1"/>
          </p:cNvSpPr>
          <p:nvPr/>
        </p:nvSpPr>
        <p:spPr bwMode="auto">
          <a:xfrm>
            <a:off x="1766888" y="206375"/>
            <a:ext cx="222250" cy="0"/>
          </a:xfrm>
          <a:custGeom>
            <a:avLst/>
            <a:gdLst>
              <a:gd name="T0" fmla="*/ 0 w 279"/>
              <a:gd name="T1" fmla="*/ 77 w 279"/>
              <a:gd name="T2" fmla="*/ 111 w 279"/>
              <a:gd name="T3" fmla="*/ 140 w 279"/>
              <a:gd name="T4" fmla="*/ 140 w 279"/>
              <a:gd name="T5" fmla="*/ 188 w 279"/>
              <a:gd name="T6" fmla="*/ 221 w 279"/>
              <a:gd name="T7" fmla="*/ 279 w 27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</a:cxnLst>
            <a:rect l="0" t="0" r="r" b="b"/>
            <a:pathLst>
              <a:path w="279">
                <a:moveTo>
                  <a:pt x="0" y="0"/>
                </a:moveTo>
                <a:lnTo>
                  <a:pt x="77" y="0"/>
                </a:lnTo>
                <a:moveTo>
                  <a:pt x="111" y="0"/>
                </a:moveTo>
                <a:lnTo>
                  <a:pt x="140" y="0"/>
                </a:lnTo>
                <a:moveTo>
                  <a:pt x="140" y="0"/>
                </a:moveTo>
                <a:lnTo>
                  <a:pt x="188" y="0"/>
                </a:lnTo>
                <a:moveTo>
                  <a:pt x="221" y="0"/>
                </a:moveTo>
                <a:lnTo>
                  <a:pt x="279" y="0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Rectangle 265">
            <a:extLst>
              <a:ext uri="{FF2B5EF4-FFF2-40B4-BE49-F238E27FC236}">
                <a16:creationId xmlns:a16="http://schemas.microsoft.com/office/drawing/2014/main" id="{E138FF20-D6F4-6093-8AC8-5B7920D7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3" y="180975"/>
            <a:ext cx="50800" cy="50800"/>
          </a:xfrm>
          <a:prstGeom prst="rect">
            <a:avLst/>
          </a:pr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Rectangle 266">
            <a:extLst>
              <a:ext uri="{FF2B5EF4-FFF2-40B4-BE49-F238E27FC236}">
                <a16:creationId xmlns:a16="http://schemas.microsoft.com/office/drawing/2014/main" id="{04787AA0-844D-FCD1-2ED6-377B7A1C8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038" y="150813"/>
            <a:ext cx="398463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组间固定概率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Freeform 267">
            <a:extLst>
              <a:ext uri="{FF2B5EF4-FFF2-40B4-BE49-F238E27FC236}">
                <a16:creationId xmlns:a16="http://schemas.microsoft.com/office/drawing/2014/main" id="{CAC61DF5-7C3F-DCD3-9A05-8A98AA95BDF5}"/>
              </a:ext>
            </a:extLst>
          </p:cNvPr>
          <p:cNvSpPr>
            <a:spLocks/>
          </p:cNvSpPr>
          <p:nvPr/>
        </p:nvSpPr>
        <p:spPr bwMode="auto">
          <a:xfrm>
            <a:off x="2851150" y="206375"/>
            <a:ext cx="220663" cy="0"/>
          </a:xfrm>
          <a:custGeom>
            <a:avLst/>
            <a:gdLst>
              <a:gd name="T0" fmla="*/ 0 w 278"/>
              <a:gd name="T1" fmla="*/ 139 w 278"/>
              <a:gd name="T2" fmla="*/ 278 w 2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78">
                <a:moveTo>
                  <a:pt x="0" y="0"/>
                </a:moveTo>
                <a:lnTo>
                  <a:pt x="139" y="0"/>
                </a:lnTo>
                <a:lnTo>
                  <a:pt x="278" y="0"/>
                </a:lnTo>
              </a:path>
            </a:pathLst>
          </a:custGeom>
          <a:noFill/>
          <a:ln w="1746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Freeform 268">
            <a:extLst>
              <a:ext uri="{FF2B5EF4-FFF2-40B4-BE49-F238E27FC236}">
                <a16:creationId xmlns:a16="http://schemas.microsoft.com/office/drawing/2014/main" id="{90D6102C-7CC9-9DBD-AF26-4C8066A8E057}"/>
              </a:ext>
            </a:extLst>
          </p:cNvPr>
          <p:cNvSpPr>
            <a:spLocks/>
          </p:cNvSpPr>
          <p:nvPr/>
        </p:nvSpPr>
        <p:spPr bwMode="auto">
          <a:xfrm>
            <a:off x="2936875" y="180975"/>
            <a:ext cx="50800" cy="50800"/>
          </a:xfrm>
          <a:custGeom>
            <a:avLst/>
            <a:gdLst>
              <a:gd name="T0" fmla="*/ 32 w 64"/>
              <a:gd name="T1" fmla="*/ 64 h 64"/>
              <a:gd name="T2" fmla="*/ 54 w 64"/>
              <a:gd name="T3" fmla="*/ 55 h 64"/>
              <a:gd name="T4" fmla="*/ 64 w 64"/>
              <a:gd name="T5" fmla="*/ 32 h 64"/>
              <a:gd name="T6" fmla="*/ 54 w 64"/>
              <a:gd name="T7" fmla="*/ 10 h 64"/>
              <a:gd name="T8" fmla="*/ 32 w 64"/>
              <a:gd name="T9" fmla="*/ 0 h 64"/>
              <a:gd name="T10" fmla="*/ 9 w 64"/>
              <a:gd name="T11" fmla="*/ 10 h 64"/>
              <a:gd name="T12" fmla="*/ 0 w 64"/>
              <a:gd name="T13" fmla="*/ 32 h 64"/>
              <a:gd name="T14" fmla="*/ 9 w 64"/>
              <a:gd name="T15" fmla="*/ 55 h 64"/>
              <a:gd name="T16" fmla="*/ 32 w 64"/>
              <a:gd name="T17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64">
                <a:moveTo>
                  <a:pt x="32" y="64"/>
                </a:moveTo>
                <a:cubicBezTo>
                  <a:pt x="40" y="64"/>
                  <a:pt x="48" y="61"/>
                  <a:pt x="54" y="55"/>
                </a:cubicBezTo>
                <a:cubicBezTo>
                  <a:pt x="60" y="49"/>
                  <a:pt x="64" y="41"/>
                  <a:pt x="64" y="32"/>
                </a:cubicBezTo>
                <a:cubicBezTo>
                  <a:pt x="64" y="24"/>
                  <a:pt x="60" y="16"/>
                  <a:pt x="54" y="10"/>
                </a:cubicBezTo>
                <a:cubicBezTo>
                  <a:pt x="48" y="4"/>
                  <a:pt x="40" y="0"/>
                  <a:pt x="32" y="0"/>
                </a:cubicBezTo>
                <a:cubicBezTo>
                  <a:pt x="23" y="0"/>
                  <a:pt x="15" y="4"/>
                  <a:pt x="9" y="10"/>
                </a:cubicBezTo>
                <a:cubicBezTo>
                  <a:pt x="3" y="16"/>
                  <a:pt x="0" y="24"/>
                  <a:pt x="0" y="32"/>
                </a:cubicBezTo>
                <a:cubicBezTo>
                  <a:pt x="0" y="41"/>
                  <a:pt x="3" y="49"/>
                  <a:pt x="9" y="55"/>
                </a:cubicBezTo>
                <a:cubicBezTo>
                  <a:pt x="15" y="61"/>
                  <a:pt x="23" y="64"/>
                  <a:pt x="32" y="64"/>
                </a:cubicBezTo>
                <a:close/>
              </a:path>
            </a:pathLst>
          </a:custGeom>
          <a:solidFill>
            <a:srgbClr val="000000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Rectangle 269">
            <a:extLst>
              <a:ext uri="{FF2B5EF4-FFF2-40B4-BE49-F238E27FC236}">
                <a16:creationId xmlns:a16="http://schemas.microsoft.com/office/drawing/2014/main" id="{B6D1E859-CDF0-7E44-A35C-8EA5DFC6F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713" y="150813"/>
            <a:ext cx="284163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角度概率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" name="Line 270">
            <a:extLst>
              <a:ext uri="{FF2B5EF4-FFF2-40B4-BE49-F238E27FC236}">
                <a16:creationId xmlns:a16="http://schemas.microsoft.com/office/drawing/2014/main" id="{44A12B3F-D894-F174-BD7D-BD5ADEDD6F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4288" y="152400"/>
            <a:ext cx="0" cy="109538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Line 271">
            <a:extLst>
              <a:ext uri="{FF2B5EF4-FFF2-40B4-BE49-F238E27FC236}">
                <a16:creationId xmlns:a16="http://schemas.microsoft.com/office/drawing/2014/main" id="{ED32B4FD-9BD6-5651-43F8-6B01B5F098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98888" y="261938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Line 272">
            <a:extLst>
              <a:ext uri="{FF2B5EF4-FFF2-40B4-BE49-F238E27FC236}">
                <a16:creationId xmlns:a16="http://schemas.microsoft.com/office/drawing/2014/main" id="{F9733842-4411-0F7E-7D40-C1A6D451DB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98888" y="152400"/>
            <a:ext cx="508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Freeform 273">
            <a:extLst>
              <a:ext uri="{FF2B5EF4-FFF2-40B4-BE49-F238E27FC236}">
                <a16:creationId xmlns:a16="http://schemas.microsoft.com/office/drawing/2014/main" id="{7CAAD736-9EF9-3247-2747-3C819FA0E40C}"/>
              </a:ext>
            </a:extLst>
          </p:cNvPr>
          <p:cNvSpPr>
            <a:spLocks/>
          </p:cNvSpPr>
          <p:nvPr/>
        </p:nvSpPr>
        <p:spPr bwMode="auto">
          <a:xfrm>
            <a:off x="3787775" y="171450"/>
            <a:ext cx="71438" cy="71438"/>
          </a:xfrm>
          <a:custGeom>
            <a:avLst/>
            <a:gdLst>
              <a:gd name="T0" fmla="*/ 46 w 91"/>
              <a:gd name="T1" fmla="*/ 90 h 90"/>
              <a:gd name="T2" fmla="*/ 91 w 91"/>
              <a:gd name="T3" fmla="*/ 45 h 90"/>
              <a:gd name="T4" fmla="*/ 46 w 91"/>
              <a:gd name="T5" fmla="*/ 0 h 90"/>
              <a:gd name="T6" fmla="*/ 0 w 91"/>
              <a:gd name="T7" fmla="*/ 45 h 90"/>
              <a:gd name="T8" fmla="*/ 46 w 91"/>
              <a:gd name="T9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" h="90">
                <a:moveTo>
                  <a:pt x="46" y="90"/>
                </a:moveTo>
                <a:lnTo>
                  <a:pt x="91" y="45"/>
                </a:lnTo>
                <a:lnTo>
                  <a:pt x="46" y="0"/>
                </a:lnTo>
                <a:lnTo>
                  <a:pt x="0" y="45"/>
                </a:lnTo>
                <a:lnTo>
                  <a:pt x="46" y="90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274">
            <a:extLst>
              <a:ext uri="{FF2B5EF4-FFF2-40B4-BE49-F238E27FC236}">
                <a16:creationId xmlns:a16="http://schemas.microsoft.com/office/drawing/2014/main" id="{F5B58F55-263E-B916-93F4-17CBD2B84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725" y="150813"/>
            <a:ext cx="17145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现场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19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id="{238275C0-04B9-DA8A-FC53-14B275AFC97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5668963" cy="621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" name="Rectangle 5">
            <a:extLst>
              <a:ext uri="{FF2B5EF4-FFF2-40B4-BE49-F238E27FC236}">
                <a16:creationId xmlns:a16="http://schemas.microsoft.com/office/drawing/2014/main" id="{79121E4F-6FAC-4C7A-7532-8174E164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670550" cy="6216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" name="Rectangle 6">
            <a:extLst>
              <a:ext uri="{FF2B5EF4-FFF2-40B4-BE49-F238E27FC236}">
                <a16:creationId xmlns:a16="http://schemas.microsoft.com/office/drawing/2014/main" id="{4FEDE853-1E80-C6D7-E8B6-F7B0BDFCD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125413"/>
            <a:ext cx="4594225" cy="1892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" name="Rectangle 7">
            <a:extLst>
              <a:ext uri="{FF2B5EF4-FFF2-40B4-BE49-F238E27FC236}">
                <a16:creationId xmlns:a16="http://schemas.microsoft.com/office/drawing/2014/main" id="{130ADA18-2C22-DC0F-5A14-42D85FD61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3" y="858838"/>
            <a:ext cx="528638" cy="1158875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" name="Line 8">
            <a:extLst>
              <a:ext uri="{FF2B5EF4-FFF2-40B4-BE49-F238E27FC236}">
                <a16:creationId xmlns:a16="http://schemas.microsoft.com/office/drawing/2014/main" id="{52CA3165-FD8B-66B9-E5C1-41F8A84B64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58838"/>
            <a:ext cx="25400" cy="254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" name="Line 9">
            <a:extLst>
              <a:ext uri="{FF2B5EF4-FFF2-40B4-BE49-F238E27FC236}">
                <a16:creationId xmlns:a16="http://schemas.microsoft.com/office/drawing/2014/main" id="{9C686BF5-2719-7589-DE3A-3B932D04F0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58838"/>
            <a:ext cx="101600" cy="1016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" name="Line 10">
            <a:extLst>
              <a:ext uri="{FF2B5EF4-FFF2-40B4-BE49-F238E27FC236}">
                <a16:creationId xmlns:a16="http://schemas.microsoft.com/office/drawing/2014/main" id="{127273CE-3A4C-8B2E-EDCA-01AFA1833A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58838"/>
            <a:ext cx="177800" cy="1778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" name="Line 11">
            <a:extLst>
              <a:ext uri="{FF2B5EF4-FFF2-40B4-BE49-F238E27FC236}">
                <a16:creationId xmlns:a16="http://schemas.microsoft.com/office/drawing/2014/main" id="{5A69F534-D390-79D5-E4D7-F4572463B6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58838"/>
            <a:ext cx="254000" cy="2540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" name="Line 12">
            <a:extLst>
              <a:ext uri="{FF2B5EF4-FFF2-40B4-BE49-F238E27FC236}">
                <a16:creationId xmlns:a16="http://schemas.microsoft.com/office/drawing/2014/main" id="{CCEFE90F-D20B-D87D-BFA4-958AF4263B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58838"/>
            <a:ext cx="330200" cy="3302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" name="Line 13">
            <a:extLst>
              <a:ext uri="{FF2B5EF4-FFF2-40B4-BE49-F238E27FC236}">
                <a16:creationId xmlns:a16="http://schemas.microsoft.com/office/drawing/2014/main" id="{633B96AE-95AA-C52F-AE74-634CB70EE7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58838"/>
            <a:ext cx="406400" cy="4064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" name="Line 14">
            <a:extLst>
              <a:ext uri="{FF2B5EF4-FFF2-40B4-BE49-F238E27FC236}">
                <a16:creationId xmlns:a16="http://schemas.microsoft.com/office/drawing/2014/main" id="{82166498-EE08-CE73-F28C-3E0EE0A71A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58838"/>
            <a:ext cx="482600" cy="4826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" name="Line 15">
            <a:extLst>
              <a:ext uri="{FF2B5EF4-FFF2-40B4-BE49-F238E27FC236}">
                <a16:creationId xmlns:a16="http://schemas.microsoft.com/office/drawing/2014/main" id="{B53F47BF-119E-6D15-C304-B1A9CA9D6E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8890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" name="Line 16">
            <a:extLst>
              <a:ext uri="{FF2B5EF4-FFF2-40B4-BE49-F238E27FC236}">
                <a16:creationId xmlns:a16="http://schemas.microsoft.com/office/drawing/2014/main" id="{E3DA1550-FE72-6DDE-6E2F-1FCA3ED1FA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9652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" name="Line 17">
            <a:extLst>
              <a:ext uri="{FF2B5EF4-FFF2-40B4-BE49-F238E27FC236}">
                <a16:creationId xmlns:a16="http://schemas.microsoft.com/office/drawing/2014/main" id="{4F91B0EC-1557-DD9F-E977-E28ED74087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10414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" name="Line 18">
            <a:extLst>
              <a:ext uri="{FF2B5EF4-FFF2-40B4-BE49-F238E27FC236}">
                <a16:creationId xmlns:a16="http://schemas.microsoft.com/office/drawing/2014/main" id="{667AA4D0-C808-68DB-7D44-47DD1E0159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11176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" name="Line 19">
            <a:extLst>
              <a:ext uri="{FF2B5EF4-FFF2-40B4-BE49-F238E27FC236}">
                <a16:creationId xmlns:a16="http://schemas.microsoft.com/office/drawing/2014/main" id="{7C00A6AB-FEF0-919D-3103-2F4A83C29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11938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" name="Line 20">
            <a:extLst>
              <a:ext uri="{FF2B5EF4-FFF2-40B4-BE49-F238E27FC236}">
                <a16:creationId xmlns:a16="http://schemas.microsoft.com/office/drawing/2014/main" id="{334C4E9B-E829-A445-AB41-E35AEA5A7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12700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" name="Line 21">
            <a:extLst>
              <a:ext uri="{FF2B5EF4-FFF2-40B4-BE49-F238E27FC236}">
                <a16:creationId xmlns:a16="http://schemas.microsoft.com/office/drawing/2014/main" id="{CB47AF12-B6CB-BD8C-64BD-85A32EF5C4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13462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" name="Line 22">
            <a:extLst>
              <a:ext uri="{FF2B5EF4-FFF2-40B4-BE49-F238E27FC236}">
                <a16:creationId xmlns:a16="http://schemas.microsoft.com/office/drawing/2014/main" id="{8D7EEFEF-D0DB-DADB-A5B7-6D4F08B722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14224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" name="Line 23">
            <a:extLst>
              <a:ext uri="{FF2B5EF4-FFF2-40B4-BE49-F238E27FC236}">
                <a16:creationId xmlns:a16="http://schemas.microsoft.com/office/drawing/2014/main" id="{90A87015-673B-142E-65A4-0351D95B00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2688" y="1498600"/>
            <a:ext cx="519113" cy="5191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" name="Line 24">
            <a:extLst>
              <a:ext uri="{FF2B5EF4-FFF2-40B4-BE49-F238E27FC236}">
                <a16:creationId xmlns:a16="http://schemas.microsoft.com/office/drawing/2014/main" id="{C246C221-D853-272E-4E66-473DEA1AB0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1574800"/>
            <a:ext cx="442913" cy="4429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" name="Line 25">
            <a:extLst>
              <a:ext uri="{FF2B5EF4-FFF2-40B4-BE49-F238E27FC236}">
                <a16:creationId xmlns:a16="http://schemas.microsoft.com/office/drawing/2014/main" id="{980A2C12-7A38-1434-0CD9-C0AFD783AF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5088" y="1651000"/>
            <a:ext cx="366713" cy="3667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" name="Line 26">
            <a:extLst>
              <a:ext uri="{FF2B5EF4-FFF2-40B4-BE49-F238E27FC236}">
                <a16:creationId xmlns:a16="http://schemas.microsoft.com/office/drawing/2014/main" id="{2B6AE906-BBBB-E32B-E3D5-CDA94E7842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1288" y="1727200"/>
            <a:ext cx="290513" cy="2905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" name="Line 27">
            <a:extLst>
              <a:ext uri="{FF2B5EF4-FFF2-40B4-BE49-F238E27FC236}">
                <a16:creationId xmlns:a16="http://schemas.microsoft.com/office/drawing/2014/main" id="{0AA67BCA-C89E-6600-EA5A-89B7987AC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7488" y="1803400"/>
            <a:ext cx="214313" cy="2143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" name="Line 28">
            <a:extLst>
              <a:ext uri="{FF2B5EF4-FFF2-40B4-BE49-F238E27FC236}">
                <a16:creationId xmlns:a16="http://schemas.microsoft.com/office/drawing/2014/main" id="{EF32E8C6-1767-8C5D-B8B9-800CBF621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3688" y="1879600"/>
            <a:ext cx="138113" cy="1381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" name="Line 29">
            <a:extLst>
              <a:ext uri="{FF2B5EF4-FFF2-40B4-BE49-F238E27FC236}">
                <a16:creationId xmlns:a16="http://schemas.microsoft.com/office/drawing/2014/main" id="{1E96F319-68B2-7A98-B703-C5164A1E99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39888" y="1955800"/>
            <a:ext cx="61913" cy="619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" name="Rectangle 30">
            <a:extLst>
              <a:ext uri="{FF2B5EF4-FFF2-40B4-BE49-F238E27FC236}">
                <a16:creationId xmlns:a16="http://schemas.microsoft.com/office/drawing/2014/main" id="{5325416E-55BE-CA03-34F8-AC293AFEA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793750"/>
            <a:ext cx="528638" cy="1223963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6" name="Line 31">
            <a:extLst>
              <a:ext uri="{FF2B5EF4-FFF2-40B4-BE49-F238E27FC236}">
                <a16:creationId xmlns:a16="http://schemas.microsoft.com/office/drawing/2014/main" id="{636C1DEA-7D19-DD8C-9A2D-58BA5DEDAF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793750"/>
            <a:ext cx="15875" cy="174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7" name="Line 32">
            <a:extLst>
              <a:ext uri="{FF2B5EF4-FFF2-40B4-BE49-F238E27FC236}">
                <a16:creationId xmlns:a16="http://schemas.microsoft.com/office/drawing/2014/main" id="{6A9FD0E4-7F6A-8D17-05BD-2F054BD9F8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793750"/>
            <a:ext cx="92075" cy="936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8" name="Line 33">
            <a:extLst>
              <a:ext uri="{FF2B5EF4-FFF2-40B4-BE49-F238E27FC236}">
                <a16:creationId xmlns:a16="http://schemas.microsoft.com/office/drawing/2014/main" id="{E3B7DA54-A78C-4527-B104-4F30671619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793750"/>
            <a:ext cx="168275" cy="1698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9" name="Line 34">
            <a:extLst>
              <a:ext uri="{FF2B5EF4-FFF2-40B4-BE49-F238E27FC236}">
                <a16:creationId xmlns:a16="http://schemas.microsoft.com/office/drawing/2014/main" id="{43B29E51-BC93-A46E-870F-34DD38A7AC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793750"/>
            <a:ext cx="244475" cy="2460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0" name="Line 35">
            <a:extLst>
              <a:ext uri="{FF2B5EF4-FFF2-40B4-BE49-F238E27FC236}">
                <a16:creationId xmlns:a16="http://schemas.microsoft.com/office/drawing/2014/main" id="{94F257F9-BCED-26F3-CE74-A2F532C927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793750"/>
            <a:ext cx="320675" cy="3222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1" name="Line 36">
            <a:extLst>
              <a:ext uri="{FF2B5EF4-FFF2-40B4-BE49-F238E27FC236}">
                <a16:creationId xmlns:a16="http://schemas.microsoft.com/office/drawing/2014/main" id="{33005B37-23F9-2715-8EAA-C4912A758A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793750"/>
            <a:ext cx="396875" cy="3984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2" name="Line 37">
            <a:extLst>
              <a:ext uri="{FF2B5EF4-FFF2-40B4-BE49-F238E27FC236}">
                <a16:creationId xmlns:a16="http://schemas.microsoft.com/office/drawing/2014/main" id="{4FD0A393-9A68-EF78-4275-C07AF3321F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793750"/>
            <a:ext cx="473075" cy="4746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3" name="Line 38">
            <a:extLst>
              <a:ext uri="{FF2B5EF4-FFF2-40B4-BE49-F238E27FC236}">
                <a16:creationId xmlns:a16="http://schemas.microsoft.com/office/drawing/2014/main" id="{B9C0C3FE-7F42-D984-CFE3-7A09253017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8159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" name="Line 39">
            <a:extLst>
              <a:ext uri="{FF2B5EF4-FFF2-40B4-BE49-F238E27FC236}">
                <a16:creationId xmlns:a16="http://schemas.microsoft.com/office/drawing/2014/main" id="{D8AD38B0-A08A-9C30-3D3F-900033FC87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8921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5" name="Line 40">
            <a:extLst>
              <a:ext uri="{FF2B5EF4-FFF2-40B4-BE49-F238E27FC236}">
                <a16:creationId xmlns:a16="http://schemas.microsoft.com/office/drawing/2014/main" id="{4E278621-5E14-632B-960C-0E69597868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9683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6" name="Line 41">
            <a:extLst>
              <a:ext uri="{FF2B5EF4-FFF2-40B4-BE49-F238E27FC236}">
                <a16:creationId xmlns:a16="http://schemas.microsoft.com/office/drawing/2014/main" id="{551BEA7D-C2B5-C06E-84B7-B411C181CB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0445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7" name="Line 42">
            <a:extLst>
              <a:ext uri="{FF2B5EF4-FFF2-40B4-BE49-F238E27FC236}">
                <a16:creationId xmlns:a16="http://schemas.microsoft.com/office/drawing/2014/main" id="{15313D69-88D1-D07C-624A-901FE63A12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1207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8" name="Line 43">
            <a:extLst>
              <a:ext uri="{FF2B5EF4-FFF2-40B4-BE49-F238E27FC236}">
                <a16:creationId xmlns:a16="http://schemas.microsoft.com/office/drawing/2014/main" id="{FC46EAE4-D9D3-8E3D-95A0-2314898BB8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1969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9" name="Line 44">
            <a:extLst>
              <a:ext uri="{FF2B5EF4-FFF2-40B4-BE49-F238E27FC236}">
                <a16:creationId xmlns:a16="http://schemas.microsoft.com/office/drawing/2014/main" id="{10D45CF4-9989-C763-2B9E-5A60434CDD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2731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0" name="Line 45">
            <a:extLst>
              <a:ext uri="{FF2B5EF4-FFF2-40B4-BE49-F238E27FC236}">
                <a16:creationId xmlns:a16="http://schemas.microsoft.com/office/drawing/2014/main" id="{0FDC0420-8171-A03C-2824-9644FE70D6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3493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1" name="Line 46">
            <a:extLst>
              <a:ext uri="{FF2B5EF4-FFF2-40B4-BE49-F238E27FC236}">
                <a16:creationId xmlns:a16="http://schemas.microsoft.com/office/drawing/2014/main" id="{A90AA083-877F-7873-AA70-BBC7AACB23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42557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2" name="Line 47">
            <a:extLst>
              <a:ext uri="{FF2B5EF4-FFF2-40B4-BE49-F238E27FC236}">
                <a16:creationId xmlns:a16="http://schemas.microsoft.com/office/drawing/2014/main" id="{BC7BA0CC-1022-6923-6AD2-8D4F3625D3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7088" y="1501775"/>
            <a:ext cx="517525" cy="5159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3" name="Line 48">
            <a:extLst>
              <a:ext uri="{FF2B5EF4-FFF2-40B4-BE49-F238E27FC236}">
                <a16:creationId xmlns:a16="http://schemas.microsoft.com/office/drawing/2014/main" id="{70BBA6BE-8195-4E30-6DB4-5FD3AE072B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3288" y="1577975"/>
            <a:ext cx="441325" cy="4397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4" name="Line 49">
            <a:extLst>
              <a:ext uri="{FF2B5EF4-FFF2-40B4-BE49-F238E27FC236}">
                <a16:creationId xmlns:a16="http://schemas.microsoft.com/office/drawing/2014/main" id="{5E41A133-CF98-88C1-6EFF-1412E2BA5E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9488" y="1654175"/>
            <a:ext cx="365125" cy="3635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5" name="Line 50">
            <a:extLst>
              <a:ext uri="{FF2B5EF4-FFF2-40B4-BE49-F238E27FC236}">
                <a16:creationId xmlns:a16="http://schemas.microsoft.com/office/drawing/2014/main" id="{73152454-96DB-38A7-E8A8-9BA8805363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5688" y="1730375"/>
            <a:ext cx="288925" cy="2873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6" name="Line 51">
            <a:extLst>
              <a:ext uri="{FF2B5EF4-FFF2-40B4-BE49-F238E27FC236}">
                <a16:creationId xmlns:a16="http://schemas.microsoft.com/office/drawing/2014/main" id="{319BDE63-1EAC-866E-CF55-883EE58CFD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1888" y="1806575"/>
            <a:ext cx="212725" cy="2111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7" name="Line 52">
            <a:extLst>
              <a:ext uri="{FF2B5EF4-FFF2-40B4-BE49-F238E27FC236}">
                <a16:creationId xmlns:a16="http://schemas.microsoft.com/office/drawing/2014/main" id="{F9490165-C1DE-B70A-4CCE-35CA906AF3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78088" y="1882775"/>
            <a:ext cx="136525" cy="1349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8" name="Line 53">
            <a:extLst>
              <a:ext uri="{FF2B5EF4-FFF2-40B4-BE49-F238E27FC236}">
                <a16:creationId xmlns:a16="http://schemas.microsoft.com/office/drawing/2014/main" id="{D675A729-4EAB-A291-A361-BB07176F5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4288" y="1958975"/>
            <a:ext cx="60325" cy="587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9" name="Rectangle 54">
            <a:extLst>
              <a:ext uri="{FF2B5EF4-FFF2-40B4-BE49-F238E27FC236}">
                <a16:creationId xmlns:a16="http://schemas.microsoft.com/office/drawing/2014/main" id="{F55E4BBB-7B08-BC00-B4F1-EB439913E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781050"/>
            <a:ext cx="528638" cy="1236663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0" name="Line 55">
            <a:extLst>
              <a:ext uri="{FF2B5EF4-FFF2-40B4-BE49-F238E27FC236}">
                <a16:creationId xmlns:a16="http://schemas.microsoft.com/office/drawing/2014/main" id="{0376469C-1821-0729-18D8-B274C802C8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781050"/>
            <a:ext cx="33338" cy="333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1" name="Line 56">
            <a:extLst>
              <a:ext uri="{FF2B5EF4-FFF2-40B4-BE49-F238E27FC236}">
                <a16:creationId xmlns:a16="http://schemas.microsoft.com/office/drawing/2014/main" id="{62E71FCE-64D8-0F74-3A8A-BA1D79A8DA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781050"/>
            <a:ext cx="109538" cy="1095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2" name="Line 57">
            <a:extLst>
              <a:ext uri="{FF2B5EF4-FFF2-40B4-BE49-F238E27FC236}">
                <a16:creationId xmlns:a16="http://schemas.microsoft.com/office/drawing/2014/main" id="{1EC5E544-3BBB-87EE-732D-4FCCB20F26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781050"/>
            <a:ext cx="185738" cy="1857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3" name="Line 58">
            <a:extLst>
              <a:ext uri="{FF2B5EF4-FFF2-40B4-BE49-F238E27FC236}">
                <a16:creationId xmlns:a16="http://schemas.microsoft.com/office/drawing/2014/main" id="{50F078D9-AAE8-FCFE-4C15-AA192129FF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781050"/>
            <a:ext cx="261938" cy="2619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" name="Line 59">
            <a:extLst>
              <a:ext uri="{FF2B5EF4-FFF2-40B4-BE49-F238E27FC236}">
                <a16:creationId xmlns:a16="http://schemas.microsoft.com/office/drawing/2014/main" id="{57A33E8E-9E87-A080-5481-17B316F4C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781050"/>
            <a:ext cx="338138" cy="3381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" name="Line 60">
            <a:extLst>
              <a:ext uri="{FF2B5EF4-FFF2-40B4-BE49-F238E27FC236}">
                <a16:creationId xmlns:a16="http://schemas.microsoft.com/office/drawing/2014/main" id="{D98F5771-EF94-F2F6-11C0-D6C345B632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781050"/>
            <a:ext cx="414338" cy="4143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6" name="Line 61">
            <a:extLst>
              <a:ext uri="{FF2B5EF4-FFF2-40B4-BE49-F238E27FC236}">
                <a16:creationId xmlns:a16="http://schemas.microsoft.com/office/drawing/2014/main" id="{1FE5AE2D-EE02-7F81-443D-A3C524ADEC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781050"/>
            <a:ext cx="490538" cy="4905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7" name="Line 62">
            <a:extLst>
              <a:ext uri="{FF2B5EF4-FFF2-40B4-BE49-F238E27FC236}">
                <a16:creationId xmlns:a16="http://schemas.microsoft.com/office/drawing/2014/main" id="{80B0F4FC-514C-F5F0-08AA-0FEA30851C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8191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8" name="Line 63">
            <a:extLst>
              <a:ext uri="{FF2B5EF4-FFF2-40B4-BE49-F238E27FC236}">
                <a16:creationId xmlns:a16="http://schemas.microsoft.com/office/drawing/2014/main" id="{9F92AD15-D95C-BD7C-AFDB-75E284DB71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8953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Line 64">
            <a:extLst>
              <a:ext uri="{FF2B5EF4-FFF2-40B4-BE49-F238E27FC236}">
                <a16:creationId xmlns:a16="http://schemas.microsoft.com/office/drawing/2014/main" id="{EB56A9EB-1D44-DD09-EABF-AEFA809289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9715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Line 65">
            <a:extLst>
              <a:ext uri="{FF2B5EF4-FFF2-40B4-BE49-F238E27FC236}">
                <a16:creationId xmlns:a16="http://schemas.microsoft.com/office/drawing/2014/main" id="{3EB48D9E-34F3-B93D-994A-BCF589D8D5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10477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Line 66">
            <a:extLst>
              <a:ext uri="{FF2B5EF4-FFF2-40B4-BE49-F238E27FC236}">
                <a16:creationId xmlns:a16="http://schemas.microsoft.com/office/drawing/2014/main" id="{72F5BFF1-BA71-9B9C-7CC3-3BB08FF11C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11239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Line 67">
            <a:extLst>
              <a:ext uri="{FF2B5EF4-FFF2-40B4-BE49-F238E27FC236}">
                <a16:creationId xmlns:a16="http://schemas.microsoft.com/office/drawing/2014/main" id="{AF269E4E-92C2-324C-4958-E61D252B82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12001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Line 68">
            <a:extLst>
              <a:ext uri="{FF2B5EF4-FFF2-40B4-BE49-F238E27FC236}">
                <a16:creationId xmlns:a16="http://schemas.microsoft.com/office/drawing/2014/main" id="{D0FE5443-EBF5-EE28-B39B-ED3A18C82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12763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Line 69">
            <a:extLst>
              <a:ext uri="{FF2B5EF4-FFF2-40B4-BE49-F238E27FC236}">
                <a16:creationId xmlns:a16="http://schemas.microsoft.com/office/drawing/2014/main" id="{9E6F0A88-1E8A-54D1-82DB-BC1A306329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13525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Line 70">
            <a:extLst>
              <a:ext uri="{FF2B5EF4-FFF2-40B4-BE49-F238E27FC236}">
                <a16:creationId xmlns:a16="http://schemas.microsoft.com/office/drawing/2014/main" id="{7A6D0CB2-59C7-3E7A-74DB-AD6C009AA3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142875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Line 71">
            <a:extLst>
              <a:ext uri="{FF2B5EF4-FFF2-40B4-BE49-F238E27FC236}">
                <a16:creationId xmlns:a16="http://schemas.microsoft.com/office/drawing/2014/main" id="{18E92938-601A-22CA-2F74-53B5C5C80A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1488" y="1504950"/>
            <a:ext cx="514350" cy="5127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Line 72">
            <a:extLst>
              <a:ext uri="{FF2B5EF4-FFF2-40B4-BE49-F238E27FC236}">
                <a16:creationId xmlns:a16="http://schemas.microsoft.com/office/drawing/2014/main" id="{083DE41A-7124-E93C-F9FE-8D369F9A17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7688" y="1581150"/>
            <a:ext cx="438150" cy="4365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8" name="Line 73">
            <a:extLst>
              <a:ext uri="{FF2B5EF4-FFF2-40B4-BE49-F238E27FC236}">
                <a16:creationId xmlns:a16="http://schemas.microsoft.com/office/drawing/2014/main" id="{538D5E8D-1410-51F3-A176-4CC402A544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3888" y="1657350"/>
            <a:ext cx="361950" cy="3603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9" name="Line 74">
            <a:extLst>
              <a:ext uri="{FF2B5EF4-FFF2-40B4-BE49-F238E27FC236}">
                <a16:creationId xmlns:a16="http://schemas.microsoft.com/office/drawing/2014/main" id="{FC2F7CC1-EEDC-4FE0-8B5F-F481A0E5A5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8" y="1733550"/>
            <a:ext cx="285750" cy="2841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Line 75">
            <a:extLst>
              <a:ext uri="{FF2B5EF4-FFF2-40B4-BE49-F238E27FC236}">
                <a16:creationId xmlns:a16="http://schemas.microsoft.com/office/drawing/2014/main" id="{B252D48A-5515-85E9-4BBA-B203FEB8B0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16288" y="1809750"/>
            <a:ext cx="209550" cy="2079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Line 76">
            <a:extLst>
              <a:ext uri="{FF2B5EF4-FFF2-40B4-BE49-F238E27FC236}">
                <a16:creationId xmlns:a16="http://schemas.microsoft.com/office/drawing/2014/main" id="{3FFCCDE1-FB4E-F424-485E-1F469A3F12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92488" y="1885950"/>
            <a:ext cx="133350" cy="1317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2" name="Line 77">
            <a:extLst>
              <a:ext uri="{FF2B5EF4-FFF2-40B4-BE49-F238E27FC236}">
                <a16:creationId xmlns:a16="http://schemas.microsoft.com/office/drawing/2014/main" id="{17EE97E1-CE8E-433B-0DBE-D4C16A5DFB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68688" y="1962150"/>
            <a:ext cx="57150" cy="555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3" name="Rectangle 78">
            <a:extLst>
              <a:ext uri="{FF2B5EF4-FFF2-40B4-BE49-F238E27FC236}">
                <a16:creationId xmlns:a16="http://schemas.microsoft.com/office/drawing/2014/main" id="{0FB5530A-1204-9E54-F1F6-1BF02F50E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839788"/>
            <a:ext cx="528638" cy="1177925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4" name="Line 79">
            <a:extLst>
              <a:ext uri="{FF2B5EF4-FFF2-40B4-BE49-F238E27FC236}">
                <a16:creationId xmlns:a16="http://schemas.microsoft.com/office/drawing/2014/main" id="{DBCA1EA3-E04C-6984-C9DF-B543D1D0E3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39788"/>
            <a:ext cx="52388" cy="539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5" name="Line 80">
            <a:extLst>
              <a:ext uri="{FF2B5EF4-FFF2-40B4-BE49-F238E27FC236}">
                <a16:creationId xmlns:a16="http://schemas.microsoft.com/office/drawing/2014/main" id="{C7E51BE6-C5DA-E8A3-B4F2-2EF0B460D6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39788"/>
            <a:ext cx="130175" cy="1301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6" name="Line 81">
            <a:extLst>
              <a:ext uri="{FF2B5EF4-FFF2-40B4-BE49-F238E27FC236}">
                <a16:creationId xmlns:a16="http://schemas.microsoft.com/office/drawing/2014/main" id="{9C148C3A-B7FF-825F-A226-8F23E99894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39788"/>
            <a:ext cx="206375" cy="2063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7" name="Line 82">
            <a:extLst>
              <a:ext uri="{FF2B5EF4-FFF2-40B4-BE49-F238E27FC236}">
                <a16:creationId xmlns:a16="http://schemas.microsoft.com/office/drawing/2014/main" id="{181F6B4A-7155-3DD1-88E5-0502385703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39788"/>
            <a:ext cx="282575" cy="2825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8" name="Line 83">
            <a:extLst>
              <a:ext uri="{FF2B5EF4-FFF2-40B4-BE49-F238E27FC236}">
                <a16:creationId xmlns:a16="http://schemas.microsoft.com/office/drawing/2014/main" id="{0518C737-91AE-9A96-A690-0F1F78D92B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39788"/>
            <a:ext cx="358775" cy="3587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9" name="Line 84">
            <a:extLst>
              <a:ext uri="{FF2B5EF4-FFF2-40B4-BE49-F238E27FC236}">
                <a16:creationId xmlns:a16="http://schemas.microsoft.com/office/drawing/2014/main" id="{69912FF6-2621-061D-87B0-489ADB7A7C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39788"/>
            <a:ext cx="434975" cy="4349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0" name="Line 85">
            <a:extLst>
              <a:ext uri="{FF2B5EF4-FFF2-40B4-BE49-F238E27FC236}">
                <a16:creationId xmlns:a16="http://schemas.microsoft.com/office/drawing/2014/main" id="{757A16C7-2216-F17B-43EC-D254B4BFD4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39788"/>
            <a:ext cx="511175" cy="5111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1" name="Line 86">
            <a:extLst>
              <a:ext uri="{FF2B5EF4-FFF2-40B4-BE49-F238E27FC236}">
                <a16:creationId xmlns:a16="http://schemas.microsoft.com/office/drawing/2014/main" id="{72C3747E-1EBE-A3DA-2B70-BBEDE0DD9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8985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2" name="Line 87">
            <a:extLst>
              <a:ext uri="{FF2B5EF4-FFF2-40B4-BE49-F238E27FC236}">
                <a16:creationId xmlns:a16="http://schemas.microsoft.com/office/drawing/2014/main" id="{85476555-06E5-573F-E165-430FBDCD71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9747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3" name="Line 88">
            <a:extLst>
              <a:ext uri="{FF2B5EF4-FFF2-40B4-BE49-F238E27FC236}">
                <a16:creationId xmlns:a16="http://schemas.microsoft.com/office/drawing/2014/main" id="{FD7D1C8F-B7CA-FD0F-C5B5-7F54BDC19A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10509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4" name="Line 89">
            <a:extLst>
              <a:ext uri="{FF2B5EF4-FFF2-40B4-BE49-F238E27FC236}">
                <a16:creationId xmlns:a16="http://schemas.microsoft.com/office/drawing/2014/main" id="{6E7663B3-6BA7-6F5B-25CE-4A169AF022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11271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" name="Line 90">
            <a:extLst>
              <a:ext uri="{FF2B5EF4-FFF2-40B4-BE49-F238E27FC236}">
                <a16:creationId xmlns:a16="http://schemas.microsoft.com/office/drawing/2014/main" id="{07818FE5-C309-12C4-E57C-64EA2DB1AD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12033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6" name="Line 91">
            <a:extLst>
              <a:ext uri="{FF2B5EF4-FFF2-40B4-BE49-F238E27FC236}">
                <a16:creationId xmlns:a16="http://schemas.microsoft.com/office/drawing/2014/main" id="{78A1679E-9EC3-EC56-443A-3FD55B0BB4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12795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7" name="Line 92">
            <a:extLst>
              <a:ext uri="{FF2B5EF4-FFF2-40B4-BE49-F238E27FC236}">
                <a16:creationId xmlns:a16="http://schemas.microsoft.com/office/drawing/2014/main" id="{5E0581A6-FFE5-7ACB-7986-3BB9EBA7EB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13557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8" name="Line 93">
            <a:extLst>
              <a:ext uri="{FF2B5EF4-FFF2-40B4-BE49-F238E27FC236}">
                <a16:creationId xmlns:a16="http://schemas.microsoft.com/office/drawing/2014/main" id="{89287769-30FD-7676-D857-5B008532BF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1431925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9" name="Line 94">
            <a:extLst>
              <a:ext uri="{FF2B5EF4-FFF2-40B4-BE49-F238E27FC236}">
                <a16:creationId xmlns:a16="http://schemas.microsoft.com/office/drawing/2014/main" id="{64C9EFFC-5F74-F9D3-CAD8-5F90B7AE97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5888" y="1508125"/>
            <a:ext cx="511175" cy="5095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0" name="Line 95">
            <a:extLst>
              <a:ext uri="{FF2B5EF4-FFF2-40B4-BE49-F238E27FC236}">
                <a16:creationId xmlns:a16="http://schemas.microsoft.com/office/drawing/2014/main" id="{A1270C74-A188-2E13-5A1B-8769C4A2D7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3675" y="1584325"/>
            <a:ext cx="433388" cy="4333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1" name="Line 96">
            <a:extLst>
              <a:ext uri="{FF2B5EF4-FFF2-40B4-BE49-F238E27FC236}">
                <a16:creationId xmlns:a16="http://schemas.microsoft.com/office/drawing/2014/main" id="{5D5E00C1-B568-7519-9A89-784D1A57DC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9875" y="1660525"/>
            <a:ext cx="357188" cy="3571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2" name="Line 97">
            <a:extLst>
              <a:ext uri="{FF2B5EF4-FFF2-40B4-BE49-F238E27FC236}">
                <a16:creationId xmlns:a16="http://schemas.microsoft.com/office/drawing/2014/main" id="{33F09B1A-84D5-D429-C9E1-EE5FEC07DB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6075" y="1736725"/>
            <a:ext cx="280988" cy="2809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3" name="Line 98">
            <a:extLst>
              <a:ext uri="{FF2B5EF4-FFF2-40B4-BE49-F238E27FC236}">
                <a16:creationId xmlns:a16="http://schemas.microsoft.com/office/drawing/2014/main" id="{FAFBD8E4-CA07-7A98-5083-8D06488BD4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2275" y="1812925"/>
            <a:ext cx="204788" cy="2047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4" name="Line 99">
            <a:extLst>
              <a:ext uri="{FF2B5EF4-FFF2-40B4-BE49-F238E27FC236}">
                <a16:creationId xmlns:a16="http://schemas.microsoft.com/office/drawing/2014/main" id="{6D1FBDD0-1D98-119E-09DA-68C78A67AA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8475" y="1889125"/>
            <a:ext cx="128588" cy="1285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5" name="Line 100">
            <a:extLst>
              <a:ext uri="{FF2B5EF4-FFF2-40B4-BE49-F238E27FC236}">
                <a16:creationId xmlns:a16="http://schemas.microsoft.com/office/drawing/2014/main" id="{080AF66E-70BC-FE61-9AC5-6172DBF56B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4675" y="1965325"/>
            <a:ext cx="52388" cy="523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6" name="Rectangle 101">
            <a:extLst>
              <a:ext uri="{FF2B5EF4-FFF2-40B4-BE49-F238E27FC236}">
                <a16:creationId xmlns:a16="http://schemas.microsoft.com/office/drawing/2014/main" id="{F18F803F-3C36-F269-A1F0-525E0E58D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238" y="668338"/>
            <a:ext cx="528638" cy="1349375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7" name="Line 102">
            <a:extLst>
              <a:ext uri="{FF2B5EF4-FFF2-40B4-BE49-F238E27FC236}">
                <a16:creationId xmlns:a16="http://schemas.microsoft.com/office/drawing/2014/main" id="{698DFA56-4754-0E74-5B2C-9C2BD0B96C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668338"/>
            <a:ext cx="74613" cy="74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8" name="Line 103">
            <a:extLst>
              <a:ext uri="{FF2B5EF4-FFF2-40B4-BE49-F238E27FC236}">
                <a16:creationId xmlns:a16="http://schemas.microsoft.com/office/drawing/2014/main" id="{358A8506-C1F9-4F23-189D-D719EF206B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668338"/>
            <a:ext cx="150813" cy="1508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9" name="Line 104">
            <a:extLst>
              <a:ext uri="{FF2B5EF4-FFF2-40B4-BE49-F238E27FC236}">
                <a16:creationId xmlns:a16="http://schemas.microsoft.com/office/drawing/2014/main" id="{3B999F5F-653B-E00B-6A50-59273383C8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668338"/>
            <a:ext cx="227013" cy="2270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0" name="Line 105">
            <a:extLst>
              <a:ext uri="{FF2B5EF4-FFF2-40B4-BE49-F238E27FC236}">
                <a16:creationId xmlns:a16="http://schemas.microsoft.com/office/drawing/2014/main" id="{CD9E858B-1346-F4BE-D277-15A5A3F5C4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668338"/>
            <a:ext cx="303213" cy="3032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1" name="Line 106">
            <a:extLst>
              <a:ext uri="{FF2B5EF4-FFF2-40B4-BE49-F238E27FC236}">
                <a16:creationId xmlns:a16="http://schemas.microsoft.com/office/drawing/2014/main" id="{CA589E02-4B79-6299-DA2A-69589E1E33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668338"/>
            <a:ext cx="379413" cy="3794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2" name="Line 107">
            <a:extLst>
              <a:ext uri="{FF2B5EF4-FFF2-40B4-BE49-F238E27FC236}">
                <a16:creationId xmlns:a16="http://schemas.microsoft.com/office/drawing/2014/main" id="{674B5BE0-BAF7-47A0-2DEA-D199AE0AC3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668338"/>
            <a:ext cx="455613" cy="45561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3" name="Line 108">
            <a:extLst>
              <a:ext uri="{FF2B5EF4-FFF2-40B4-BE49-F238E27FC236}">
                <a16:creationId xmlns:a16="http://schemas.microsoft.com/office/drawing/2014/main" id="{D66D5973-D8C6-71AE-489B-647BE41ECD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6715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4" name="Line 109">
            <a:extLst>
              <a:ext uri="{FF2B5EF4-FFF2-40B4-BE49-F238E27FC236}">
                <a16:creationId xmlns:a16="http://schemas.microsoft.com/office/drawing/2014/main" id="{6EB3F4AC-0ABD-0E65-0E7F-AA81A97F41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7477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5" name="Line 110">
            <a:extLst>
              <a:ext uri="{FF2B5EF4-FFF2-40B4-BE49-F238E27FC236}">
                <a16:creationId xmlns:a16="http://schemas.microsoft.com/office/drawing/2014/main" id="{F6B4D64D-4CB2-94CB-7616-2C1DDF6FC3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8239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6" name="Line 111">
            <a:extLst>
              <a:ext uri="{FF2B5EF4-FFF2-40B4-BE49-F238E27FC236}">
                <a16:creationId xmlns:a16="http://schemas.microsoft.com/office/drawing/2014/main" id="{EEE84E8B-B610-8A89-0BF4-5A1A2AE3FB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9001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7" name="Line 112">
            <a:extLst>
              <a:ext uri="{FF2B5EF4-FFF2-40B4-BE49-F238E27FC236}">
                <a16:creationId xmlns:a16="http://schemas.microsoft.com/office/drawing/2014/main" id="{47D523F8-C1E9-FC1D-E8FE-FC5FFEFF79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9763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8" name="Line 113">
            <a:extLst>
              <a:ext uri="{FF2B5EF4-FFF2-40B4-BE49-F238E27FC236}">
                <a16:creationId xmlns:a16="http://schemas.microsoft.com/office/drawing/2014/main" id="{7F87534B-547F-4F45-8D2F-A91CF88706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10525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9" name="Line 114">
            <a:extLst>
              <a:ext uri="{FF2B5EF4-FFF2-40B4-BE49-F238E27FC236}">
                <a16:creationId xmlns:a16="http://schemas.microsoft.com/office/drawing/2014/main" id="{11E0526F-F262-27F1-5756-E2BA0E2286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11287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0" name="Line 115">
            <a:extLst>
              <a:ext uri="{FF2B5EF4-FFF2-40B4-BE49-F238E27FC236}">
                <a16:creationId xmlns:a16="http://schemas.microsoft.com/office/drawing/2014/main" id="{8F4F366E-2733-72A8-F959-E5CA1732A0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12049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1" name="Line 116">
            <a:extLst>
              <a:ext uri="{FF2B5EF4-FFF2-40B4-BE49-F238E27FC236}">
                <a16:creationId xmlns:a16="http://schemas.microsoft.com/office/drawing/2014/main" id="{E9BB15FF-7444-4E4F-B18D-83A0271D50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12811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2" name="Line 117">
            <a:extLst>
              <a:ext uri="{FF2B5EF4-FFF2-40B4-BE49-F238E27FC236}">
                <a16:creationId xmlns:a16="http://schemas.microsoft.com/office/drawing/2014/main" id="{4FFB824A-75E1-7445-E2A1-E2AAB39D7C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13573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3" name="Line 118">
            <a:extLst>
              <a:ext uri="{FF2B5EF4-FFF2-40B4-BE49-F238E27FC236}">
                <a16:creationId xmlns:a16="http://schemas.microsoft.com/office/drawing/2014/main" id="{AA556254-7C01-012E-092F-99F4C3801A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14335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4" name="Line 119">
            <a:extLst>
              <a:ext uri="{FF2B5EF4-FFF2-40B4-BE49-F238E27FC236}">
                <a16:creationId xmlns:a16="http://schemas.microsoft.com/office/drawing/2014/main" id="{2B32227A-020F-742B-8368-E0BE6B70F6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41875" y="1509713"/>
            <a:ext cx="508000" cy="5080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5" name="Line 120">
            <a:extLst>
              <a:ext uri="{FF2B5EF4-FFF2-40B4-BE49-F238E27FC236}">
                <a16:creationId xmlns:a16="http://schemas.microsoft.com/office/drawing/2014/main" id="{FA5CED3A-8D22-C4CD-96E6-B6A8202044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8075" y="1585913"/>
            <a:ext cx="431800" cy="4318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6" name="Line 121">
            <a:extLst>
              <a:ext uri="{FF2B5EF4-FFF2-40B4-BE49-F238E27FC236}">
                <a16:creationId xmlns:a16="http://schemas.microsoft.com/office/drawing/2014/main" id="{DF394433-C240-3AD0-3982-AA360291A6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4275" y="1662113"/>
            <a:ext cx="355600" cy="3556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1D91CCDF-B908-3308-1936-C368A9D1DD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0475" y="1738313"/>
            <a:ext cx="279400" cy="2794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8" name="Line 123">
            <a:extLst>
              <a:ext uri="{FF2B5EF4-FFF2-40B4-BE49-F238E27FC236}">
                <a16:creationId xmlns:a16="http://schemas.microsoft.com/office/drawing/2014/main" id="{3AD26E97-6050-7FC4-5942-041B9491D5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6675" y="1814513"/>
            <a:ext cx="203200" cy="2032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9" name="Line 124">
            <a:extLst>
              <a:ext uri="{FF2B5EF4-FFF2-40B4-BE49-F238E27FC236}">
                <a16:creationId xmlns:a16="http://schemas.microsoft.com/office/drawing/2014/main" id="{FEF43C49-C1AC-025E-F3C3-E112762A4B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2875" y="1890713"/>
            <a:ext cx="127000" cy="1270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0" name="Line 125">
            <a:extLst>
              <a:ext uri="{FF2B5EF4-FFF2-40B4-BE49-F238E27FC236}">
                <a16:creationId xmlns:a16="http://schemas.microsoft.com/office/drawing/2014/main" id="{1A0FDECF-D0B7-7FF0-461D-B732DDCFA2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9075" y="1966913"/>
            <a:ext cx="50800" cy="508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1" name="Line 126">
            <a:extLst>
              <a:ext uri="{FF2B5EF4-FFF2-40B4-BE49-F238E27FC236}">
                <a16:creationId xmlns:a16="http://schemas.microsoft.com/office/drawing/2014/main" id="{0F518A72-21B2-AE96-1D50-ED958D2BCB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36688" y="197961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2" name="Rectangle 127">
            <a:extLst>
              <a:ext uri="{FF2B5EF4-FFF2-40B4-BE49-F238E27FC236}">
                <a16:creationId xmlns:a16="http://schemas.microsoft.com/office/drawing/2014/main" id="{651B8AAC-8636-A32B-8AE2-174EE9BB6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2038350"/>
            <a:ext cx="6412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3" name="Line 128">
            <a:extLst>
              <a:ext uri="{FF2B5EF4-FFF2-40B4-BE49-F238E27FC236}">
                <a16:creationId xmlns:a16="http://schemas.microsoft.com/office/drawing/2014/main" id="{0C28812D-AD77-22FF-67B6-969C870498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9500" y="197961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4" name="Rectangle 129">
            <a:extLst>
              <a:ext uri="{FF2B5EF4-FFF2-40B4-BE49-F238E27FC236}">
                <a16:creationId xmlns:a16="http://schemas.microsoft.com/office/drawing/2014/main" id="{3ACEC9EB-299B-E485-D5D2-D6FFA3C93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2038350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5" name="Line 130">
            <a:extLst>
              <a:ext uri="{FF2B5EF4-FFF2-40B4-BE49-F238E27FC236}">
                <a16:creationId xmlns:a16="http://schemas.microsoft.com/office/drawing/2014/main" id="{2423B810-D630-879D-D4A2-FB060C35E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0725" y="197961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6" name="Rectangle 131">
            <a:extLst>
              <a:ext uri="{FF2B5EF4-FFF2-40B4-BE49-F238E27FC236}">
                <a16:creationId xmlns:a16="http://schemas.microsoft.com/office/drawing/2014/main" id="{BAE2BADD-A3CF-18EF-0241-33543EC79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2038350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7" name="Line 132">
            <a:extLst>
              <a:ext uri="{FF2B5EF4-FFF2-40B4-BE49-F238E27FC236}">
                <a16:creationId xmlns:a16="http://schemas.microsoft.com/office/drawing/2014/main" id="{C516FE2F-36A7-6A01-D377-E8D1BC80C6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3538" y="197961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8" name="Rectangle 133">
            <a:extLst>
              <a:ext uri="{FF2B5EF4-FFF2-40B4-BE49-F238E27FC236}">
                <a16:creationId xmlns:a16="http://schemas.microsoft.com/office/drawing/2014/main" id="{C67D7C54-5D53-F38B-CB61-B7B37D8D3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2038350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9" name="Line 134">
            <a:extLst>
              <a:ext uri="{FF2B5EF4-FFF2-40B4-BE49-F238E27FC236}">
                <a16:creationId xmlns:a16="http://schemas.microsoft.com/office/drawing/2014/main" id="{08A9F745-4462-CDCF-220E-564866A0B6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4763" y="1979613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0" name="Rectangle 135">
            <a:extLst>
              <a:ext uri="{FF2B5EF4-FFF2-40B4-BE49-F238E27FC236}">
                <a16:creationId xmlns:a16="http://schemas.microsoft.com/office/drawing/2014/main" id="{B6493FD4-4EAA-3903-E0F7-02794F0F1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038350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1" name="Rectangle 136">
            <a:extLst>
              <a:ext uri="{FF2B5EF4-FFF2-40B4-BE49-F238E27FC236}">
                <a16:creationId xmlns:a16="http://schemas.microsoft.com/office/drawing/2014/main" id="{0752C0D1-4AD5-8F76-639D-303300FD4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198688"/>
            <a:ext cx="1270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2" name="Line 137">
            <a:extLst>
              <a:ext uri="{FF2B5EF4-FFF2-40B4-BE49-F238E27FC236}">
                <a16:creationId xmlns:a16="http://schemas.microsoft.com/office/drawing/2014/main" id="{2C428A2B-8F62-AF1D-D579-996109E5C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201771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3" name="Rectangle 138">
            <a:extLst>
              <a:ext uri="{FF2B5EF4-FFF2-40B4-BE49-F238E27FC236}">
                <a16:creationId xmlns:a16="http://schemas.microsoft.com/office/drawing/2014/main" id="{370977D1-7BEC-57C9-F5A1-825FBF3CC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1949450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4" name="Line 139">
            <a:extLst>
              <a:ext uri="{FF2B5EF4-FFF2-40B4-BE49-F238E27FC236}">
                <a16:creationId xmlns:a16="http://schemas.microsoft.com/office/drawing/2014/main" id="{8C3145CF-F150-8874-268B-CE15A2352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174148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5" name="Rectangle 140">
            <a:extLst>
              <a:ext uri="{FF2B5EF4-FFF2-40B4-BE49-F238E27FC236}">
                <a16:creationId xmlns:a16="http://schemas.microsoft.com/office/drawing/2014/main" id="{620DCBAA-365B-45A9-CFFA-65276C3A7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1673225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1000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6" name="Line 141">
            <a:extLst>
              <a:ext uri="{FF2B5EF4-FFF2-40B4-BE49-F238E27FC236}">
                <a16:creationId xmlns:a16="http://schemas.microsoft.com/office/drawing/2014/main" id="{66878C27-AC7E-EF21-555F-72028F084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146526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7" name="Rectangle 142">
            <a:extLst>
              <a:ext uri="{FF2B5EF4-FFF2-40B4-BE49-F238E27FC236}">
                <a16:creationId xmlns:a16="http://schemas.microsoft.com/office/drawing/2014/main" id="{20CEA6C5-4F8D-9659-78E1-8D17AB334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1397000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8" name="Line 143">
            <a:extLst>
              <a:ext uri="{FF2B5EF4-FFF2-40B4-BE49-F238E27FC236}">
                <a16:creationId xmlns:a16="http://schemas.microsoft.com/office/drawing/2014/main" id="{C9377BF9-D67F-C659-5099-88D1B80C3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118903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9" name="Rectangle 144">
            <a:extLst>
              <a:ext uri="{FF2B5EF4-FFF2-40B4-BE49-F238E27FC236}">
                <a16:creationId xmlns:a16="http://schemas.microsoft.com/office/drawing/2014/main" id="{26E09E45-1EB8-54C5-FDDA-9C65B5491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1120775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3000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0" name="Line 145">
            <a:extLst>
              <a:ext uri="{FF2B5EF4-FFF2-40B4-BE49-F238E27FC236}">
                <a16:creationId xmlns:a16="http://schemas.microsoft.com/office/drawing/2014/main" id="{F4FCECFA-CD39-01E5-EC83-F3F472781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91281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1" name="Rectangle 146">
            <a:extLst>
              <a:ext uri="{FF2B5EF4-FFF2-40B4-BE49-F238E27FC236}">
                <a16:creationId xmlns:a16="http://schemas.microsoft.com/office/drawing/2014/main" id="{FC60A6A7-9AED-79AF-93F7-48956B95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844550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4000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2" name="Line 147">
            <a:extLst>
              <a:ext uri="{FF2B5EF4-FFF2-40B4-BE49-F238E27FC236}">
                <a16:creationId xmlns:a16="http://schemas.microsoft.com/office/drawing/2014/main" id="{960A01E5-BA7C-DF17-D6C1-C292D6E4E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63658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3" name="Rectangle 148">
            <a:extLst>
              <a:ext uri="{FF2B5EF4-FFF2-40B4-BE49-F238E27FC236}">
                <a16:creationId xmlns:a16="http://schemas.microsoft.com/office/drawing/2014/main" id="{A4859029-205E-0C8D-82FC-75E80567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568325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5000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4" name="Line 149">
            <a:extLst>
              <a:ext uri="{FF2B5EF4-FFF2-40B4-BE49-F238E27FC236}">
                <a16:creationId xmlns:a16="http://schemas.microsoft.com/office/drawing/2014/main" id="{3AA93114-6CAA-3FFC-4D23-6342DC7F8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36036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5" name="Rectangle 150">
            <a:extLst>
              <a:ext uri="{FF2B5EF4-FFF2-40B4-BE49-F238E27FC236}">
                <a16:creationId xmlns:a16="http://schemas.microsoft.com/office/drawing/2014/main" id="{E6F29C10-F9C6-6574-84FD-CC0BA2312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292100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6000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6" name="Rectangle 151">
            <a:extLst>
              <a:ext uri="{FF2B5EF4-FFF2-40B4-BE49-F238E27FC236}">
                <a16:creationId xmlns:a16="http://schemas.microsoft.com/office/drawing/2014/main" id="{7090372F-E60E-F38B-5964-2B3C9FF9608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69875" y="1649413"/>
            <a:ext cx="5556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最大连通簇迹长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7" name="Rectangle 152">
            <a:extLst>
              <a:ext uri="{FF2B5EF4-FFF2-40B4-BE49-F238E27FC236}">
                <a16:creationId xmlns:a16="http://schemas.microsoft.com/office/drawing/2014/main" id="{D9FAC08E-F765-C7F4-35B7-5FEF02F17A7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77838" y="874713"/>
            <a:ext cx="1651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/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8" name="Rectangle 153">
            <a:extLst>
              <a:ext uri="{FF2B5EF4-FFF2-40B4-BE49-F238E27FC236}">
                <a16:creationId xmlns:a16="http://schemas.microsoft.com/office/drawing/2014/main" id="{A296E956-C165-5A35-14B6-8E600C1F51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3213" y="625475"/>
            <a:ext cx="4873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模型长度单位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9" name="Line 154">
            <a:extLst>
              <a:ext uri="{FF2B5EF4-FFF2-40B4-BE49-F238E27FC236}">
                <a16:creationId xmlns:a16="http://schemas.microsoft.com/office/drawing/2014/main" id="{66FE1CDC-CB95-9105-6CFB-4AE32B442D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36688" y="636588"/>
            <a:ext cx="0" cy="43180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0" name="Line 155">
            <a:extLst>
              <a:ext uri="{FF2B5EF4-FFF2-40B4-BE49-F238E27FC236}">
                <a16:creationId xmlns:a16="http://schemas.microsoft.com/office/drawing/2014/main" id="{BDD26C7E-5002-DABA-F260-287AC1316E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9500" y="571500"/>
            <a:ext cx="0" cy="420688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1" name="Line 156">
            <a:extLst>
              <a:ext uri="{FF2B5EF4-FFF2-40B4-BE49-F238E27FC236}">
                <a16:creationId xmlns:a16="http://schemas.microsoft.com/office/drawing/2014/main" id="{DE9CDD4E-AF9C-B16C-53D1-E484D1A4D9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0725" y="555625"/>
            <a:ext cx="0" cy="43180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2" name="Line 157">
            <a:extLst>
              <a:ext uri="{FF2B5EF4-FFF2-40B4-BE49-F238E27FC236}">
                <a16:creationId xmlns:a16="http://schemas.microsoft.com/office/drawing/2014/main" id="{EC386738-14A6-2680-EF30-979107A458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3538" y="649288"/>
            <a:ext cx="0" cy="382588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3" name="Line 158">
            <a:extLst>
              <a:ext uri="{FF2B5EF4-FFF2-40B4-BE49-F238E27FC236}">
                <a16:creationId xmlns:a16="http://schemas.microsoft.com/office/drawing/2014/main" id="{7423E464-F269-9A02-EAD7-9A8CC376CD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4763" y="412750"/>
            <a:ext cx="0" cy="4889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4" name="Line 159">
            <a:extLst>
              <a:ext uri="{FF2B5EF4-FFF2-40B4-BE49-F238E27FC236}">
                <a16:creationId xmlns:a16="http://schemas.microsoft.com/office/drawing/2014/main" id="{AD3E73FE-2E02-8CE7-24D2-D97F7CDD5D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5888" y="106838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5" name="Line 160">
            <a:extLst>
              <a:ext uri="{FF2B5EF4-FFF2-40B4-BE49-F238E27FC236}">
                <a16:creationId xmlns:a16="http://schemas.microsoft.com/office/drawing/2014/main" id="{B180749D-4615-09D4-9F50-C7657A9EDF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0" y="99218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6" name="Line 161">
            <a:extLst>
              <a:ext uri="{FF2B5EF4-FFF2-40B4-BE49-F238E27FC236}">
                <a16:creationId xmlns:a16="http://schemas.microsoft.com/office/drawing/2014/main" id="{AB6C8010-41E3-4A73-E278-F232B97EE0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9925" y="987425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" name="Line 162">
            <a:extLst>
              <a:ext uri="{FF2B5EF4-FFF2-40B4-BE49-F238E27FC236}">
                <a16:creationId xmlns:a16="http://schemas.microsoft.com/office/drawing/2014/main" id="{9B072507-FC95-811A-BD97-64F84C0B29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22738" y="1031875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8" name="Line 163">
            <a:extLst>
              <a:ext uri="{FF2B5EF4-FFF2-40B4-BE49-F238E27FC236}">
                <a16:creationId xmlns:a16="http://schemas.microsoft.com/office/drawing/2014/main" id="{0A85913E-C7BC-28CC-414E-A0C4C55FF1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3963" y="901700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9" name="Line 164">
            <a:extLst>
              <a:ext uri="{FF2B5EF4-FFF2-40B4-BE49-F238E27FC236}">
                <a16:creationId xmlns:a16="http://schemas.microsoft.com/office/drawing/2014/main" id="{89B46543-9F0D-9455-7061-63296D63F1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5888" y="63658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0" name="Line 165">
            <a:extLst>
              <a:ext uri="{FF2B5EF4-FFF2-40B4-BE49-F238E27FC236}">
                <a16:creationId xmlns:a16="http://schemas.microsoft.com/office/drawing/2014/main" id="{47C3807D-2C7A-3114-1F85-2FC4B02204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0" y="571500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1" name="Line 166">
            <a:extLst>
              <a:ext uri="{FF2B5EF4-FFF2-40B4-BE49-F238E27FC236}">
                <a16:creationId xmlns:a16="http://schemas.microsoft.com/office/drawing/2014/main" id="{AA0565D3-5765-08B2-39B2-69405497D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9925" y="555625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2" name="Line 167">
            <a:extLst>
              <a:ext uri="{FF2B5EF4-FFF2-40B4-BE49-F238E27FC236}">
                <a16:creationId xmlns:a16="http://schemas.microsoft.com/office/drawing/2014/main" id="{56F289A7-45CE-E265-D6E8-BF4F8BD7F8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22738" y="64928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3" name="Line 168">
            <a:extLst>
              <a:ext uri="{FF2B5EF4-FFF2-40B4-BE49-F238E27FC236}">
                <a16:creationId xmlns:a16="http://schemas.microsoft.com/office/drawing/2014/main" id="{CA1F57D6-5FE8-AD76-0B8D-5C5E53EA82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3963" y="412750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4" name="Line 169">
            <a:extLst>
              <a:ext uri="{FF2B5EF4-FFF2-40B4-BE49-F238E27FC236}">
                <a16:creationId xmlns:a16="http://schemas.microsoft.com/office/drawing/2014/main" id="{E5F9BDD7-236A-C824-2DA7-AF1435043B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3613" y="125413"/>
            <a:ext cx="0" cy="18923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5" name="Line 170">
            <a:extLst>
              <a:ext uri="{FF2B5EF4-FFF2-40B4-BE49-F238E27FC236}">
                <a16:creationId xmlns:a16="http://schemas.microsoft.com/office/drawing/2014/main" id="{EB4E7DE1-2E5B-46B0-7A06-5ED431D7A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2017713"/>
            <a:ext cx="4594225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6" name="Rectangle 171">
            <a:extLst>
              <a:ext uri="{FF2B5EF4-FFF2-40B4-BE49-F238E27FC236}">
                <a16:creationId xmlns:a16="http://schemas.microsoft.com/office/drawing/2014/main" id="{84CB88C0-73C9-5502-FFBF-16BA735C6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275" y="466725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4193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7" name="Rectangle 172">
            <a:extLst>
              <a:ext uri="{FF2B5EF4-FFF2-40B4-BE49-F238E27FC236}">
                <a16:creationId xmlns:a16="http://schemas.microsoft.com/office/drawing/2014/main" id="{491573E5-FE94-2FA6-74F9-40E3793D8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88" y="403225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4429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8" name="Rectangle 173">
            <a:extLst>
              <a:ext uri="{FF2B5EF4-FFF2-40B4-BE49-F238E27FC236}">
                <a16:creationId xmlns:a16="http://schemas.microsoft.com/office/drawing/2014/main" id="{608909C5-63CD-5253-260B-AD291683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387350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4479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9" name="Rectangle 174">
            <a:extLst>
              <a:ext uri="{FF2B5EF4-FFF2-40B4-BE49-F238E27FC236}">
                <a16:creationId xmlns:a16="http://schemas.microsoft.com/office/drawing/2014/main" id="{091E6158-B034-F63F-6413-E434B55C9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481013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4263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0" name="Rectangle 175">
            <a:extLst>
              <a:ext uri="{FF2B5EF4-FFF2-40B4-BE49-F238E27FC236}">
                <a16:creationId xmlns:a16="http://schemas.microsoft.com/office/drawing/2014/main" id="{CDD589D8-48E9-2EFD-057B-9C4A3901A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350" y="244475"/>
            <a:ext cx="304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4886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1" name="Rectangle 176">
            <a:extLst>
              <a:ext uri="{FF2B5EF4-FFF2-40B4-BE49-F238E27FC236}">
                <a16:creationId xmlns:a16="http://schemas.microsoft.com/office/drawing/2014/main" id="{1529F25B-781C-411A-B3C2-87F8377F4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2616200"/>
            <a:ext cx="24606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2" name="Rectangle 177">
            <a:extLst>
              <a:ext uri="{FF2B5EF4-FFF2-40B4-BE49-F238E27FC236}">
                <a16:creationId xmlns:a16="http://schemas.microsoft.com/office/drawing/2014/main" id="{9F0B9E8A-7C71-5DBF-0B6B-94BB3AB9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2620963"/>
            <a:ext cx="5556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最大连通簇迹长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3" name="Rectangle 178">
            <a:extLst>
              <a:ext uri="{FF2B5EF4-FFF2-40B4-BE49-F238E27FC236}">
                <a16:creationId xmlns:a16="http://schemas.microsoft.com/office/drawing/2014/main" id="{75B4D1DE-79AF-D744-FD6E-9EEEC510F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3078163"/>
            <a:ext cx="4594225" cy="18954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4" name="Rectangle 179">
            <a:extLst>
              <a:ext uri="{FF2B5EF4-FFF2-40B4-BE49-F238E27FC236}">
                <a16:creationId xmlns:a16="http://schemas.microsoft.com/office/drawing/2014/main" id="{1F13582E-D8F5-8F2E-3261-AB8248AF4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3" y="3813175"/>
            <a:ext cx="528638" cy="1160463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5" name="Line 180">
            <a:extLst>
              <a:ext uri="{FF2B5EF4-FFF2-40B4-BE49-F238E27FC236}">
                <a16:creationId xmlns:a16="http://schemas.microsoft.com/office/drawing/2014/main" id="{087405ED-BF33-2C27-8FB0-C8385A0A3A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13175"/>
            <a:ext cx="42863" cy="428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6" name="Line 181">
            <a:extLst>
              <a:ext uri="{FF2B5EF4-FFF2-40B4-BE49-F238E27FC236}">
                <a16:creationId xmlns:a16="http://schemas.microsoft.com/office/drawing/2014/main" id="{2530FB89-36FF-9753-04DA-82663DDDE7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13175"/>
            <a:ext cx="119063" cy="1190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7" name="Line 182">
            <a:extLst>
              <a:ext uri="{FF2B5EF4-FFF2-40B4-BE49-F238E27FC236}">
                <a16:creationId xmlns:a16="http://schemas.microsoft.com/office/drawing/2014/main" id="{780FAE00-72C9-1EEB-23AF-6BE88CDD20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13175"/>
            <a:ext cx="195263" cy="1952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8" name="Line 183">
            <a:extLst>
              <a:ext uri="{FF2B5EF4-FFF2-40B4-BE49-F238E27FC236}">
                <a16:creationId xmlns:a16="http://schemas.microsoft.com/office/drawing/2014/main" id="{1DF7A89D-A644-B976-321C-99A56949D0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13175"/>
            <a:ext cx="271463" cy="2714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9" name="Line 184">
            <a:extLst>
              <a:ext uri="{FF2B5EF4-FFF2-40B4-BE49-F238E27FC236}">
                <a16:creationId xmlns:a16="http://schemas.microsoft.com/office/drawing/2014/main" id="{43924A13-BA38-0633-0017-4773A2CAAA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13175"/>
            <a:ext cx="347663" cy="3476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0" name="Line 185">
            <a:extLst>
              <a:ext uri="{FF2B5EF4-FFF2-40B4-BE49-F238E27FC236}">
                <a16:creationId xmlns:a16="http://schemas.microsoft.com/office/drawing/2014/main" id="{C087E47A-B809-7F0C-EF75-1F608CE8FF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13175"/>
            <a:ext cx="423863" cy="4238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1" name="Line 186">
            <a:extLst>
              <a:ext uri="{FF2B5EF4-FFF2-40B4-BE49-F238E27FC236}">
                <a16:creationId xmlns:a16="http://schemas.microsoft.com/office/drawing/2014/main" id="{7092CC15-AB59-1D8E-99A7-29A7020E9C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13175"/>
            <a:ext cx="500063" cy="500063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2" name="Line 187">
            <a:extLst>
              <a:ext uri="{FF2B5EF4-FFF2-40B4-BE49-F238E27FC236}">
                <a16:creationId xmlns:a16="http://schemas.microsoft.com/office/drawing/2014/main" id="{ACF42ABB-1278-8868-11FE-6488BAA963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8608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3" name="Line 188">
            <a:extLst>
              <a:ext uri="{FF2B5EF4-FFF2-40B4-BE49-F238E27FC236}">
                <a16:creationId xmlns:a16="http://schemas.microsoft.com/office/drawing/2014/main" id="{6A6C59CF-78FE-DD78-7401-64564CD0A8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39370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4" name="Line 189">
            <a:extLst>
              <a:ext uri="{FF2B5EF4-FFF2-40B4-BE49-F238E27FC236}">
                <a16:creationId xmlns:a16="http://schemas.microsoft.com/office/drawing/2014/main" id="{2AA2DB43-6964-4EF6-5D23-7E9405701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40132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5" name="Line 190">
            <a:extLst>
              <a:ext uri="{FF2B5EF4-FFF2-40B4-BE49-F238E27FC236}">
                <a16:creationId xmlns:a16="http://schemas.microsoft.com/office/drawing/2014/main" id="{EF658884-E28C-4413-1C7A-02ACB79818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40894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6" name="Line 191">
            <a:extLst>
              <a:ext uri="{FF2B5EF4-FFF2-40B4-BE49-F238E27FC236}">
                <a16:creationId xmlns:a16="http://schemas.microsoft.com/office/drawing/2014/main" id="{126EDCA2-068E-05A0-4D25-69D4BDA87B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41656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7" name="Line 192">
            <a:extLst>
              <a:ext uri="{FF2B5EF4-FFF2-40B4-BE49-F238E27FC236}">
                <a16:creationId xmlns:a16="http://schemas.microsoft.com/office/drawing/2014/main" id="{3530142C-0C78-1AAB-1ADD-55DC6D9487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42418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8" name="Line 193">
            <a:extLst>
              <a:ext uri="{FF2B5EF4-FFF2-40B4-BE49-F238E27FC236}">
                <a16:creationId xmlns:a16="http://schemas.microsoft.com/office/drawing/2014/main" id="{FE4BAEBB-FEF0-446E-4997-09955D7508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43180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9" name="Line 194">
            <a:extLst>
              <a:ext uri="{FF2B5EF4-FFF2-40B4-BE49-F238E27FC236}">
                <a16:creationId xmlns:a16="http://schemas.microsoft.com/office/drawing/2014/main" id="{BC3C0CBE-D59C-04B9-C044-6428994245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3" y="4394200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0" name="Line 195">
            <a:extLst>
              <a:ext uri="{FF2B5EF4-FFF2-40B4-BE49-F238E27FC236}">
                <a16:creationId xmlns:a16="http://schemas.microsoft.com/office/drawing/2014/main" id="{06E8860F-73AD-178E-16A1-56D92A302D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98563" y="4470400"/>
            <a:ext cx="503238" cy="5032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1" name="Line 196">
            <a:extLst>
              <a:ext uri="{FF2B5EF4-FFF2-40B4-BE49-F238E27FC236}">
                <a16:creationId xmlns:a16="http://schemas.microsoft.com/office/drawing/2014/main" id="{C0B7DFC0-08D7-567D-7D85-1FEB652A36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4763" y="4546600"/>
            <a:ext cx="427038" cy="4270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2" name="Line 197">
            <a:extLst>
              <a:ext uri="{FF2B5EF4-FFF2-40B4-BE49-F238E27FC236}">
                <a16:creationId xmlns:a16="http://schemas.microsoft.com/office/drawing/2014/main" id="{8316DAAE-73D2-00F1-660B-9BF15E7ACE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0963" y="4622800"/>
            <a:ext cx="350838" cy="3508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3" name="Line 198">
            <a:extLst>
              <a:ext uri="{FF2B5EF4-FFF2-40B4-BE49-F238E27FC236}">
                <a16:creationId xmlns:a16="http://schemas.microsoft.com/office/drawing/2014/main" id="{5D2C1302-16AA-9FFB-78C9-47D1E3F94D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27163" y="4699000"/>
            <a:ext cx="274638" cy="274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4" name="Line 199">
            <a:extLst>
              <a:ext uri="{FF2B5EF4-FFF2-40B4-BE49-F238E27FC236}">
                <a16:creationId xmlns:a16="http://schemas.microsoft.com/office/drawing/2014/main" id="{84023FAD-77A9-7DAA-CC7B-920ED578C3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3363" y="4775200"/>
            <a:ext cx="198438" cy="1984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5" name="Line 200">
            <a:extLst>
              <a:ext uri="{FF2B5EF4-FFF2-40B4-BE49-F238E27FC236}">
                <a16:creationId xmlns:a16="http://schemas.microsoft.com/office/drawing/2014/main" id="{922D42AB-7B2C-7E13-D44C-74325487FE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79563" y="4851400"/>
            <a:ext cx="122238" cy="1222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6" name="Line 201">
            <a:extLst>
              <a:ext uri="{FF2B5EF4-FFF2-40B4-BE49-F238E27FC236}">
                <a16:creationId xmlns:a16="http://schemas.microsoft.com/office/drawing/2014/main" id="{36EB7BF6-822C-FD5E-7686-B23788C3E1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5763" y="4927600"/>
            <a:ext cx="46038" cy="460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7" name="Rectangle 202">
            <a:extLst>
              <a:ext uri="{FF2B5EF4-FFF2-40B4-BE49-F238E27FC236}">
                <a16:creationId xmlns:a16="http://schemas.microsoft.com/office/drawing/2014/main" id="{F3A02685-5374-F77F-B2CC-DC09CD3DE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3746500"/>
            <a:ext cx="528638" cy="1227138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8" name="Line 203">
            <a:extLst>
              <a:ext uri="{FF2B5EF4-FFF2-40B4-BE49-F238E27FC236}">
                <a16:creationId xmlns:a16="http://schemas.microsoft.com/office/drawing/2014/main" id="{DA90691F-32D5-651C-D8BE-C81E727529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46500"/>
            <a:ext cx="34925" cy="349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9" name="Line 204">
            <a:extLst>
              <a:ext uri="{FF2B5EF4-FFF2-40B4-BE49-F238E27FC236}">
                <a16:creationId xmlns:a16="http://schemas.microsoft.com/office/drawing/2014/main" id="{4D7884E6-59F3-716E-5ECF-7C455FF6B6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46500"/>
            <a:ext cx="111125" cy="1111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Line 206">
            <a:extLst>
              <a:ext uri="{FF2B5EF4-FFF2-40B4-BE49-F238E27FC236}">
                <a16:creationId xmlns:a16="http://schemas.microsoft.com/office/drawing/2014/main" id="{1EEC4943-B604-994A-A9F9-B97DD2AB4E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46500"/>
            <a:ext cx="187325" cy="1873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Line 207">
            <a:extLst>
              <a:ext uri="{FF2B5EF4-FFF2-40B4-BE49-F238E27FC236}">
                <a16:creationId xmlns:a16="http://schemas.microsoft.com/office/drawing/2014/main" id="{648F7D59-4876-7DCA-0DA4-41B081BE8D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46500"/>
            <a:ext cx="263525" cy="2635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Line 208">
            <a:extLst>
              <a:ext uri="{FF2B5EF4-FFF2-40B4-BE49-F238E27FC236}">
                <a16:creationId xmlns:a16="http://schemas.microsoft.com/office/drawing/2014/main" id="{9B5A68EA-93BC-D90F-23E7-5326B2E787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46500"/>
            <a:ext cx="339725" cy="3397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209">
            <a:extLst>
              <a:ext uri="{FF2B5EF4-FFF2-40B4-BE49-F238E27FC236}">
                <a16:creationId xmlns:a16="http://schemas.microsoft.com/office/drawing/2014/main" id="{3264E162-6FA4-F114-E49E-6F7F2E34CA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46500"/>
            <a:ext cx="415925" cy="4159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210">
            <a:extLst>
              <a:ext uri="{FF2B5EF4-FFF2-40B4-BE49-F238E27FC236}">
                <a16:creationId xmlns:a16="http://schemas.microsoft.com/office/drawing/2014/main" id="{4F0D27A1-D31A-72F3-E3E8-5E902DDD8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46500"/>
            <a:ext cx="492125" cy="4921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211">
            <a:extLst>
              <a:ext uri="{FF2B5EF4-FFF2-40B4-BE49-F238E27FC236}">
                <a16:creationId xmlns:a16="http://schemas.microsoft.com/office/drawing/2014/main" id="{021BF750-62FC-F50D-D62F-EA63D31AF9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7861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212">
            <a:extLst>
              <a:ext uri="{FF2B5EF4-FFF2-40B4-BE49-F238E27FC236}">
                <a16:creationId xmlns:a16="http://schemas.microsoft.com/office/drawing/2014/main" id="{7F9A76E4-8109-76E2-D461-8AE00BF57F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8623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Line 213">
            <a:extLst>
              <a:ext uri="{FF2B5EF4-FFF2-40B4-BE49-F238E27FC236}">
                <a16:creationId xmlns:a16="http://schemas.microsoft.com/office/drawing/2014/main" id="{9EA98888-5901-4345-EE00-DB1A82A92A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39385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Line 214">
            <a:extLst>
              <a:ext uri="{FF2B5EF4-FFF2-40B4-BE49-F238E27FC236}">
                <a16:creationId xmlns:a16="http://schemas.microsoft.com/office/drawing/2014/main" id="{6C4313C3-33BB-E2BE-594A-AFBDA3B0AD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40147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Line 215">
            <a:extLst>
              <a:ext uri="{FF2B5EF4-FFF2-40B4-BE49-F238E27FC236}">
                <a16:creationId xmlns:a16="http://schemas.microsoft.com/office/drawing/2014/main" id="{6A7CD7B5-0FCB-EADA-DE6D-E591B29A24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40909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216">
            <a:extLst>
              <a:ext uri="{FF2B5EF4-FFF2-40B4-BE49-F238E27FC236}">
                <a16:creationId xmlns:a16="http://schemas.microsoft.com/office/drawing/2014/main" id="{CC4CCB3C-5058-43F9-638E-89EC75D5EF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41671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217">
            <a:extLst>
              <a:ext uri="{FF2B5EF4-FFF2-40B4-BE49-F238E27FC236}">
                <a16:creationId xmlns:a16="http://schemas.microsoft.com/office/drawing/2014/main" id="{25B90CB7-6184-51BA-CAB7-BA9870A029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42433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Line 218">
            <a:extLst>
              <a:ext uri="{FF2B5EF4-FFF2-40B4-BE49-F238E27FC236}">
                <a16:creationId xmlns:a16="http://schemas.microsoft.com/office/drawing/2014/main" id="{C3510746-E291-248A-ACFF-B170E88D1F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43195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Line 219">
            <a:extLst>
              <a:ext uri="{FF2B5EF4-FFF2-40B4-BE49-F238E27FC236}">
                <a16:creationId xmlns:a16="http://schemas.microsoft.com/office/drawing/2014/main" id="{48B3E558-935C-9B2C-FA3B-1509BC0F91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439578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220">
            <a:extLst>
              <a:ext uri="{FF2B5EF4-FFF2-40B4-BE49-F238E27FC236}">
                <a16:creationId xmlns:a16="http://schemas.microsoft.com/office/drawing/2014/main" id="{1ECE3D99-1D18-D64F-F739-8BC008243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2963" y="4471988"/>
            <a:ext cx="501650" cy="5016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221">
            <a:extLst>
              <a:ext uri="{FF2B5EF4-FFF2-40B4-BE49-F238E27FC236}">
                <a16:creationId xmlns:a16="http://schemas.microsoft.com/office/drawing/2014/main" id="{3F5FFEFE-C223-0060-5EFA-B31DBCDEC0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89163" y="4548188"/>
            <a:ext cx="425450" cy="4254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22">
            <a:extLst>
              <a:ext uri="{FF2B5EF4-FFF2-40B4-BE49-F238E27FC236}">
                <a16:creationId xmlns:a16="http://schemas.microsoft.com/office/drawing/2014/main" id="{D7DF53A0-78A1-CD35-EDB0-FC5EDBC985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5363" y="4624388"/>
            <a:ext cx="349250" cy="3492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223">
            <a:extLst>
              <a:ext uri="{FF2B5EF4-FFF2-40B4-BE49-F238E27FC236}">
                <a16:creationId xmlns:a16="http://schemas.microsoft.com/office/drawing/2014/main" id="{7447164C-15C0-25A1-6882-06DCA43385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1563" y="4700588"/>
            <a:ext cx="273050" cy="2730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24">
            <a:extLst>
              <a:ext uri="{FF2B5EF4-FFF2-40B4-BE49-F238E27FC236}">
                <a16:creationId xmlns:a16="http://schemas.microsoft.com/office/drawing/2014/main" id="{CB7665C3-C9BE-3761-8B73-F57006C048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7763" y="4776788"/>
            <a:ext cx="196850" cy="1968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25">
            <a:extLst>
              <a:ext uri="{FF2B5EF4-FFF2-40B4-BE49-F238E27FC236}">
                <a16:creationId xmlns:a16="http://schemas.microsoft.com/office/drawing/2014/main" id="{3F12AFEC-6A19-616C-0232-08AA12FA2A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93963" y="4852988"/>
            <a:ext cx="120650" cy="1206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26">
            <a:extLst>
              <a:ext uri="{FF2B5EF4-FFF2-40B4-BE49-F238E27FC236}">
                <a16:creationId xmlns:a16="http://schemas.microsoft.com/office/drawing/2014/main" id="{645CA70F-EFE2-55CD-4BDD-BE6F027AEC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0163" y="4929188"/>
            <a:ext cx="44450" cy="444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Rectangle 227">
            <a:extLst>
              <a:ext uri="{FF2B5EF4-FFF2-40B4-BE49-F238E27FC236}">
                <a16:creationId xmlns:a16="http://schemas.microsoft.com/office/drawing/2014/main" id="{E3347D27-212B-FDEE-BFBE-A054734B2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3732213"/>
            <a:ext cx="528638" cy="1241425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228">
            <a:extLst>
              <a:ext uri="{FF2B5EF4-FFF2-40B4-BE49-F238E27FC236}">
                <a16:creationId xmlns:a16="http://schemas.microsoft.com/office/drawing/2014/main" id="{89C64675-6D9B-EC1B-1F3B-A98C3D2AC5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32213"/>
            <a:ext cx="52388" cy="523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229">
            <a:extLst>
              <a:ext uri="{FF2B5EF4-FFF2-40B4-BE49-F238E27FC236}">
                <a16:creationId xmlns:a16="http://schemas.microsoft.com/office/drawing/2014/main" id="{B04BE66D-0713-9144-5C95-9E1DED569D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32213"/>
            <a:ext cx="128588" cy="1285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230">
            <a:extLst>
              <a:ext uri="{FF2B5EF4-FFF2-40B4-BE49-F238E27FC236}">
                <a16:creationId xmlns:a16="http://schemas.microsoft.com/office/drawing/2014/main" id="{68241B34-468D-3A68-5498-544B90A55C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32213"/>
            <a:ext cx="204788" cy="2047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231">
            <a:extLst>
              <a:ext uri="{FF2B5EF4-FFF2-40B4-BE49-F238E27FC236}">
                <a16:creationId xmlns:a16="http://schemas.microsoft.com/office/drawing/2014/main" id="{DD8E955B-6243-3C83-2883-993C1AAC2F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32213"/>
            <a:ext cx="280988" cy="2809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Line 232">
            <a:extLst>
              <a:ext uri="{FF2B5EF4-FFF2-40B4-BE49-F238E27FC236}">
                <a16:creationId xmlns:a16="http://schemas.microsoft.com/office/drawing/2014/main" id="{BA2ED91C-CC80-6655-44DA-1019C92420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32213"/>
            <a:ext cx="357188" cy="3571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Line 233">
            <a:extLst>
              <a:ext uri="{FF2B5EF4-FFF2-40B4-BE49-F238E27FC236}">
                <a16:creationId xmlns:a16="http://schemas.microsoft.com/office/drawing/2014/main" id="{7EE936B6-D8A4-2CE1-C528-3BCD0F7942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32213"/>
            <a:ext cx="433388" cy="4333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Line 234">
            <a:extLst>
              <a:ext uri="{FF2B5EF4-FFF2-40B4-BE49-F238E27FC236}">
                <a16:creationId xmlns:a16="http://schemas.microsoft.com/office/drawing/2014/main" id="{FB442D1F-6456-652C-20A9-2D1ED88A5F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32213"/>
            <a:ext cx="509588" cy="50958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235">
            <a:extLst>
              <a:ext uri="{FF2B5EF4-FFF2-40B4-BE49-F238E27FC236}">
                <a16:creationId xmlns:a16="http://schemas.microsoft.com/office/drawing/2014/main" id="{97BFBF96-4897-35FF-A6DF-C5C515D9BF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7893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236">
            <a:extLst>
              <a:ext uri="{FF2B5EF4-FFF2-40B4-BE49-F238E27FC236}">
                <a16:creationId xmlns:a16="http://schemas.microsoft.com/office/drawing/2014/main" id="{4B8D226B-49B9-F1FC-E358-44741695E4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8655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Line 237">
            <a:extLst>
              <a:ext uri="{FF2B5EF4-FFF2-40B4-BE49-F238E27FC236}">
                <a16:creationId xmlns:a16="http://schemas.microsoft.com/office/drawing/2014/main" id="{940595CC-D396-65F7-FB49-768C2D50AE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39417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Line 238">
            <a:extLst>
              <a:ext uri="{FF2B5EF4-FFF2-40B4-BE49-F238E27FC236}">
                <a16:creationId xmlns:a16="http://schemas.microsoft.com/office/drawing/2014/main" id="{D6EC8355-8B60-EEF7-320E-EDE1E6DF9F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40179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239">
            <a:extLst>
              <a:ext uri="{FF2B5EF4-FFF2-40B4-BE49-F238E27FC236}">
                <a16:creationId xmlns:a16="http://schemas.microsoft.com/office/drawing/2014/main" id="{ACDA4212-DD55-B05B-23EC-32B1A9847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40941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240">
            <a:extLst>
              <a:ext uri="{FF2B5EF4-FFF2-40B4-BE49-F238E27FC236}">
                <a16:creationId xmlns:a16="http://schemas.microsoft.com/office/drawing/2014/main" id="{A137E484-C1D8-FBB6-9260-5F4E3EC2D3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41703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Line 241">
            <a:extLst>
              <a:ext uri="{FF2B5EF4-FFF2-40B4-BE49-F238E27FC236}">
                <a16:creationId xmlns:a16="http://schemas.microsoft.com/office/drawing/2014/main" id="{442BB163-EDF6-59C3-EECD-7BF7BAE4E5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42465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Line 242">
            <a:extLst>
              <a:ext uri="{FF2B5EF4-FFF2-40B4-BE49-F238E27FC236}">
                <a16:creationId xmlns:a16="http://schemas.microsoft.com/office/drawing/2014/main" id="{FFF8F53A-AF67-BBF5-53A2-8145D8E00C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43227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243">
            <a:extLst>
              <a:ext uri="{FF2B5EF4-FFF2-40B4-BE49-F238E27FC236}">
                <a16:creationId xmlns:a16="http://schemas.microsoft.com/office/drawing/2014/main" id="{9FBFC52E-B2DF-1CE8-F7B8-E14F49B517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439896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Line 244">
            <a:extLst>
              <a:ext uri="{FF2B5EF4-FFF2-40B4-BE49-F238E27FC236}">
                <a16:creationId xmlns:a16="http://schemas.microsoft.com/office/drawing/2014/main" id="{0D60A0BF-3844-F318-50D7-FAD0853759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7363" y="4475163"/>
            <a:ext cx="498475" cy="4984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Line 245">
            <a:extLst>
              <a:ext uri="{FF2B5EF4-FFF2-40B4-BE49-F238E27FC236}">
                <a16:creationId xmlns:a16="http://schemas.microsoft.com/office/drawing/2014/main" id="{5CD444F6-1B61-F3B9-3B3D-251C94369F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563" y="4551363"/>
            <a:ext cx="422275" cy="4222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Line 246">
            <a:extLst>
              <a:ext uri="{FF2B5EF4-FFF2-40B4-BE49-F238E27FC236}">
                <a16:creationId xmlns:a16="http://schemas.microsoft.com/office/drawing/2014/main" id="{ED77B371-BBBA-440C-9D08-6614F9E649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9763" y="4627563"/>
            <a:ext cx="346075" cy="3460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Line 247">
            <a:extLst>
              <a:ext uri="{FF2B5EF4-FFF2-40B4-BE49-F238E27FC236}">
                <a16:creationId xmlns:a16="http://schemas.microsoft.com/office/drawing/2014/main" id="{79D86D59-DD58-0249-9F86-9A040145DE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5963" y="4703763"/>
            <a:ext cx="269875" cy="2698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248">
            <a:extLst>
              <a:ext uri="{FF2B5EF4-FFF2-40B4-BE49-F238E27FC236}">
                <a16:creationId xmlns:a16="http://schemas.microsoft.com/office/drawing/2014/main" id="{83A20642-856F-B4FD-C7B4-4C10583411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2163" y="4779963"/>
            <a:ext cx="193675" cy="1936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249">
            <a:extLst>
              <a:ext uri="{FF2B5EF4-FFF2-40B4-BE49-F238E27FC236}">
                <a16:creationId xmlns:a16="http://schemas.microsoft.com/office/drawing/2014/main" id="{8D8F4817-F40E-3717-B860-8775C6326A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8363" y="4856163"/>
            <a:ext cx="117475" cy="1174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Line 250">
            <a:extLst>
              <a:ext uri="{FF2B5EF4-FFF2-40B4-BE49-F238E27FC236}">
                <a16:creationId xmlns:a16="http://schemas.microsoft.com/office/drawing/2014/main" id="{65D69A8A-897B-30CA-5AE8-EA810A8EDB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4563" y="4932363"/>
            <a:ext cx="41275" cy="412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Rectangle 251">
            <a:extLst>
              <a:ext uri="{FF2B5EF4-FFF2-40B4-BE49-F238E27FC236}">
                <a16:creationId xmlns:a16="http://schemas.microsoft.com/office/drawing/2014/main" id="{E6EA32B1-A447-6D05-D372-E630B3B55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3794125"/>
            <a:ext cx="528638" cy="1179513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252">
            <a:extLst>
              <a:ext uri="{FF2B5EF4-FFF2-40B4-BE49-F238E27FC236}">
                <a16:creationId xmlns:a16="http://schemas.microsoft.com/office/drawing/2014/main" id="{2B48E90B-7DFF-A42A-25DB-A2453B20C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794125"/>
            <a:ext cx="71438" cy="698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253">
            <a:extLst>
              <a:ext uri="{FF2B5EF4-FFF2-40B4-BE49-F238E27FC236}">
                <a16:creationId xmlns:a16="http://schemas.microsoft.com/office/drawing/2014/main" id="{EDCFDB76-D7B1-A661-13E9-09E41D1330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794125"/>
            <a:ext cx="147638" cy="1460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Line 254">
            <a:extLst>
              <a:ext uri="{FF2B5EF4-FFF2-40B4-BE49-F238E27FC236}">
                <a16:creationId xmlns:a16="http://schemas.microsoft.com/office/drawing/2014/main" id="{C262CB94-CB05-4A0E-5D68-1D7E252570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794125"/>
            <a:ext cx="223838" cy="2222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Line 255">
            <a:extLst>
              <a:ext uri="{FF2B5EF4-FFF2-40B4-BE49-F238E27FC236}">
                <a16:creationId xmlns:a16="http://schemas.microsoft.com/office/drawing/2014/main" id="{E1EF0F22-9A52-E402-B937-0894AB31E2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794125"/>
            <a:ext cx="300038" cy="2984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256">
            <a:extLst>
              <a:ext uri="{FF2B5EF4-FFF2-40B4-BE49-F238E27FC236}">
                <a16:creationId xmlns:a16="http://schemas.microsoft.com/office/drawing/2014/main" id="{9517C7AD-CE0E-3214-1AB1-BBDEAB7FFF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794125"/>
            <a:ext cx="376238" cy="3746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Line 257">
            <a:extLst>
              <a:ext uri="{FF2B5EF4-FFF2-40B4-BE49-F238E27FC236}">
                <a16:creationId xmlns:a16="http://schemas.microsoft.com/office/drawing/2014/main" id="{8469AD23-DDAC-CD38-4600-09D7731DE5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794125"/>
            <a:ext cx="452438" cy="4508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Line 258">
            <a:extLst>
              <a:ext uri="{FF2B5EF4-FFF2-40B4-BE49-F238E27FC236}">
                <a16:creationId xmlns:a16="http://schemas.microsoft.com/office/drawing/2014/main" id="{EA3306B3-142C-1FFD-3AE3-0754475B88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794125"/>
            <a:ext cx="528638" cy="52705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Line 259">
            <a:extLst>
              <a:ext uri="{FF2B5EF4-FFF2-40B4-BE49-F238E27FC236}">
                <a16:creationId xmlns:a16="http://schemas.microsoft.com/office/drawing/2014/main" id="{4B83A72E-95DB-5797-EB2D-6E3D7F24EF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8687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Line 260">
            <a:extLst>
              <a:ext uri="{FF2B5EF4-FFF2-40B4-BE49-F238E27FC236}">
                <a16:creationId xmlns:a16="http://schemas.microsoft.com/office/drawing/2014/main" id="{BA841FDD-53F9-E49C-3841-FCC85CD6D1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39449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Line 261">
            <a:extLst>
              <a:ext uri="{FF2B5EF4-FFF2-40B4-BE49-F238E27FC236}">
                <a16:creationId xmlns:a16="http://schemas.microsoft.com/office/drawing/2014/main" id="{41BAF32A-237A-0F60-8936-E8530AE66C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40211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262">
            <a:extLst>
              <a:ext uri="{FF2B5EF4-FFF2-40B4-BE49-F238E27FC236}">
                <a16:creationId xmlns:a16="http://schemas.microsoft.com/office/drawing/2014/main" id="{87C9E368-93A1-5B83-0D4B-EA372DE63B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40973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263">
            <a:extLst>
              <a:ext uri="{FF2B5EF4-FFF2-40B4-BE49-F238E27FC236}">
                <a16:creationId xmlns:a16="http://schemas.microsoft.com/office/drawing/2014/main" id="{EBD5BBDA-D200-E826-57CC-B1C3FD6ECB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41735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Line 264">
            <a:extLst>
              <a:ext uri="{FF2B5EF4-FFF2-40B4-BE49-F238E27FC236}">
                <a16:creationId xmlns:a16="http://schemas.microsoft.com/office/drawing/2014/main" id="{D4F518B5-1146-DCD6-D3C6-32783710C7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42497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Line 265">
            <a:extLst>
              <a:ext uri="{FF2B5EF4-FFF2-40B4-BE49-F238E27FC236}">
                <a16:creationId xmlns:a16="http://schemas.microsoft.com/office/drawing/2014/main" id="{1E4910FB-6C9C-1B76-B248-4A394BCA0E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43259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Line 266">
            <a:extLst>
              <a:ext uri="{FF2B5EF4-FFF2-40B4-BE49-F238E27FC236}">
                <a16:creationId xmlns:a16="http://schemas.microsoft.com/office/drawing/2014/main" id="{A9392E4A-BC34-A11E-C837-F35234C221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4402138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Line 267">
            <a:extLst>
              <a:ext uri="{FF2B5EF4-FFF2-40B4-BE49-F238E27FC236}">
                <a16:creationId xmlns:a16="http://schemas.microsoft.com/office/drawing/2014/main" id="{5D74F7F0-7930-B893-7135-4D10904C7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1763" y="4478338"/>
            <a:ext cx="495300" cy="4953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Line 268">
            <a:extLst>
              <a:ext uri="{FF2B5EF4-FFF2-40B4-BE49-F238E27FC236}">
                <a16:creationId xmlns:a16="http://schemas.microsoft.com/office/drawing/2014/main" id="{E9EF2023-5E07-15A7-A917-E21F16D1C3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9550" y="4554538"/>
            <a:ext cx="417513" cy="4191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Line 269">
            <a:extLst>
              <a:ext uri="{FF2B5EF4-FFF2-40B4-BE49-F238E27FC236}">
                <a16:creationId xmlns:a16="http://schemas.microsoft.com/office/drawing/2014/main" id="{B408E150-EC49-004D-389D-24DB46014E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95750" y="4630738"/>
            <a:ext cx="341313" cy="3429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Line 270">
            <a:extLst>
              <a:ext uri="{FF2B5EF4-FFF2-40B4-BE49-F238E27FC236}">
                <a16:creationId xmlns:a16="http://schemas.microsoft.com/office/drawing/2014/main" id="{4F0E65D8-ED80-4B21-BD01-1C18795826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1950" y="4706938"/>
            <a:ext cx="265113" cy="2667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Line 271">
            <a:extLst>
              <a:ext uri="{FF2B5EF4-FFF2-40B4-BE49-F238E27FC236}">
                <a16:creationId xmlns:a16="http://schemas.microsoft.com/office/drawing/2014/main" id="{F4F7EC8C-5797-3BD1-FF3A-D904FF5772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8150" y="4783138"/>
            <a:ext cx="188913" cy="1905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Line 272">
            <a:extLst>
              <a:ext uri="{FF2B5EF4-FFF2-40B4-BE49-F238E27FC236}">
                <a16:creationId xmlns:a16="http://schemas.microsoft.com/office/drawing/2014/main" id="{89CEADFB-DA51-9722-27FE-1C2F4AEEB6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24350" y="4859338"/>
            <a:ext cx="112713" cy="1143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Line 273">
            <a:extLst>
              <a:ext uri="{FF2B5EF4-FFF2-40B4-BE49-F238E27FC236}">
                <a16:creationId xmlns:a16="http://schemas.microsoft.com/office/drawing/2014/main" id="{3420095A-70E2-BCE7-5872-164203541B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0550" y="4935538"/>
            <a:ext cx="36513" cy="3810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274">
            <a:extLst>
              <a:ext uri="{FF2B5EF4-FFF2-40B4-BE49-F238E27FC236}">
                <a16:creationId xmlns:a16="http://schemas.microsoft.com/office/drawing/2014/main" id="{F44BFB76-CF11-6053-9FC5-088EF8A02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238" y="3622675"/>
            <a:ext cx="528638" cy="1350963"/>
          </a:xfrm>
          <a:prstGeom prst="rect">
            <a:avLst/>
          </a:prstGeom>
          <a:solidFill>
            <a:srgbClr val="FFFFFF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Line 275">
            <a:extLst>
              <a:ext uri="{FF2B5EF4-FFF2-40B4-BE49-F238E27FC236}">
                <a16:creationId xmlns:a16="http://schemas.microsoft.com/office/drawing/2014/main" id="{18EF4C30-CA62-4B33-99F8-E0D13F2D76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22675"/>
            <a:ext cx="15875" cy="158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Line 276">
            <a:extLst>
              <a:ext uri="{FF2B5EF4-FFF2-40B4-BE49-F238E27FC236}">
                <a16:creationId xmlns:a16="http://schemas.microsoft.com/office/drawing/2014/main" id="{B5EB66BA-DE66-7E1A-E407-899860D71A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22675"/>
            <a:ext cx="92075" cy="920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Line 277">
            <a:extLst>
              <a:ext uri="{FF2B5EF4-FFF2-40B4-BE49-F238E27FC236}">
                <a16:creationId xmlns:a16="http://schemas.microsoft.com/office/drawing/2014/main" id="{5E52739F-05D6-7A5B-2ADF-98F211ED9D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22675"/>
            <a:ext cx="168275" cy="1682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Line 278">
            <a:extLst>
              <a:ext uri="{FF2B5EF4-FFF2-40B4-BE49-F238E27FC236}">
                <a16:creationId xmlns:a16="http://schemas.microsoft.com/office/drawing/2014/main" id="{704657B9-5F96-CD53-8105-D853F5B7BA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22675"/>
            <a:ext cx="244475" cy="2444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Line 279">
            <a:extLst>
              <a:ext uri="{FF2B5EF4-FFF2-40B4-BE49-F238E27FC236}">
                <a16:creationId xmlns:a16="http://schemas.microsoft.com/office/drawing/2014/main" id="{12072B73-44AC-9AB2-010E-CB38CD5A6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22675"/>
            <a:ext cx="320675" cy="3206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Line 280">
            <a:extLst>
              <a:ext uri="{FF2B5EF4-FFF2-40B4-BE49-F238E27FC236}">
                <a16:creationId xmlns:a16="http://schemas.microsoft.com/office/drawing/2014/main" id="{A9E7DBC3-3ACC-513E-7016-1CA85386CB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22675"/>
            <a:ext cx="396875" cy="3968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Line 281">
            <a:extLst>
              <a:ext uri="{FF2B5EF4-FFF2-40B4-BE49-F238E27FC236}">
                <a16:creationId xmlns:a16="http://schemas.microsoft.com/office/drawing/2014/main" id="{EC995B72-BA01-F9E8-3C32-F9354AA299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22675"/>
            <a:ext cx="473075" cy="47307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Line 282">
            <a:extLst>
              <a:ext uri="{FF2B5EF4-FFF2-40B4-BE49-F238E27FC236}">
                <a16:creationId xmlns:a16="http://schemas.microsoft.com/office/drawing/2014/main" id="{0B0C5061-4CA8-ECA2-DCB4-A454BE1E24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6433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" name="Line 283">
            <a:extLst>
              <a:ext uri="{FF2B5EF4-FFF2-40B4-BE49-F238E27FC236}">
                <a16:creationId xmlns:a16="http://schemas.microsoft.com/office/drawing/2014/main" id="{55047DB2-8127-386D-024C-5164C34225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7195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Line 284">
            <a:extLst>
              <a:ext uri="{FF2B5EF4-FFF2-40B4-BE49-F238E27FC236}">
                <a16:creationId xmlns:a16="http://schemas.microsoft.com/office/drawing/2014/main" id="{ADD42A35-CA6B-6CBD-BF4E-94FF468EF6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7957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Line 285">
            <a:extLst>
              <a:ext uri="{FF2B5EF4-FFF2-40B4-BE49-F238E27FC236}">
                <a16:creationId xmlns:a16="http://schemas.microsoft.com/office/drawing/2014/main" id="{CEDCA14C-3C40-DC2F-9866-447A25221F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8719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Line 286">
            <a:extLst>
              <a:ext uri="{FF2B5EF4-FFF2-40B4-BE49-F238E27FC236}">
                <a16:creationId xmlns:a16="http://schemas.microsoft.com/office/drawing/2014/main" id="{F578777C-0636-7904-F8D2-256005BB97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39481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Line 287">
            <a:extLst>
              <a:ext uri="{FF2B5EF4-FFF2-40B4-BE49-F238E27FC236}">
                <a16:creationId xmlns:a16="http://schemas.microsoft.com/office/drawing/2014/main" id="{295322A2-E6BC-3B21-E3EB-80F143883D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40243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Line 288">
            <a:extLst>
              <a:ext uri="{FF2B5EF4-FFF2-40B4-BE49-F238E27FC236}">
                <a16:creationId xmlns:a16="http://schemas.microsoft.com/office/drawing/2014/main" id="{1C131873-2610-B68A-DB13-97912B3E06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41005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Line 289">
            <a:extLst>
              <a:ext uri="{FF2B5EF4-FFF2-40B4-BE49-F238E27FC236}">
                <a16:creationId xmlns:a16="http://schemas.microsoft.com/office/drawing/2014/main" id="{20CF0480-6D63-87EE-47C8-E4F05B6C25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41767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Line 290">
            <a:extLst>
              <a:ext uri="{FF2B5EF4-FFF2-40B4-BE49-F238E27FC236}">
                <a16:creationId xmlns:a16="http://schemas.microsoft.com/office/drawing/2014/main" id="{2B859050-8B3B-2E47-53D0-16E8304904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42529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" name="Line 291">
            <a:extLst>
              <a:ext uri="{FF2B5EF4-FFF2-40B4-BE49-F238E27FC236}">
                <a16:creationId xmlns:a16="http://schemas.microsoft.com/office/drawing/2014/main" id="{48C5FEB7-A822-52B6-D13A-6FE0D72074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43291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" name="Line 292">
            <a:extLst>
              <a:ext uri="{FF2B5EF4-FFF2-40B4-BE49-F238E27FC236}">
                <a16:creationId xmlns:a16="http://schemas.microsoft.com/office/drawing/2014/main" id="{E482E8D7-AF9B-07C3-E057-7BA088469B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1238" y="4405313"/>
            <a:ext cx="528638" cy="528638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" name="Line 293">
            <a:extLst>
              <a:ext uri="{FF2B5EF4-FFF2-40B4-BE49-F238E27FC236}">
                <a16:creationId xmlns:a16="http://schemas.microsoft.com/office/drawing/2014/main" id="{A5E55C62-E55E-B919-9823-51026E0D20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7750" y="4481513"/>
            <a:ext cx="492125" cy="4921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" name="Line 294">
            <a:extLst>
              <a:ext uri="{FF2B5EF4-FFF2-40B4-BE49-F238E27FC236}">
                <a16:creationId xmlns:a16="http://schemas.microsoft.com/office/drawing/2014/main" id="{FDC259BD-CBEC-A541-5577-D9204B5742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3950" y="4557713"/>
            <a:ext cx="415925" cy="4159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" name="Line 295">
            <a:extLst>
              <a:ext uri="{FF2B5EF4-FFF2-40B4-BE49-F238E27FC236}">
                <a16:creationId xmlns:a16="http://schemas.microsoft.com/office/drawing/2014/main" id="{8DD90CC9-A3F5-1C0E-6AA1-EF5FAFCB6D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0150" y="4633913"/>
            <a:ext cx="339725" cy="3397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Line 296">
            <a:extLst>
              <a:ext uri="{FF2B5EF4-FFF2-40B4-BE49-F238E27FC236}">
                <a16:creationId xmlns:a16="http://schemas.microsoft.com/office/drawing/2014/main" id="{F6D051EE-2002-AD88-18AB-3B8702DDF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4710113"/>
            <a:ext cx="263525" cy="2635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Line 297">
            <a:extLst>
              <a:ext uri="{FF2B5EF4-FFF2-40B4-BE49-F238E27FC236}">
                <a16:creationId xmlns:a16="http://schemas.microsoft.com/office/drawing/2014/main" id="{8764A8D3-D8AB-D2DB-84CB-AE6B87BCE5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2550" y="4786313"/>
            <a:ext cx="187325" cy="1873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" name="Line 298">
            <a:extLst>
              <a:ext uri="{FF2B5EF4-FFF2-40B4-BE49-F238E27FC236}">
                <a16:creationId xmlns:a16="http://schemas.microsoft.com/office/drawing/2014/main" id="{5C5F255B-0E64-30D4-02CC-6098D9B8D4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8750" y="4862513"/>
            <a:ext cx="111125" cy="1111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Line 299">
            <a:extLst>
              <a:ext uri="{FF2B5EF4-FFF2-40B4-BE49-F238E27FC236}">
                <a16:creationId xmlns:a16="http://schemas.microsoft.com/office/drawing/2014/main" id="{01C01BFC-0E4D-FF7C-5D88-B49F13D10E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14950" y="4938713"/>
            <a:ext cx="34925" cy="34925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" name="Line 300">
            <a:extLst>
              <a:ext uri="{FF2B5EF4-FFF2-40B4-BE49-F238E27FC236}">
                <a16:creationId xmlns:a16="http://schemas.microsoft.com/office/drawing/2014/main" id="{739E3328-F1A9-3955-95F6-40DA7E2F88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36688" y="49355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Rectangle 301">
            <a:extLst>
              <a:ext uri="{FF2B5EF4-FFF2-40B4-BE49-F238E27FC236}">
                <a16:creationId xmlns:a16="http://schemas.microsoft.com/office/drawing/2014/main" id="{C8FDF1B2-54BC-B5C8-531C-A33EE253F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499268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" name="Line 302">
            <a:extLst>
              <a:ext uri="{FF2B5EF4-FFF2-40B4-BE49-F238E27FC236}">
                <a16:creationId xmlns:a16="http://schemas.microsoft.com/office/drawing/2014/main" id="{F1077544-50B6-4B97-BBFB-55606369CE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9500" y="49355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" name="Rectangle 303">
            <a:extLst>
              <a:ext uri="{FF2B5EF4-FFF2-40B4-BE49-F238E27FC236}">
                <a16:creationId xmlns:a16="http://schemas.microsoft.com/office/drawing/2014/main" id="{35987E4D-4283-F392-2C4F-02D33F297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499268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" name="Line 304">
            <a:extLst>
              <a:ext uri="{FF2B5EF4-FFF2-40B4-BE49-F238E27FC236}">
                <a16:creationId xmlns:a16="http://schemas.microsoft.com/office/drawing/2014/main" id="{F0C55695-9D23-FCA9-705B-3D36CC6EAF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0725" y="49355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" name="Rectangle 305">
            <a:extLst>
              <a:ext uri="{FF2B5EF4-FFF2-40B4-BE49-F238E27FC236}">
                <a16:creationId xmlns:a16="http://schemas.microsoft.com/office/drawing/2014/main" id="{CBE71E88-EEE9-1FB6-E444-F4128C27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99268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" name="Line 306">
            <a:extLst>
              <a:ext uri="{FF2B5EF4-FFF2-40B4-BE49-F238E27FC236}">
                <a16:creationId xmlns:a16="http://schemas.microsoft.com/office/drawing/2014/main" id="{09830455-C525-28F7-D73F-E11916E5B1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3538" y="49355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" name="Rectangle 307">
            <a:extLst>
              <a:ext uri="{FF2B5EF4-FFF2-40B4-BE49-F238E27FC236}">
                <a16:creationId xmlns:a16="http://schemas.microsoft.com/office/drawing/2014/main" id="{AE432276-F755-EAC5-0FB8-1E2FD6B88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499268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" name="Line 308">
            <a:extLst>
              <a:ext uri="{FF2B5EF4-FFF2-40B4-BE49-F238E27FC236}">
                <a16:creationId xmlns:a16="http://schemas.microsoft.com/office/drawing/2014/main" id="{92885C24-35D5-B325-023A-A1AE59849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4763" y="4935538"/>
            <a:ext cx="0" cy="3810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" name="Rectangle 309">
            <a:extLst>
              <a:ext uri="{FF2B5EF4-FFF2-40B4-BE49-F238E27FC236}">
                <a16:creationId xmlns:a16="http://schemas.microsoft.com/office/drawing/2014/main" id="{7AB8D211-8A8E-2DEC-F0FB-9D199CF69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4992688"/>
            <a:ext cx="1555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1" name="Rectangle 310">
            <a:extLst>
              <a:ext uri="{FF2B5EF4-FFF2-40B4-BE49-F238E27FC236}">
                <a16:creationId xmlns:a16="http://schemas.microsoft.com/office/drawing/2014/main" id="{2DCE2C84-7C12-B390-88F9-505CDECFA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5153025"/>
            <a:ext cx="1270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2" name="Line 311">
            <a:extLst>
              <a:ext uri="{FF2B5EF4-FFF2-40B4-BE49-F238E27FC236}">
                <a16:creationId xmlns:a16="http://schemas.microsoft.com/office/drawing/2014/main" id="{647CFE14-95C0-258D-F8A7-BE91A43C6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4973638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Rectangle 312">
            <a:extLst>
              <a:ext uri="{FF2B5EF4-FFF2-40B4-BE49-F238E27FC236}">
                <a16:creationId xmlns:a16="http://schemas.microsoft.com/office/drawing/2014/main" id="{DD2606F0-D825-C198-D27F-261E4143C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903788"/>
            <a:ext cx="1143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4" name="Line 313">
            <a:extLst>
              <a:ext uri="{FF2B5EF4-FFF2-40B4-BE49-F238E27FC236}">
                <a16:creationId xmlns:a16="http://schemas.microsoft.com/office/drawing/2014/main" id="{83564F7C-0A25-C5FE-0E90-75614D505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4619625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Rectangle 314">
            <a:extLst>
              <a:ext uri="{FF2B5EF4-FFF2-40B4-BE49-F238E27FC236}">
                <a16:creationId xmlns:a16="http://schemas.microsoft.com/office/drawing/2014/main" id="{4EF1C935-A9C7-2830-0817-6BC1DAC20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4551363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6" name="Line 315">
            <a:extLst>
              <a:ext uri="{FF2B5EF4-FFF2-40B4-BE49-F238E27FC236}">
                <a16:creationId xmlns:a16="http://schemas.microsoft.com/office/drawing/2014/main" id="{58166E88-C823-2E4E-4758-8F06898ED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426561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" name="Rectangle 316">
            <a:extLst>
              <a:ext uri="{FF2B5EF4-FFF2-40B4-BE49-F238E27FC236}">
                <a16:creationId xmlns:a16="http://schemas.microsoft.com/office/drawing/2014/main" id="{8E404473-6E8A-1858-CA33-0A08F0489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4197350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8" name="Line 317">
            <a:extLst>
              <a:ext uri="{FF2B5EF4-FFF2-40B4-BE49-F238E27FC236}">
                <a16:creationId xmlns:a16="http://schemas.microsoft.com/office/drawing/2014/main" id="{6F9A36C4-430B-1F23-1188-5D88F7BBA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3911600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" name="Rectangle 318">
            <a:extLst>
              <a:ext uri="{FF2B5EF4-FFF2-40B4-BE49-F238E27FC236}">
                <a16:creationId xmlns:a16="http://schemas.microsoft.com/office/drawing/2014/main" id="{68189D3D-9672-7891-102B-5421BFD3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3843338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0" name="Line 319">
            <a:extLst>
              <a:ext uri="{FF2B5EF4-FFF2-40B4-BE49-F238E27FC236}">
                <a16:creationId xmlns:a16="http://schemas.microsoft.com/office/drawing/2014/main" id="{15F294DC-D635-0B40-40C4-C6D9BC3CF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3559175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" name="Rectangle 320">
            <a:extLst>
              <a:ext uri="{FF2B5EF4-FFF2-40B4-BE49-F238E27FC236}">
                <a16:creationId xmlns:a16="http://schemas.microsoft.com/office/drawing/2014/main" id="{5A3B7946-DE56-F664-5C5F-BDBA81C54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3489325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" name="Line 321">
            <a:extLst>
              <a:ext uri="{FF2B5EF4-FFF2-40B4-BE49-F238E27FC236}">
                <a16:creationId xmlns:a16="http://schemas.microsoft.com/office/drawing/2014/main" id="{A02A0C58-8BA5-0210-5E71-72234B4E6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3205163"/>
            <a:ext cx="38100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" name="Rectangle 322">
            <a:extLst>
              <a:ext uri="{FF2B5EF4-FFF2-40B4-BE49-F238E27FC236}">
                <a16:creationId xmlns:a16="http://schemas.microsoft.com/office/drawing/2014/main" id="{34B6A61F-07B1-EA9C-F433-6BB28BAD9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3135313"/>
            <a:ext cx="17780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4" name="Rectangle 323">
            <a:extLst>
              <a:ext uri="{FF2B5EF4-FFF2-40B4-BE49-F238E27FC236}">
                <a16:creationId xmlns:a16="http://schemas.microsoft.com/office/drawing/2014/main" id="{2DB8E5A2-60E7-30DF-BDA7-B8428203DA3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27025" y="4318000"/>
            <a:ext cx="6953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最大连通簇迹长占比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" name="Rectangle 324">
            <a:extLst>
              <a:ext uri="{FF2B5EF4-FFF2-40B4-BE49-F238E27FC236}">
                <a16:creationId xmlns:a16="http://schemas.microsoft.com/office/drawing/2014/main" id="{E62CFB66-724F-B59D-EDC3-2D1BB7A2D90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46100" y="3284538"/>
            <a:ext cx="280988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/ %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6" name="Line 325">
            <a:extLst>
              <a:ext uri="{FF2B5EF4-FFF2-40B4-BE49-F238E27FC236}">
                <a16:creationId xmlns:a16="http://schemas.microsoft.com/office/drawing/2014/main" id="{F87DCC96-4C24-9DB8-8534-C32089EBF4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36688" y="3590925"/>
            <a:ext cx="0" cy="42862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" name="Line 326">
            <a:extLst>
              <a:ext uri="{FF2B5EF4-FFF2-40B4-BE49-F238E27FC236}">
                <a16:creationId xmlns:a16="http://schemas.microsoft.com/office/drawing/2014/main" id="{FF1BAD3C-0202-B7A8-9C53-D9CD6D5AF7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9500" y="3525838"/>
            <a:ext cx="0" cy="41910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" name="Line 327">
            <a:extLst>
              <a:ext uri="{FF2B5EF4-FFF2-40B4-BE49-F238E27FC236}">
                <a16:creationId xmlns:a16="http://schemas.microsoft.com/office/drawing/2014/main" id="{D51D3764-837F-6362-9E82-BF2C09A133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0725" y="3508375"/>
            <a:ext cx="0" cy="42862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Line 328">
            <a:extLst>
              <a:ext uri="{FF2B5EF4-FFF2-40B4-BE49-F238E27FC236}">
                <a16:creationId xmlns:a16="http://schemas.microsoft.com/office/drawing/2014/main" id="{B351DF12-90A2-8037-5BFC-E09A58FE6F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3538" y="3602038"/>
            <a:ext cx="0" cy="382588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" name="Line 329">
            <a:extLst>
              <a:ext uri="{FF2B5EF4-FFF2-40B4-BE49-F238E27FC236}">
                <a16:creationId xmlns:a16="http://schemas.microsoft.com/office/drawing/2014/main" id="{BA3D86D3-5F18-0E0C-35DD-8F59CD4F8D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4763" y="3367088"/>
            <a:ext cx="0" cy="490538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Line 330">
            <a:extLst>
              <a:ext uri="{FF2B5EF4-FFF2-40B4-BE49-F238E27FC236}">
                <a16:creationId xmlns:a16="http://schemas.microsoft.com/office/drawing/2014/main" id="{C2C8CC72-68DE-D5C3-77D0-817A773AFA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5888" y="4019550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" name="Line 331">
            <a:extLst>
              <a:ext uri="{FF2B5EF4-FFF2-40B4-BE49-F238E27FC236}">
                <a16:creationId xmlns:a16="http://schemas.microsoft.com/office/drawing/2014/main" id="{8DA09F0F-AE0C-15EA-557B-D8E3F23F75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0" y="394493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Line 332">
            <a:extLst>
              <a:ext uri="{FF2B5EF4-FFF2-40B4-BE49-F238E27FC236}">
                <a16:creationId xmlns:a16="http://schemas.microsoft.com/office/drawing/2014/main" id="{011BFCA7-0CA3-BF07-E2E0-690AAE605E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9925" y="3937000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Line 333">
            <a:extLst>
              <a:ext uri="{FF2B5EF4-FFF2-40B4-BE49-F238E27FC236}">
                <a16:creationId xmlns:a16="http://schemas.microsoft.com/office/drawing/2014/main" id="{89F16791-E5C2-69C6-0366-B30D7F05A8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22738" y="3984625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" name="Line 334">
            <a:extLst>
              <a:ext uri="{FF2B5EF4-FFF2-40B4-BE49-F238E27FC236}">
                <a16:creationId xmlns:a16="http://schemas.microsoft.com/office/drawing/2014/main" id="{94DBDAD6-9A69-D852-705F-FDE3D5E8C8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3963" y="3857625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" name="Line 335">
            <a:extLst>
              <a:ext uri="{FF2B5EF4-FFF2-40B4-BE49-F238E27FC236}">
                <a16:creationId xmlns:a16="http://schemas.microsoft.com/office/drawing/2014/main" id="{A8358AB9-3B1C-9A38-940C-58B66405E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5888" y="3590925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" name="Line 336">
            <a:extLst>
              <a:ext uri="{FF2B5EF4-FFF2-40B4-BE49-F238E27FC236}">
                <a16:creationId xmlns:a16="http://schemas.microsoft.com/office/drawing/2014/main" id="{44A0F2EF-0D94-79AD-B029-8E9B0FE5C2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0" y="352583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" name="Line 337">
            <a:extLst>
              <a:ext uri="{FF2B5EF4-FFF2-40B4-BE49-F238E27FC236}">
                <a16:creationId xmlns:a16="http://schemas.microsoft.com/office/drawing/2014/main" id="{79BF1866-DAA3-CB71-A40A-F320F595D2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9925" y="3508375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" name="Line 338">
            <a:extLst>
              <a:ext uri="{FF2B5EF4-FFF2-40B4-BE49-F238E27FC236}">
                <a16:creationId xmlns:a16="http://schemas.microsoft.com/office/drawing/2014/main" id="{D3023E48-AF29-BC92-2F1F-78C11F6382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22738" y="360203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" name="Line 339">
            <a:extLst>
              <a:ext uri="{FF2B5EF4-FFF2-40B4-BE49-F238E27FC236}">
                <a16:creationId xmlns:a16="http://schemas.microsoft.com/office/drawing/2014/main" id="{191B8AE5-E84D-0AE9-6679-90B3DA1D2F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3963" y="3367088"/>
            <a:ext cx="101600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" name="Line 340">
            <a:extLst>
              <a:ext uri="{FF2B5EF4-FFF2-40B4-BE49-F238E27FC236}">
                <a16:creationId xmlns:a16="http://schemas.microsoft.com/office/drawing/2014/main" id="{84B9F0C2-CAB7-7429-D5A2-DDE171C85F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3613" y="3078163"/>
            <a:ext cx="0" cy="1895475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" name="Line 341">
            <a:extLst>
              <a:ext uri="{FF2B5EF4-FFF2-40B4-BE49-F238E27FC236}">
                <a16:creationId xmlns:a16="http://schemas.microsoft.com/office/drawing/2014/main" id="{3C95A3F8-D1A5-4F30-1CB5-4A403AFF9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3" y="4973638"/>
            <a:ext cx="4594225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" name="Rectangle 342">
            <a:extLst>
              <a:ext uri="{FF2B5EF4-FFF2-40B4-BE49-F238E27FC236}">
                <a16:creationId xmlns:a16="http://schemas.microsoft.com/office/drawing/2014/main" id="{3328ACF0-2DC9-4E90-88C3-22A4A0FC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34226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32.8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4" name="Rectangle 343">
            <a:extLst>
              <a:ext uri="{FF2B5EF4-FFF2-40B4-BE49-F238E27FC236}">
                <a16:creationId xmlns:a16="http://schemas.microsoft.com/office/drawing/2014/main" id="{A956E5A2-94F8-363C-27AD-4FA62155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75" y="3357563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34.7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Rectangle 344">
            <a:extLst>
              <a:ext uri="{FF2B5EF4-FFF2-40B4-BE49-F238E27FC236}">
                <a16:creationId xmlns:a16="http://schemas.microsoft.com/office/drawing/2014/main" id="{EB741715-D882-EEEF-BEC2-C85B33B6F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0" y="334010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35.1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6" name="Rectangle 345">
            <a:extLst>
              <a:ext uri="{FF2B5EF4-FFF2-40B4-BE49-F238E27FC236}">
                <a16:creationId xmlns:a16="http://schemas.microsoft.com/office/drawing/2014/main" id="{51B68AC7-D5A1-33C8-F6A6-E31ACA628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3433763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33.3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Rectangle 346">
            <a:extLst>
              <a:ext uri="{FF2B5EF4-FFF2-40B4-BE49-F238E27FC236}">
                <a16:creationId xmlns:a16="http://schemas.microsoft.com/office/drawing/2014/main" id="{4C036552-BCAC-81BB-7BE1-DFC002A63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38" y="3198813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38.2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8" name="Rectangle 347">
            <a:extLst>
              <a:ext uri="{FF2B5EF4-FFF2-40B4-BE49-F238E27FC236}">
                <a16:creationId xmlns:a16="http://schemas.microsoft.com/office/drawing/2014/main" id="{2745D85F-4514-B95C-038A-E14BB06F0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5570538"/>
            <a:ext cx="2540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(b)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Rectangle 348">
            <a:extLst>
              <a:ext uri="{FF2B5EF4-FFF2-40B4-BE49-F238E27FC236}">
                <a16:creationId xmlns:a16="http://schemas.microsoft.com/office/drawing/2014/main" id="{BC77AAEA-2116-A5E8-D5B7-6CB9F0ED8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5575300"/>
            <a:ext cx="6953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最大连通簇迹长占比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433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852</Words>
  <Application>Microsoft Office PowerPoint</Application>
  <PresentationFormat>自定义</PresentationFormat>
  <Paragraphs>357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l</dc:creator>
  <cp:lastModifiedBy>z l</cp:lastModifiedBy>
  <cp:revision>2</cp:revision>
  <dcterms:created xsi:type="dcterms:W3CDTF">2026-10-13T07:41:52Z</dcterms:created>
  <dcterms:modified xsi:type="dcterms:W3CDTF">2026-10-13T07:52:49Z</dcterms:modified>
</cp:coreProperties>
</file>